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ink/ink63.xml" ContentType="application/inkml+xml"/>
  <Override PartName="/ppt/ink/ink64.xml" ContentType="application/inkml+xml"/>
  <Override PartName="/ppt/ink/ink65.xml" ContentType="application/inkml+xml"/>
  <Override PartName="/ppt/ink/ink66.xml" ContentType="application/inkml+xml"/>
  <Override PartName="/ppt/ink/ink67.xml" ContentType="application/inkml+xml"/>
  <Override PartName="/ppt/ink/ink68.xml" ContentType="application/inkml+xml"/>
  <Override PartName="/ppt/ink/ink69.xml" ContentType="application/inkml+xml"/>
  <Override PartName="/ppt/ink/ink70.xml" ContentType="application/inkml+xml"/>
  <Override PartName="/ppt/ink/ink71.xml" ContentType="application/inkml+xml"/>
  <Override PartName="/ppt/ink/ink72.xml" ContentType="application/inkml+xml"/>
  <Override PartName="/ppt/ink/ink73.xml" ContentType="application/inkml+xml"/>
  <Override PartName="/ppt/ink/ink74.xml" ContentType="application/inkml+xml"/>
  <Override PartName="/ppt/ink/ink75.xml" ContentType="application/inkml+xml"/>
  <Override PartName="/ppt/ink/ink76.xml" ContentType="application/inkml+xml"/>
  <Override PartName="/ppt/ink/ink77.xml" ContentType="application/inkml+xml"/>
  <Override PartName="/ppt/ink/ink78.xml" ContentType="application/inkml+xml"/>
  <Override PartName="/ppt/ink/ink79.xml" ContentType="application/inkml+xml"/>
  <Override PartName="/ppt/ink/ink80.xml" ContentType="application/inkml+xml"/>
  <Override PartName="/ppt/ink/ink81.xml" ContentType="application/inkml+xml"/>
  <Override PartName="/ppt/ink/ink82.xml" ContentType="application/inkml+xml"/>
  <Override PartName="/ppt/ink/ink83.xml" ContentType="application/inkml+xml"/>
  <Override PartName="/ppt/ink/ink84.xml" ContentType="application/inkml+xml"/>
  <Override PartName="/ppt/ink/ink85.xml" ContentType="application/inkml+xml"/>
  <Override PartName="/ppt/ink/ink86.xml" ContentType="application/inkml+xml"/>
  <Override PartName="/ppt/ink/ink87.xml" ContentType="application/inkml+xml"/>
  <Override PartName="/ppt/ink/ink88.xml" ContentType="application/inkml+xml"/>
  <Override PartName="/ppt/ink/ink89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119"/>
  </p:notesMasterIdLst>
  <p:sldIdLst>
    <p:sldId id="256" r:id="rId2"/>
    <p:sldId id="257" r:id="rId3"/>
    <p:sldId id="449" r:id="rId4"/>
    <p:sldId id="327" r:id="rId5"/>
    <p:sldId id="328" r:id="rId6"/>
    <p:sldId id="329" r:id="rId7"/>
    <p:sldId id="330" r:id="rId8"/>
    <p:sldId id="337" r:id="rId9"/>
    <p:sldId id="331" r:id="rId10"/>
    <p:sldId id="333" r:id="rId11"/>
    <p:sldId id="334" r:id="rId12"/>
    <p:sldId id="335" r:id="rId13"/>
    <p:sldId id="336" r:id="rId14"/>
    <p:sldId id="450" r:id="rId15"/>
    <p:sldId id="338" r:id="rId16"/>
    <p:sldId id="339" r:id="rId17"/>
    <p:sldId id="451" r:id="rId18"/>
    <p:sldId id="343" r:id="rId19"/>
    <p:sldId id="344" r:id="rId20"/>
    <p:sldId id="345" r:id="rId21"/>
    <p:sldId id="346" r:id="rId22"/>
    <p:sldId id="348" r:id="rId23"/>
    <p:sldId id="349" r:id="rId24"/>
    <p:sldId id="350" r:id="rId25"/>
    <p:sldId id="351" r:id="rId26"/>
    <p:sldId id="352" r:id="rId27"/>
    <p:sldId id="353" r:id="rId28"/>
    <p:sldId id="354" r:id="rId29"/>
    <p:sldId id="355" r:id="rId30"/>
    <p:sldId id="356" r:id="rId31"/>
    <p:sldId id="357" r:id="rId32"/>
    <p:sldId id="358" r:id="rId33"/>
    <p:sldId id="340" r:id="rId34"/>
    <p:sldId id="368" r:id="rId35"/>
    <p:sldId id="365" r:id="rId36"/>
    <p:sldId id="366" r:id="rId37"/>
    <p:sldId id="367" r:id="rId38"/>
    <p:sldId id="369" r:id="rId39"/>
    <p:sldId id="370" r:id="rId40"/>
    <p:sldId id="375" r:id="rId41"/>
    <p:sldId id="371" r:id="rId42"/>
    <p:sldId id="372" r:id="rId43"/>
    <p:sldId id="373" r:id="rId44"/>
    <p:sldId id="374" r:id="rId45"/>
    <p:sldId id="341" r:id="rId46"/>
    <p:sldId id="360" r:id="rId47"/>
    <p:sldId id="386" r:id="rId48"/>
    <p:sldId id="387" r:id="rId49"/>
    <p:sldId id="388" r:id="rId50"/>
    <p:sldId id="389" r:id="rId51"/>
    <p:sldId id="390" r:id="rId52"/>
    <p:sldId id="391" r:id="rId53"/>
    <p:sldId id="392" r:id="rId54"/>
    <p:sldId id="393" r:id="rId55"/>
    <p:sldId id="395" r:id="rId56"/>
    <p:sldId id="396" r:id="rId57"/>
    <p:sldId id="397" r:id="rId58"/>
    <p:sldId id="398" r:id="rId59"/>
    <p:sldId id="399" r:id="rId60"/>
    <p:sldId id="400" r:id="rId61"/>
    <p:sldId id="401" r:id="rId62"/>
    <p:sldId id="402" r:id="rId63"/>
    <p:sldId id="403" r:id="rId64"/>
    <p:sldId id="404" r:id="rId65"/>
    <p:sldId id="405" r:id="rId66"/>
    <p:sldId id="406" r:id="rId67"/>
    <p:sldId id="407" r:id="rId68"/>
    <p:sldId id="408" r:id="rId69"/>
    <p:sldId id="385" r:id="rId70"/>
    <p:sldId id="361" r:id="rId71"/>
    <p:sldId id="362" r:id="rId72"/>
    <p:sldId id="376" r:id="rId73"/>
    <p:sldId id="377" r:id="rId74"/>
    <p:sldId id="378" r:id="rId75"/>
    <p:sldId id="379" r:id="rId76"/>
    <p:sldId id="380" r:id="rId77"/>
    <p:sldId id="382" r:id="rId78"/>
    <p:sldId id="381" r:id="rId79"/>
    <p:sldId id="383" r:id="rId80"/>
    <p:sldId id="384" r:id="rId81"/>
    <p:sldId id="409" r:id="rId82"/>
    <p:sldId id="410" r:id="rId83"/>
    <p:sldId id="411" r:id="rId84"/>
    <p:sldId id="412" r:id="rId85"/>
    <p:sldId id="413" r:id="rId86"/>
    <p:sldId id="414" r:id="rId87"/>
    <p:sldId id="415" r:id="rId88"/>
    <p:sldId id="416" r:id="rId89"/>
    <p:sldId id="417" r:id="rId90"/>
    <p:sldId id="418" r:id="rId91"/>
    <p:sldId id="419" r:id="rId92"/>
    <p:sldId id="420" r:id="rId93"/>
    <p:sldId id="421" r:id="rId94"/>
    <p:sldId id="422" r:id="rId95"/>
    <p:sldId id="423" r:id="rId96"/>
    <p:sldId id="425" r:id="rId97"/>
    <p:sldId id="426" r:id="rId98"/>
    <p:sldId id="427" r:id="rId99"/>
    <p:sldId id="428" r:id="rId100"/>
    <p:sldId id="429" r:id="rId101"/>
    <p:sldId id="430" r:id="rId102"/>
    <p:sldId id="444" r:id="rId103"/>
    <p:sldId id="445" r:id="rId104"/>
    <p:sldId id="446" r:id="rId105"/>
    <p:sldId id="447" r:id="rId106"/>
    <p:sldId id="448" r:id="rId107"/>
    <p:sldId id="443" r:id="rId108"/>
    <p:sldId id="431" r:id="rId109"/>
    <p:sldId id="432" r:id="rId110"/>
    <p:sldId id="433" r:id="rId111"/>
    <p:sldId id="434" r:id="rId112"/>
    <p:sldId id="435" r:id="rId113"/>
    <p:sldId id="436" r:id="rId114"/>
    <p:sldId id="437" r:id="rId115"/>
    <p:sldId id="438" r:id="rId116"/>
    <p:sldId id="439" r:id="rId117"/>
    <p:sldId id="440" r:id="rId1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6326"/>
    <p:restoredTop sz="96327"/>
  </p:normalViewPr>
  <p:slideViewPr>
    <p:cSldViewPr snapToGrid="0">
      <p:cViewPr varScale="1">
        <p:scale>
          <a:sx n="160" d="100"/>
          <a:sy n="160" d="100"/>
        </p:scale>
        <p:origin x="328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117" Type="http://schemas.openxmlformats.org/officeDocument/2006/relationships/slide" Target="slides/slide116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6" Type="http://schemas.openxmlformats.org/officeDocument/2006/relationships/slide" Target="slides/slide15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123" Type="http://schemas.openxmlformats.org/officeDocument/2006/relationships/tableStyles" Target="tableStyles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113" Type="http://schemas.openxmlformats.org/officeDocument/2006/relationships/slide" Target="slides/slide112.xml"/><Relationship Id="rId118" Type="http://schemas.openxmlformats.org/officeDocument/2006/relationships/slide" Target="slides/slide117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08" Type="http://schemas.openxmlformats.org/officeDocument/2006/relationships/slide" Target="slides/slide107.xml"/><Relationship Id="rId54" Type="http://schemas.openxmlformats.org/officeDocument/2006/relationships/slide" Target="slides/slide53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49" Type="http://schemas.openxmlformats.org/officeDocument/2006/relationships/slide" Target="slides/slide48.xml"/><Relationship Id="rId114" Type="http://schemas.openxmlformats.org/officeDocument/2006/relationships/slide" Target="slides/slide113.xml"/><Relationship Id="rId119" Type="http://schemas.openxmlformats.org/officeDocument/2006/relationships/notesMaster" Target="notesMasters/notesMaster1.xml"/><Relationship Id="rId44" Type="http://schemas.openxmlformats.org/officeDocument/2006/relationships/slide" Target="slides/slide43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120" Type="http://schemas.openxmlformats.org/officeDocument/2006/relationships/presProps" Target="presProps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15" Type="http://schemas.openxmlformats.org/officeDocument/2006/relationships/slide" Target="slides/slide114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121" Type="http://schemas.openxmlformats.org/officeDocument/2006/relationships/viewProps" Target="viewProps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116" Type="http://schemas.openxmlformats.org/officeDocument/2006/relationships/slide" Target="slides/slide11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slide" Target="slides/slide110.xml"/><Relationship Id="rId15" Type="http://schemas.openxmlformats.org/officeDocument/2006/relationships/slide" Target="slides/slide14.xml"/><Relationship Id="rId36" Type="http://schemas.openxmlformats.org/officeDocument/2006/relationships/slide" Target="slides/slide35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52" Type="http://schemas.openxmlformats.org/officeDocument/2006/relationships/slide" Target="slides/slide51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122" Type="http://schemas.openxmlformats.org/officeDocument/2006/relationships/theme" Target="theme/theme1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4T18:10:32.85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1300 24575,'0'-7'0,"0"-2"0,0-5 0,3-7 0,7-5 0,7-6 0,9-4 0,5-5 0,5-5 0,4-4 0,3-3 0,7-2 0,4 0 0,5-1 0,1 1 0,-3 4 0,0 2 0,-3 4 0,-4 4 0,0-1 0,-3 3 0,-2 3 0,-3 0 0,-5 6 0,-1 1 0,-2 3 0,2 3 0,4 0 0,3 1 0,6 1 0,4 0 0,4-1 0,2 2 0,5 1 0,4 0 0,1 3 0,-1 0 0,0 0 0,-5 2 0,0 1 0,1 2 0,4 2 0,10-1 0,6 3 0,-12 2 0,-9 0 0,-13 2 0,-6 0 0,1 1 0,-1 2 0,-1 0 0,3 0 0,3 0 0,11 0 0,0 0 0,2 0 0,-2 0 0,-2 0 0,2 0 0,0 0 0,-2 0 0,-4 0 0,-1 2 0,-6 0 0,-1 2 0,-3 3 0,0 1 0,3 1 0,1 1 0,3 0 0,0 0 0,3 2 0,0 1 0,1 0 0,-1 2 0,-3-1 0,0 2 0,-1 1 0,-1 0 0,-2-2 0,-1 1 0,-5 0 0,0 0 0,-6 2 0,0 0 0,-3 0 0,0 0 0,0-1 0,1-1 0,-1 0 0,-2-1 0,-1 0 0,-2 1 0,-1-1 0,-2-1 0,-3-2 0,-1 0 0,-4 0 0,0-2 0,1 1 0,-2-1 0,-1 1 0,-2 1 0,1 0 0,4 4 0,2 5 0,5 9 0,0 3 0,0 1 0,0-1 0,-2-2 0,1 0 0,-1 0 0,-1 1 0,1 2 0,1 0 0,0-2 0,-1-4 0,-2-3 0,-3-4 0,-1-1 0,-1-2 0,-1-2 0,-2-1 0,-2-4 0,-2-3 0,-2-1 0,0 0 0,-1-2 0,2 0 0,0 0 0,1 1 0,0 1 0,0-1 0,1 1 0,1 2 0,0 0 0,1 0 0,-1-1 0,-2-1 0,0 0 0,-2-2 0,-2 0 0,1-3 0,-3-1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4T18:10:32.85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0 619 24575,'20'0'0,"1"0"0,8 0 0,5 0 0,-3 0 0,-1 0 0,-6 0 0,-8 0 0,-1 0 0,-1 0 0,2 0 0,-2 0 0,-1 0 0,0 0 0,0 2 0,2 1 0,0 1 0,0 1 0,-2 1 0,0-2 0,0 2 0,3-2 0,2 0 0,0 1 0,0-1 0,-2 1 0,-1-1 0,0-1 0,-2 3 0,0-2 0,-2 0 0,1-2 0,-3 0 0,-2 0 0,0 0 0,0 0 0,0 0 0,0 0 0,0 0 0,0-2 0,-2 1 0,-1-1 0,-2-6 0,-2-6 0,0-10 0,0-7 0,-2-7 0,-2-9 0,-3-6 0,-3-7 0,0-6 0,0-4 0,2 3 0,3 5 0,0 8 0,3 12 0,2 8 0,0 10 0,0 6 0,0 3 0,0 4 0,0 4 0,0 2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0T19:36:19.66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1300 24575,'0'-7'0,"0"-2"0,0-5 0,3-7 0,7-5 0,7-6 0,9-4 0,5-5 0,5-5 0,4-4 0,3-3 0,7-2 0,4 0 0,5-1 0,1 1 0,-3 4 0,0 2 0,-3 4 0,-4 4 0,0-1 0,-3 3 0,-2 3 0,-3 0 0,-5 6 0,-1 1 0,-2 3 0,2 3 0,4 0 0,3 1 0,6 1 0,4 0 0,4-1 0,2 2 0,5 1 0,4 0 0,1 3 0,-1 0 0,0 0 0,-5 2 0,0 1 0,1 2 0,4 2 0,10-1 0,6 3 0,-12 2 0,-9 0 0,-13 2 0,-6 0 0,1 1 0,-1 2 0,-1 0 0,3 0 0,3 0 0,11 0 0,0 0 0,2 0 0,-2 0 0,-2 0 0,2 0 0,0 0 0,-2 0 0,-4 0 0,-1 2 0,-6 0 0,-1 2 0,-3 3 0,0 1 0,3 1 0,1 1 0,3 0 0,0 0 0,3 2 0,0 1 0,1 0 0,-1 2 0,-3-1 0,0 2 0,-1 1 0,-1 0 0,-2-2 0,-1 1 0,-5 0 0,0 0 0,-6 2 0,0 0 0,-3 0 0,0 0 0,0-1 0,1-1 0,-1 0 0,-2-1 0,-1 0 0,-2 1 0,-1-1 0,-2-1 0,-3-2 0,-1 0 0,-4 0 0,0-2 0,1 1 0,-2-1 0,-1 1 0,-2 1 0,1 0 0,4 4 0,2 5 0,5 9 0,0 3 0,0 1 0,0-1 0,-2-2 0,1 0 0,-1 0 0,-1 1 0,1 2 0,1 0 0,0-2 0,-1-4 0,-2-3 0,-3-4 0,-1-1 0,-1-2 0,-1-2 0,-2-1 0,-2-4 0,-2-3 0,-2-1 0,0 0 0,-1-2 0,2 0 0,0 0 0,1 1 0,0 1 0,0-1 0,1 1 0,1 2 0,0 0 0,1 0 0,-1-1 0,-2-1 0,0 0 0,-2-2 0,-2 0 0,1-3 0,-3-1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0T19:36:21.88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0 619 24575,'20'0'0,"1"0"0,8 0 0,5 0 0,-3 0 0,-1 0 0,-6 0 0,-8 0 0,-1 0 0,-1 0 0,2 0 0,-2 0 0,-1 0 0,0 0 0,0 2 0,2 1 0,0 1 0,0 1 0,-2 1 0,0-2 0,0 2 0,3-2 0,2 0 0,0 1 0,0-1 0,-2 1 0,-1-1 0,0-1 0,-2 3 0,0-2 0,-2 0 0,1-2 0,-3 0 0,-2 0 0,0 0 0,0 0 0,0 0 0,0 0 0,0 0 0,0-2 0,-2 1 0,-1-1 0,-2-6 0,-2-6 0,0-10 0,0-7 0,-2-7 0,-2-9 0,-3-6 0,-3-7 0,0-6 0,0-4 0,2 3 0,3 5 0,0 8 0,3 12 0,2 8 0,0 10 0,0 6 0,0 3 0,0 4 0,0 4 0,0 2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0T19:37:36.15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1300 24575,'0'-7'0,"0"-2"0,0-5 0,3-7 0,7-5 0,7-6 0,9-4 0,5-5 0,5-5 0,4-4 0,3-3 0,7-2 0,4 0 0,5-1 0,1 1 0,-3 4 0,0 2 0,-3 4 0,-4 4 0,0-1 0,-3 3 0,-2 3 0,-3 0 0,-5 6 0,-1 1 0,-2 3 0,2 3 0,4 0 0,3 1 0,6 1 0,4 0 0,4-1 0,2 2 0,5 1 0,4 0 0,1 3 0,-1 0 0,0 0 0,-5 2 0,0 1 0,1 2 0,4 2 0,10-1 0,6 3 0,-12 2 0,-9 0 0,-13 2 0,-6 0 0,1 1 0,-1 2 0,-1 0 0,3 0 0,3 0 0,11 0 0,0 0 0,2 0 0,-2 0 0,-2 0 0,2 0 0,0 0 0,-2 0 0,-4 0 0,-1 2 0,-6 0 0,-1 2 0,-3 3 0,0 1 0,3 1 0,1 1 0,3 0 0,0 0 0,3 2 0,0 1 0,1 0 0,-1 2 0,-3-1 0,0 2 0,-1 1 0,-1 0 0,-2-2 0,-1 1 0,-5 0 0,0 0 0,-6 2 0,0 0 0,-3 0 0,0 0 0,0-1 0,1-1 0,-1 0 0,-2-1 0,-1 0 0,-2 1 0,-1-1 0,-2-1 0,-3-2 0,-1 0 0,-4 0 0,0-2 0,1 1 0,-2-1 0,-1 1 0,-2 1 0,1 0 0,4 4 0,2 5 0,5 9 0,0 3 0,0 1 0,0-1 0,-2-2 0,1 0 0,-1 0 0,-1 1 0,1 2 0,1 0 0,0-2 0,-1-4 0,-2-3 0,-3-4 0,-1-1 0,-1-2 0,-1-2 0,-2-1 0,-2-4 0,-2-3 0,-2-1 0,0 0 0,-1-2 0,2 0 0,0 0 0,1 1 0,0 1 0,0-1 0,1 1 0,1 2 0,0 0 0,1 0 0,-1-1 0,-2-1 0,0 0 0,-2-2 0,-2 0 0,1-3 0,-3-1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0T19:37:36.15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0 619 24575,'20'0'0,"1"0"0,8 0 0,5 0 0,-3 0 0,-1 0 0,-6 0 0,-8 0 0,-1 0 0,-1 0 0,2 0 0,-2 0 0,-1 0 0,0 0 0,0 2 0,2 1 0,0 1 0,0 1 0,-2 1 0,0-2 0,0 2 0,3-2 0,2 0 0,0 1 0,0-1 0,-2 1 0,-1-1 0,0-1 0,-2 3 0,0-2 0,-2 0 0,1-2 0,-3 0 0,-2 0 0,0 0 0,0 0 0,0 0 0,0 0 0,0 0 0,0-2 0,-2 1 0,-1-1 0,-2-6 0,-2-6 0,0-10 0,0-7 0,-2-7 0,-2-9 0,-3-6 0,-3-7 0,0-6 0,0-4 0,2 3 0,3 5 0,0 8 0,3 12 0,2 8 0,0 10 0,0 6 0,0 3 0,0 4 0,0 4 0,0 2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0T19:38:11.63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0 186 24575,'1'11'0,"3"4"0,2 2 0,4 2 0,0-4 0,1 3 0,0-1 0,-1-1 0,0-1 0,-1-1 0,1 1 0,-1-2 0,0-1 0,-1-1 0,-1-1 0,0 1 0,0 0 0,1 0 0,-1 0 0,0 1 0,1-1 0,-1 0 0,0 2 0,3-2 0,-1 2 0,1-2 0,-1 1 0,0 1 0,1-1 0,0 1 0,-1-1 0,-2-1 0,0 0 0,1 0 0,-1 0 0,0 1 0,2-1 0,0 0 0,1 1 0,-1-1 0,1 2 0,-1-2 0,2 2 0,1 0 0,-1-1 0,1 2 0,-3-3 0,2 1 0,-1-1 0,1-2 0,1 2 0,-1-1 0,2-1 0,1 2 0,1-1 0,2 3 0,5 2 0,3 2 0,6 2 0,2-2 0,2 1 0,0 0 0,2 1 0,3 3 0,4 3 0,5 4 0,2 1 0,-2-1 0,-1-4 0,-2-2 0,0-1 0,2-1 0,3 0 0,8 1 0,8 1 0,10 1 0,6 2 0,0-2 0,-3-2 0,-5 0 0,-6-1 0,-6 0 0,-6-4 0,-1-3 0,-2-6 0,0-3 0,-1-3 0,-3-1 0,-4 1 0,-3 0 0,-4 0 0,-4-2 0,-4 0 0,-4 0 0,-3 0 0,-1 0 0,-1 0 0,-3 0 0,-2 0 0,-4 0 0,-2 0 0,1 0 0,1 0 0,0 0 0,3 0 0,-1 0 0,1 0 0,-1 0 0,0 0 0,2 0 0,1 0 0,0 0 0,2 0 0,1 0 0,2 0 0,3 0 0,2 0 0,1 0 0,1 0 0,0 0 0,1 0 0,0-1 0,0-4 0,1 0 0,-1-1 0,0-1 0,-3 2 0,0 0 0,-2 0 0,-2 1 0,-2-2 0,-1 1 0,0-1 0,-1 2 0,-2-1 0,0 1 0,-3 2 0,-1-1 0,-1 1 0,0-1 0,1-1 0,-1 0 0,0 1 0,0-1 0,-1-1 0,1 0 0,0 0 0,0-1 0,3 0 0,-1-2 0,1 1 0,6-2 0,7-2 0,4-1 0,-2-2 0,-3 0 0,-1 1 0,4 0 0,1 0 0,0 1 0,-5-1 0,-3 0 0,-2 0 0,-2 1 0,-2 1 0,-2 1 0,-4 3 0,-1 1 0,0 1 0,-4 0 0,1 0 0,0-2 0,1 0 0,2-1 0,2-1 0,1-1 0,0-1 0,-2 2 0,0-1 0,0 1 0,1 0 0,1 0 0,0 0 0,-2 0 0,0-1 0,0-2 0,3 1 0,1-1 0,0-1 0,0 1 0,-2 0 0,0 1 0,-3 3 0,0 1 0,0-1 0,0-1 0,1-1 0,-2 2 0,-3 1 0,-1 0 0,1 0 0,0 0 0,0 2 0,0-1 0,0 1 0,0 0 0,0-2 0,0 0 0,0 0 0,0 0 0,0 0 0,0 0 0,0 0 0,0 0 0,0 0 0,0-2 0,0 0 0,0 0 0,0-1 0,0 2 0,0-2 0,0 1 0,0 0 0,-1 0 0,-1 0 0,1-1 0,-1 1 0,0 2 0,0-1 0,-1 1 0,0-1 0,1-2 0,-2 1 0,2 0 0,0 2 0,0 0 0,0 0 0,0 0 0,-2-2 0,2 0 0,0-1 0,-1 1 0,1 0 0,-1 0 0,0-3 0,1 1 0,-1 0 0,1-2 0,0 1 0,0-1 0,1 0 0,1-2 0,1-5 0,3-2 0,-1-2 0,1 2 0,-1 1 0,0 3 0,0 0 0,0 3 0,-2 1 0,0-1 0,1 2 0,-1-1 0,0 0 0,2 0 0,0-2 0,2-2 0,0-2 0,0-3 0,-1 0 0,0 2 0,-2 3 0,-2 2 0,-3 4 0,-1 1 0,-2 6 0,0 2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0T19:38:17.31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16 693 24575,'0'-10'0,"0"0"0,0 0 0,0-4 0,0 3 0,0-5 0,0 0 0,0 2 0,0-1 0,0 1 0,0 1 0,0-1 0,0 1 0,0 0 0,0-1 0,0 1 0,0-1 0,0 3 0,0 0 0,0-1 0,0 1 0,0 0 0,0 0 0,0-1 0,0 1 0,0 0 0,0-1 0,0 1 0,0 0 0,0-2 0,-1-1 0,-1 0 0,-1 1 0,2 0 0,0-1 0,1 0 0,-1 1 0,-1 2 0,0 2 0,0 0 0,2 1 0,0 1 0,0-3 0,0-1 0,0 0 0,0-1 0,0 1 0,0 0 0,0 0 0,0 1 0,0 1 0,0 2 0,0-1 0,0-1 0,0-1 0,0 0 0,0 1 0,0 1 0,0 1 0,0 0 0,0 0 0,1 3 0,4 6 0,4 4 0,5 4 0,1 0 0,-2-1 0,-4-1 0,-2 1 0,2 1 0,0-1 0,0 0 0,0-2 0,-1-1 0,-1-1 0,0 0 0,-1 0 0,2 2 0,-2-1 0,1 0 0,0-1 0,0 0 0,0-1 0,0 1 0,0 0 0,0-1 0,0 1 0,1 0 0,2-1 0,-1 2 0,0-2 0,0-1 0,0 1 0,0 0 0,0-1 0,-2-1 0,0 1 0,0-1 0,0 0 0,0-1 0,-2 1 0,0 0 0,0 0 0,1-1 0,0 1 0,1-1 0,0 1 0,0 0 0,-1-2 0,1 0 0,0 0 0,1 1 0,1 1 0,3 0 0,3 0 0,3-2 0,4 0 0,1 0 0,-3 0 0,-2 0 0,-3 0 0,-1 0 0,0 0 0,-2 0 0,0 0 0,0 0 0,-1 0 0,1 0 0,0 1 0,-1 1 0,-1 0 0,-5-1 0,-2-1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0T19:27:24.88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0 904 24575,'0'-28'0,"8"-7"0,8-9 0,8-3 0,5 0 0,-1 4 0,2 5 0,0 2 0,-4 8 0,-3 5 0,-6 5 0,-2 3 0,1-1 0,-1 2 0,2 1 0,3-1 0,1-1 0,2 1 0,-1-1 0,1 1 0,2 0 0,0-1 0,1 1 0,-1-1 0,1 0 0,-1 0 0,1 1 0,-1 1 0,-1 1 0,-1 1 0,-2 1 0,-1 2 0,1-2 0,-1 0 0,2 0 0,1 0 0,1 1 0,2 0 0,-1 1 0,1-1 0,1-1 0,4 1 0,1 0 0,-1 0 0,0 2 0,-3-2 0,3 0 0,0 2 0,1 0 0,-1 1 0,-2-1 0,1 0 0,-1 1 0,-1 0 0,2-1 0,-1 1 0,0-1 0,-2 3 0,1 1 0,1-1 0,0 2 0,1-1 0,-1 1 0,2 2 0,3 0 0,3-2 0,8 0 0,9-1 0,6 1 0,0 2 0,-2 0 0,-5 0 0,-2 0 0,0 0 0,-1 0 0,5 0 0,7 0 0,9 0 0,8 0 0,5 0 0,2 0 0,-2 3 0,-5 4 0,-7 3 0,-6 5 0,-3 1 0,1 2 0,1 0 0,3 0 0,2 0 0,1-2 0,1 0 0,-6 0 0,-8-1 0,-9 2 0,-8 0 0,-5 1 0,0 0 0,-3 1 0,1 1 0,2 0 0,0 3 0,5 2 0,5 2 0,3 4 0,5 2 0,1 2 0,2 0 0,-7-5 0,-10-5 0,-10-5 0,-7-4 0,-2 0 0,-3-2 0,0-1 0,-3-2 0,1 0 0,-1-2 0,0 2 0,-1-2 0,-1 1 0,0-1 0,0 0 0,1 1 0,-1 0 0,0-1 0,0-1 0,3 1 0,1 1 0,1 0 0,0 0 0,-1-2 0,1-1 0,0 1 0,0 0 0,0 2 0,-2 0 0,-1-1 0,1 1 0,-3-3 0,0 1 0,-1-1 0,-3-1 0,0-1 0,-1-1 0,-1-2 0,-2 1 0,0-1 0,-2 0 0,-2-1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0T19:27:28.83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346 1 24575,'0'14'0,"0"-2"0,0 5 0,1 0 0,3 0 0,0 2 0,0-5 0,-1-2 0,0-4 0,1 0 0,0 6 0,0-1 0,0 2 0,0-3 0,-1 0 0,1 0 0,0 1 0,1 1 0,-2-1 0,1 0 0,0-1 0,-1 0 0,1-1 0,0 0 0,0 0 0,-1 1 0,3-1 0,-2 0 0,2 0 0,-2 0 0,-1 0 0,2 1 0,0-1 0,2 0 0,-1 0 0,-1-1 0,0-1 0,1-1 0,1 0 0,-1 2 0,-1-1 0,1 0 0,-3-2 0,2 0 0,0 0 0,-1 0 0,1 0 0,-1 0 0,0-1 0,-1 1 0,0 0 0,1 1 0,-2 1 0,0 2 0,1 1 0,0-1 0,2-2 0,0-1 0,-3 1 0,-1 1 0,1 0 0,0 0 0,-2-3 0,-3-4 0,-6-1 0,-4 0 0,-2 1 0,-4 3 0,-5 4 0,-3 0 0,-3 1 0,4-1 0,3-2 0,3 0 0,0 0 0,-1-2 0,3 0 0,0 0 0,2-2 0,2 1 0,1-1 0,2-1 0,1 1 0,2-1 0,1 1 0,-1-1 0,2 0 0,-2-1 0,2 0 0,-1-1 0,0 1 0,-1 1 0,-1 0 0,-3 1 0,-1 0 0,0 0 0,0 1 0,2 0 0,1-1 0,-1 1 0,1 0 0,0 1 0,1 0 0,-1-1 0,2 0 0,1-1 0,0-1 0,2 1 0,0-1 0,2-2 0,1 1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0T19:27:24.88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0 904 24575,'0'-28'0,"8"-7"0,8-9 0,8-3 0,5 0 0,-1 4 0,2 5 0,0 2 0,-4 8 0,-3 5 0,-6 5 0,-2 3 0,1-1 0,-1 2 0,2 1 0,3-1 0,1-1 0,2 1 0,-1-1 0,1 1 0,2 0 0,0-1 0,1 1 0,-1-1 0,1 0 0,-1 0 0,1 1 0,-1 1 0,-1 1 0,-1 1 0,-2 1 0,-1 2 0,1-2 0,-1 0 0,2 0 0,1 0 0,1 1 0,2 0 0,-1 1 0,1-1 0,1-1 0,4 1 0,1 0 0,-1 0 0,0 2 0,-3-2 0,3 0 0,0 2 0,1 0 0,-1 1 0,-2-1 0,1 0 0,-1 1 0,-1 0 0,2-1 0,-1 1 0,0-1 0,-2 3 0,1 1 0,1-1 0,0 2 0,1-1 0,-1 1 0,2 2 0,3 0 0,3-2 0,8 0 0,9-1 0,6 1 0,0 2 0,-2 0 0,-5 0 0,-2 0 0,0 0 0,-1 0 0,5 0 0,7 0 0,9 0 0,8 0 0,5 0 0,2 0 0,-2 3 0,-5 4 0,-7 3 0,-6 5 0,-3 1 0,1 2 0,1 0 0,3 0 0,2 0 0,1-2 0,1 0 0,-6 0 0,-8-1 0,-9 2 0,-8 0 0,-5 1 0,0 0 0,-3 1 0,1 1 0,2 0 0,0 3 0,5 2 0,5 2 0,3 4 0,5 2 0,1 2 0,2 0 0,-7-5 0,-10-5 0,-10-5 0,-7-4 0,-2 0 0,-3-2 0,0-1 0,-3-2 0,1 0 0,-1-2 0,0 2 0,-1-2 0,-1 1 0,0-1 0,0 0 0,1 1 0,-1 0 0,0-1 0,0-1 0,3 1 0,1 1 0,1 0 0,0 0 0,-1-2 0,1-1 0,0 1 0,0 0 0,0 2 0,-2 0 0,-1-1 0,1 1 0,-3-3 0,0 1 0,-1-1 0,-3-1 0,0-1 0,-1-1 0,-1-2 0,-2 1 0,0-1 0,-2 0 0,-2-1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0T19:27:28.83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346 1 24575,'0'14'0,"0"-2"0,0 5 0,1 0 0,3 0 0,0 2 0,0-5 0,-1-2 0,0-4 0,1 0 0,0 6 0,0-1 0,0 2 0,0-3 0,-1 0 0,1 0 0,0 1 0,1 1 0,-2-1 0,1 0 0,0-1 0,-1 0 0,1-1 0,0 0 0,0 0 0,-1 1 0,3-1 0,-2 0 0,2 0 0,-2 0 0,-1 0 0,2 1 0,0-1 0,2 0 0,-1 0 0,-1-1 0,0-1 0,1-1 0,1 0 0,-1 2 0,-1-1 0,1 0 0,-3-2 0,2 0 0,0 0 0,-1 0 0,1 0 0,-1 0 0,0-1 0,-1 1 0,0 0 0,1 1 0,-2 1 0,0 2 0,1 1 0,0-1 0,2-2 0,0-1 0,-3 1 0,-1 1 0,1 0 0,0 0 0,-2-3 0,-3-4 0,-6-1 0,-4 0 0,-2 1 0,-4 3 0,-5 4 0,-3 0 0,-3 1 0,4-1 0,3-2 0,3 0 0,0 0 0,-1-2 0,3 0 0,0 0 0,2-2 0,2 1 0,1-1 0,2-1 0,1 1 0,2-1 0,1 1 0,-1-1 0,2 0 0,-2-1 0,2 0 0,-1-1 0,0 1 0,-1 1 0,-1 0 0,-3 1 0,-1 0 0,0 0 0,0 1 0,2 0 0,1-1 0,-1 1 0,1 0 0,0 1 0,1 0 0,-1-1 0,2 0 0,1-1 0,0-1 0,2 1 0,0-1 0,2-2 0,1 1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0T19:37:36.15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1300 24575,'0'-7'0,"0"-2"0,0-5 0,3-7 0,7-5 0,7-6 0,9-4 0,5-5 0,5-5 0,4-4 0,3-3 0,7-2 0,4 0 0,5-1 0,1 1 0,-3 4 0,0 2 0,-3 4 0,-4 4 0,0-1 0,-3 3 0,-2 3 0,-3 0 0,-5 6 0,-1 1 0,-2 3 0,2 3 0,4 0 0,3 1 0,6 1 0,4 0 0,4-1 0,2 2 0,5 1 0,4 0 0,1 3 0,-1 0 0,0 0 0,-5 2 0,0 1 0,1 2 0,4 2 0,10-1 0,6 3 0,-12 2 0,-9 0 0,-13 2 0,-6 0 0,1 1 0,-1 2 0,-1 0 0,3 0 0,3 0 0,11 0 0,0 0 0,2 0 0,-2 0 0,-2 0 0,2 0 0,0 0 0,-2 0 0,-4 0 0,-1 2 0,-6 0 0,-1 2 0,-3 3 0,0 1 0,3 1 0,1 1 0,3 0 0,0 0 0,3 2 0,0 1 0,1 0 0,-1 2 0,-3-1 0,0 2 0,-1 1 0,-1 0 0,-2-2 0,-1 1 0,-5 0 0,0 0 0,-6 2 0,0 0 0,-3 0 0,0 0 0,0-1 0,1-1 0,-1 0 0,-2-1 0,-1 0 0,-2 1 0,-1-1 0,-2-1 0,-3-2 0,-1 0 0,-4 0 0,0-2 0,1 1 0,-2-1 0,-1 1 0,-2 1 0,1 0 0,4 4 0,2 5 0,5 9 0,0 3 0,0 1 0,0-1 0,-2-2 0,1 0 0,-1 0 0,-1 1 0,1 2 0,1 0 0,0-2 0,-1-4 0,-2-3 0,-3-4 0,-1-1 0,-1-2 0,-1-2 0,-2-1 0,-2-4 0,-2-3 0,-2-1 0,0 0 0,-1-2 0,2 0 0,0 0 0,1 1 0,0 1 0,0-1 0,1 1 0,1 2 0,0 0 0,1 0 0,-1-1 0,-2-1 0,0 0 0,-2-2 0,-2 0 0,1-3 0,-3-1 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0T19:37:36.15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0 619 24575,'20'0'0,"1"0"0,8 0 0,5 0 0,-3 0 0,-1 0 0,-6 0 0,-8 0 0,-1 0 0,-1 0 0,2 0 0,-2 0 0,-1 0 0,0 0 0,0 2 0,2 1 0,0 1 0,0 1 0,-2 1 0,0-2 0,0 2 0,3-2 0,2 0 0,0 1 0,0-1 0,-2 1 0,-1-1 0,0-1 0,-2 3 0,0-2 0,-2 0 0,1-2 0,-3 0 0,-2 0 0,0 0 0,0 0 0,0 0 0,0 0 0,0 0 0,0-2 0,-2 1 0,-1-1 0,-2-6 0,-2-6 0,0-10 0,0-7 0,-2-7 0,-2-9 0,-3-6 0,-3-7 0,0-6 0,0-4 0,2 3 0,3 5 0,0 8 0,3 12 0,2 8 0,0 10 0,0 6 0,0 3 0,0 4 0,0 4 0,0 2 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0T19:38:11.63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0 186 24575,'1'11'0,"3"4"0,2 2 0,4 2 0,0-4 0,1 3 0,0-1 0,-1-1 0,0-1 0,-1-1 0,1 1 0,-1-2 0,0-1 0,-1-1 0,-1-1 0,0 1 0,0 0 0,1 0 0,-1 0 0,0 1 0,1-1 0,-1 0 0,0 2 0,3-2 0,-1 2 0,1-2 0,-1 1 0,0 1 0,1-1 0,0 1 0,-1-1 0,-2-1 0,0 0 0,1 0 0,-1 0 0,0 1 0,2-1 0,0 0 0,1 1 0,-1-1 0,1 2 0,-1-2 0,2 2 0,1 0 0,-1-1 0,1 2 0,-3-3 0,2 1 0,-1-1 0,1-2 0,1 2 0,-1-1 0,2-1 0,1 2 0,1-1 0,2 3 0,5 2 0,3 2 0,6 2 0,2-2 0,2 1 0,0 0 0,2 1 0,3 3 0,4 3 0,5 4 0,2 1 0,-2-1 0,-1-4 0,-2-2 0,0-1 0,2-1 0,3 0 0,8 1 0,8 1 0,10 1 0,6 2 0,0-2 0,-3-2 0,-5 0 0,-6-1 0,-6 0 0,-6-4 0,-1-3 0,-2-6 0,0-3 0,-1-3 0,-3-1 0,-4 1 0,-3 0 0,-4 0 0,-4-2 0,-4 0 0,-4 0 0,-3 0 0,-1 0 0,-1 0 0,-3 0 0,-2 0 0,-4 0 0,-2 0 0,1 0 0,1 0 0,0 0 0,3 0 0,-1 0 0,1 0 0,-1 0 0,0 0 0,2 0 0,1 0 0,0 0 0,2 0 0,1 0 0,2 0 0,3 0 0,2 0 0,1 0 0,1 0 0,0 0 0,1 0 0,0-1 0,0-4 0,1 0 0,-1-1 0,0-1 0,-3 2 0,0 0 0,-2 0 0,-2 1 0,-2-2 0,-1 1 0,0-1 0,-1 2 0,-2-1 0,0 1 0,-3 2 0,-1-1 0,-1 1 0,0-1 0,1-1 0,-1 0 0,0 1 0,0-1 0,-1-1 0,1 0 0,0 0 0,0-1 0,3 0 0,-1-2 0,1 1 0,6-2 0,7-2 0,4-1 0,-2-2 0,-3 0 0,-1 1 0,4 0 0,1 0 0,0 1 0,-5-1 0,-3 0 0,-2 0 0,-2 1 0,-2 1 0,-2 1 0,-4 3 0,-1 1 0,0 1 0,-4 0 0,1 0 0,0-2 0,1 0 0,2-1 0,2-1 0,1-1 0,0-1 0,-2 2 0,0-1 0,0 1 0,1 0 0,1 0 0,0 0 0,-2 0 0,0-1 0,0-2 0,3 1 0,1-1 0,0-1 0,0 1 0,-2 0 0,0 1 0,-3 3 0,0 1 0,0-1 0,0-1 0,1-1 0,-2 2 0,-3 1 0,-1 0 0,1 0 0,0 0 0,0 2 0,0-1 0,0 1 0,0 0 0,0-2 0,0 0 0,0 0 0,0 0 0,0 0 0,0 0 0,0 0 0,0 0 0,0 0 0,0-2 0,0 0 0,0 0 0,0-1 0,0 2 0,0-2 0,0 1 0,0 0 0,-1 0 0,-1 0 0,1-1 0,-1 1 0,0 2 0,0-1 0,-1 1 0,0-1 0,1-2 0,-2 1 0,2 0 0,0 2 0,0 0 0,0 0 0,0 0 0,-2-2 0,2 0 0,0-1 0,-1 1 0,1 0 0,-1 0 0,0-3 0,1 1 0,-1 0 0,1-2 0,0 1 0,0-1 0,1 0 0,1-2 0,1-5 0,3-2 0,-1-2 0,1 2 0,-1 1 0,0 3 0,0 0 0,0 3 0,-2 1 0,0-1 0,1 2 0,-1-1 0,0 0 0,2 0 0,0-2 0,2-2 0,0-2 0,0-3 0,-1 0 0,0 2 0,-2 3 0,-2 2 0,-3 4 0,-1 1 0,-2 6 0,0 2 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0T19:38:17.31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16 693 24575,'0'-10'0,"0"0"0,0 0 0,0-4 0,0 3 0,0-5 0,0 0 0,0 2 0,0-1 0,0 1 0,0 1 0,0-1 0,0 1 0,0 0 0,0-1 0,0 1 0,0-1 0,0 3 0,0 0 0,0-1 0,0 1 0,0 0 0,0 0 0,0-1 0,0 1 0,0 0 0,0-1 0,0 1 0,0 0 0,0-2 0,-1-1 0,-1 0 0,-1 1 0,2 0 0,0-1 0,1 0 0,-1 1 0,-1 2 0,0 2 0,0 0 0,2 1 0,0 1 0,0-3 0,0-1 0,0 0 0,0-1 0,0 1 0,0 0 0,0 0 0,0 1 0,0 1 0,0 2 0,0-1 0,0-1 0,0-1 0,0 0 0,0 1 0,0 1 0,0 1 0,0 0 0,0 0 0,1 3 0,4 6 0,4 4 0,5 4 0,1 0 0,-2-1 0,-4-1 0,-2 1 0,2 1 0,0-1 0,0 0 0,0-2 0,-1-1 0,-1-1 0,0 0 0,-1 0 0,2 2 0,-2-1 0,1 0 0,0-1 0,0 0 0,0-1 0,0 1 0,0 0 0,0-1 0,0 1 0,1 0 0,2-1 0,-1 2 0,0-2 0,0-1 0,0 1 0,0 0 0,0-1 0,-2-1 0,0 1 0,0-1 0,0 0 0,0-1 0,-2 1 0,0 0 0,0 0 0,1-1 0,0 1 0,1-1 0,0 1 0,0 0 0,-1-2 0,1 0 0,0 0 0,1 1 0,1 1 0,3 0 0,3 0 0,3-2 0,4 0 0,1 0 0,-3 0 0,-2 0 0,-3 0 0,-1 0 0,0 0 0,-2 0 0,0 0 0,0 0 0,-1 0 0,1 0 0,0 1 0,-1 1 0,-1 0 0,-5-1 0,-2-1 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0T19:37:36.15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1300 24575,'0'-7'0,"0"-2"0,0-5 0,3-7 0,7-5 0,7-6 0,9-4 0,5-5 0,5-5 0,4-4 0,3-3 0,7-2 0,4 0 0,5-1 0,1 1 0,-3 4 0,0 2 0,-3 4 0,-4 4 0,0-1 0,-3 3 0,-2 3 0,-3 0 0,-5 6 0,-1 1 0,-2 3 0,2 3 0,4 0 0,3 1 0,6 1 0,4 0 0,4-1 0,2 2 0,5 1 0,4 0 0,1 3 0,-1 0 0,0 0 0,-5 2 0,0 1 0,1 2 0,4 2 0,10-1 0,6 3 0,-12 2 0,-9 0 0,-13 2 0,-6 0 0,1 1 0,-1 2 0,-1 0 0,3 0 0,3 0 0,11 0 0,0 0 0,2 0 0,-2 0 0,-2 0 0,2 0 0,0 0 0,-2 0 0,-4 0 0,-1 2 0,-6 0 0,-1 2 0,-3 3 0,0 1 0,3 1 0,1 1 0,3 0 0,0 0 0,3 2 0,0 1 0,1 0 0,-1 2 0,-3-1 0,0 2 0,-1 1 0,-1 0 0,-2-2 0,-1 1 0,-5 0 0,0 0 0,-6 2 0,0 0 0,-3 0 0,0 0 0,0-1 0,1-1 0,-1 0 0,-2-1 0,-1 0 0,-2 1 0,-1-1 0,-2-1 0,-3-2 0,-1 0 0,-4 0 0,0-2 0,1 1 0,-2-1 0,-1 1 0,-2 1 0,1 0 0,4 4 0,2 5 0,5 9 0,0 3 0,0 1 0,0-1 0,-2-2 0,1 0 0,-1 0 0,-1 1 0,1 2 0,1 0 0,0-2 0,-1-4 0,-2-3 0,-3-4 0,-1-1 0,-1-2 0,-1-2 0,-2-1 0,-2-4 0,-2-3 0,-2-1 0,0 0 0,-1-2 0,2 0 0,0 0 0,1 1 0,0 1 0,0-1 0,1 1 0,1 2 0,0 0 0,1 0 0,-1-1 0,-2-1 0,0 0 0,-2-2 0,-2 0 0,1-3 0,-3-1 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0T19:37:36.15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0 619 24575,'20'0'0,"1"0"0,8 0 0,5 0 0,-3 0 0,-1 0 0,-6 0 0,-8 0 0,-1 0 0,-1 0 0,2 0 0,-2 0 0,-1 0 0,0 0 0,0 2 0,2 1 0,0 1 0,0 1 0,-2 1 0,0-2 0,0 2 0,3-2 0,2 0 0,0 1 0,0-1 0,-2 1 0,-1-1 0,0-1 0,-2 3 0,0-2 0,-2 0 0,1-2 0,-3 0 0,-2 0 0,0 0 0,0 0 0,0 0 0,0 0 0,0 0 0,0-2 0,-2 1 0,-1-1 0,-2-6 0,-2-6 0,0-10 0,0-7 0,-2-7 0,-2-9 0,-3-6 0,-3-7 0,0-6 0,0-4 0,2 3 0,3 5 0,0 8 0,3 12 0,2 8 0,0 10 0,0 6 0,0 3 0,0 4 0,0 4 0,0 2 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0T19:38:11.63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0 186 24575,'1'11'0,"3"4"0,2 2 0,4 2 0,0-4 0,1 3 0,0-1 0,-1-1 0,0-1 0,-1-1 0,1 1 0,-1-2 0,0-1 0,-1-1 0,-1-1 0,0 1 0,0 0 0,1 0 0,-1 0 0,0 1 0,1-1 0,-1 0 0,0 2 0,3-2 0,-1 2 0,1-2 0,-1 1 0,0 1 0,1-1 0,0 1 0,-1-1 0,-2-1 0,0 0 0,1 0 0,-1 0 0,0 1 0,2-1 0,0 0 0,1 1 0,-1-1 0,1 2 0,-1-2 0,2 2 0,1 0 0,-1-1 0,1 2 0,-3-3 0,2 1 0,-1-1 0,1-2 0,1 2 0,-1-1 0,2-1 0,1 2 0,1-1 0,2 3 0,5 2 0,3 2 0,6 2 0,2-2 0,2 1 0,0 0 0,2 1 0,3 3 0,4 3 0,5 4 0,2 1 0,-2-1 0,-1-4 0,-2-2 0,0-1 0,2-1 0,3 0 0,8 1 0,8 1 0,10 1 0,6 2 0,0-2 0,-3-2 0,-5 0 0,-6-1 0,-6 0 0,-6-4 0,-1-3 0,-2-6 0,0-3 0,-1-3 0,-3-1 0,-4 1 0,-3 0 0,-4 0 0,-4-2 0,-4 0 0,-4 0 0,-3 0 0,-1 0 0,-1 0 0,-3 0 0,-2 0 0,-4 0 0,-2 0 0,1 0 0,1 0 0,0 0 0,3 0 0,-1 0 0,1 0 0,-1 0 0,0 0 0,2 0 0,1 0 0,0 0 0,2 0 0,1 0 0,2 0 0,3 0 0,2 0 0,1 0 0,1 0 0,0 0 0,1 0 0,0-1 0,0-4 0,1 0 0,-1-1 0,0-1 0,-3 2 0,0 0 0,-2 0 0,-2 1 0,-2-2 0,-1 1 0,0-1 0,-1 2 0,-2-1 0,0 1 0,-3 2 0,-1-1 0,-1 1 0,0-1 0,1-1 0,-1 0 0,0 1 0,0-1 0,-1-1 0,1 0 0,0 0 0,0-1 0,3 0 0,-1-2 0,1 1 0,6-2 0,7-2 0,4-1 0,-2-2 0,-3 0 0,-1 1 0,4 0 0,1 0 0,0 1 0,-5-1 0,-3 0 0,-2 0 0,-2 1 0,-2 1 0,-2 1 0,-4 3 0,-1 1 0,0 1 0,-4 0 0,1 0 0,0-2 0,1 0 0,2-1 0,2-1 0,1-1 0,0-1 0,-2 2 0,0-1 0,0 1 0,1 0 0,1 0 0,0 0 0,-2 0 0,0-1 0,0-2 0,3 1 0,1-1 0,0-1 0,0 1 0,-2 0 0,0 1 0,-3 3 0,0 1 0,0-1 0,0-1 0,1-1 0,-2 2 0,-3 1 0,-1 0 0,1 0 0,0 0 0,0 2 0,0-1 0,0 1 0,0 0 0,0-2 0,0 0 0,0 0 0,0 0 0,0 0 0,0 0 0,0 0 0,0 0 0,0 0 0,0-2 0,0 0 0,0 0 0,0-1 0,0 2 0,0-2 0,0 1 0,0 0 0,-1 0 0,-1 0 0,1-1 0,-1 1 0,0 2 0,0-1 0,-1 1 0,0-1 0,1-2 0,-2 1 0,2 0 0,0 2 0,0 0 0,0 0 0,0 0 0,-2-2 0,2 0 0,0-1 0,-1 1 0,1 0 0,-1 0 0,0-3 0,1 1 0,-1 0 0,1-2 0,0 1 0,0-1 0,1 0 0,1-2 0,1-5 0,3-2 0,-1-2 0,1 2 0,-1 1 0,0 3 0,0 0 0,0 3 0,-2 1 0,0-1 0,1 2 0,-1-1 0,0 0 0,2 0 0,0-2 0,2-2 0,0-2 0,0-3 0,-1 0 0,0 2 0,-2 3 0,-2 2 0,-3 4 0,-1 1 0,-2 6 0,0 2 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0T19:38:17.31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16 693 24575,'0'-10'0,"0"0"0,0 0 0,0-4 0,0 3 0,0-5 0,0 0 0,0 2 0,0-1 0,0 1 0,0 1 0,0-1 0,0 1 0,0 0 0,0-1 0,0 1 0,0-1 0,0 3 0,0 0 0,0-1 0,0 1 0,0 0 0,0 0 0,0-1 0,0 1 0,0 0 0,0-1 0,0 1 0,0 0 0,0-2 0,-1-1 0,-1 0 0,-1 1 0,2 0 0,0-1 0,1 0 0,-1 1 0,-1 2 0,0 2 0,0 0 0,2 1 0,0 1 0,0-3 0,0-1 0,0 0 0,0-1 0,0 1 0,0 0 0,0 0 0,0 1 0,0 1 0,0 2 0,0-1 0,0-1 0,0-1 0,0 0 0,0 1 0,0 1 0,0 1 0,0 0 0,0 0 0,1 3 0,4 6 0,4 4 0,5 4 0,1 0 0,-2-1 0,-4-1 0,-2 1 0,2 1 0,0-1 0,0 0 0,0-2 0,-1-1 0,-1-1 0,0 0 0,-1 0 0,2 2 0,-2-1 0,1 0 0,0-1 0,0 0 0,0-1 0,0 1 0,0 0 0,0-1 0,0 1 0,1 0 0,2-1 0,-1 2 0,0-2 0,0-1 0,0 1 0,0 0 0,0-1 0,-2-1 0,0 1 0,0-1 0,0 0 0,0-1 0,-2 1 0,0 0 0,0 0 0,1-1 0,0 1 0,1-1 0,0 1 0,0 0 0,-1-2 0,1 0 0,0 0 0,1 1 0,1 1 0,3 0 0,3 0 0,3-2 0,4 0 0,1 0 0,-3 0 0,-2 0 0,-3 0 0,-1 0 0,0 0 0,-2 0 0,0 0 0,0 0 0,-1 0 0,1 0 0,0 1 0,-1 1 0,-1 0 0,-5-1 0,-2-1 0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0T20:42:05.32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24575,'0'11'0,"0"-1"0,0-2 0,0 0 0,1 1 0,2 3 0,2 1 0,3 1 0,-1 1 0,0-1 0,-1-1 0,1 1 0,0 0 0,1 0 0,1 0 0,1 0 0,2 0 0,1 2 0,1 0 0,0 2 0,1 2 0,-1-1 0,1 1 0,1 1 0,2-1 0,3 3 0,2-1 0,-2 3 0,-1 0 0,1 0 0,1 1 0,1-1 0,0 2 0,-1 0 0,-2-6 0,-3-3 0,1-1 0,2 2 0,0 2 0,0-2 0,-4-2 0,0-1 0,0 0 0,0 2 0,-1-2 0,1 0 0,-1-1 0,3 3 0,1 1 0,2 0 0,0 0 0,-1-3 0,1 0 0,-1 0 0,2 1 0,1-1 0,1 1 0,-1-2 0,0-1 0,0 0 0,0 1 0,2 0 0,1 0 0,-1 0 0,0 0 0,1 1 0,-1 0 0,0-1 0,-1-1 0,-1 1 0,0 1 0,-2 0 0,0 0 0,0 0 0,-1-1 0,0-1 0,-1-1 0,1 0 0,-1 0 0,1-1 0,3 0 0,0 0 0,2 1 0,-2 0 0,0-1 0,-1 0 0,2-1 0,1 0 0,1-1 0,-3 1 0,-3-1 0,2 1 0,2 0 0,2 0 0,4 2 0,-4-1 0,1-1 0,2 2 0,-1 0 0,0 1 0,-1 2 0,-3-1 0,-4-1 0,-3 0 0,-3 0 0,0-1 0,-1-4 0,-4-2 0,-2-3 0,-5-2 0,0 0 0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0T20:42:08.15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434 1 24575,'0'14'0,"0"-1"0,0 2 0,0-1 0,1-1 0,3 3 0,1 2 0,2-2 0,1-1 0,-1 1 0,-2-1 0,1-1 0,-3-1 0,2 0 0,0-1 0,0 0 0,0 0 0,-1-2 0,0 0 0,0 0 0,-2-1 0,1 0 0,-2 0 0,2 0 0,1 1 0,-1 0 0,1-1 0,0 2 0,0 0 0,0 0 0,-1 1 0,1-3 0,0 0 0,-1-2 0,0 0 0,1 0 0,0 0 0,-2 0 0,-1 0 0,1-1 0,0-1 0,1 0 0,1 0 0,-1 3 0,3 1 0,0 2 0,2 0 0,-1 1 0,0 0 0,-1 0 0,-1 0 0,-1-5 0,-5-3 0,-17-2 0,-22 3 0,-27 7 0,-21 6 0,-5 1 0,3-1 0,12-4 0,17-4 0,17-4 0,16-4 0,12-2 0,9 0 0,4 0 0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0T20:42:05.32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24575,'0'11'0,"0"-1"0,0-2 0,0 0 0,1 1 0,2 3 0,2 1 0,3 1 0,-1 1 0,0-1 0,-1-1 0,1 1 0,0 0 0,1 0 0,1 0 0,1 0 0,2 0 0,1 2 0,1 0 0,0 2 0,1 2 0,-1-1 0,1 1 0,1 1 0,2-1 0,3 3 0,2-1 0,-2 3 0,-1 0 0,1 0 0,1 1 0,1-1 0,0 2 0,-1 0 0,-2-6 0,-3-3 0,1-1 0,2 2 0,0 2 0,0-2 0,-4-2 0,0-1 0,0 0 0,0 2 0,-1-2 0,1 0 0,-1-1 0,3 3 0,1 1 0,2 0 0,0 0 0,-1-3 0,1 0 0,-1 0 0,2 1 0,1-1 0,1 1 0,-1-2 0,0-1 0,0 0 0,0 1 0,2 0 0,1 0 0,-1 0 0,0 0 0,1 1 0,-1 0 0,0-1 0,-1-1 0,-1 1 0,0 1 0,-2 0 0,0 0 0,0 0 0,-1-1 0,0-1 0,-1-1 0,1 0 0,-1 0 0,1-1 0,3 0 0,0 0 0,2 1 0,-2 0 0,0-1 0,-1 0 0,2-1 0,1 0 0,1-1 0,-3 1 0,-3-1 0,2 1 0,2 0 0,2 0 0,4 2 0,-4-1 0,1-1 0,2 2 0,-1 0 0,0 1 0,-1 2 0,-3-1 0,-4-1 0,-3 0 0,-3 0 0,0-1 0,-1-4 0,-4-2 0,-2-3 0,-5-2 0,0 0 0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0T20:42:08.15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434 1 24575,'0'14'0,"0"-1"0,0 2 0,0-1 0,1-1 0,3 3 0,1 2 0,2-2 0,1-1 0,-1 1 0,-2-1 0,1-1 0,-3-1 0,2 0 0,0-1 0,0 0 0,0 0 0,-1-2 0,0 0 0,0 0 0,-2-1 0,1 0 0,-2 0 0,2 0 0,1 1 0,-1 0 0,1-1 0,0 2 0,0 0 0,0 0 0,-1 1 0,1-3 0,0 0 0,-1-2 0,0 0 0,1 0 0,0 0 0,-2 0 0,-1 0 0,1-1 0,0-1 0,1 0 0,1 0 0,-1 3 0,3 1 0,0 2 0,2 0 0,-1 1 0,0 0 0,-1 0 0,-1 0 0,-1-5 0,-5-3 0,-17-2 0,-22 3 0,-27 7 0,-21 6 0,-5 1 0,3-1 0,12-4 0,17-4 0,17-4 0,16-4 0,12-2 0,9 0 0,4 0 0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0T20:43:33.03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 1110 24575,'0'-20'0,"-2"-1"0,3-5 0,7 0 0,9-1 0,11 0 0,7 2 0,4-1 0,2 1 0,-1-1 0,2-2 0,1-1 0,1 0 0,0-2 0,-1 1 0,-1-1 0,-1 2 0,2 1 0,5-2 0,6-2 0,6-6 0,4-1 0,-1 1 0,-2-2 0,2 1 0,1 2 0,0 1 0,1 5 0,-3 0 0,0 2 0,0 2 0,3 3 0,0 2 0,3 0 0,2 1 0,-11 4 0,-7 6 0,-5 0 0,-10 4 0,4-1 0,-5 2 0,-5 2 0,-1 0 0,1 1 0,6-1 0,-2 2 0,7 0 0,-7-1 0,-2 0 0,1 1 0,-3 0 0,2 1 0,1 1 0,0 0 0,3 0 0,-2 0 0,-2 0 0,1 0 0,0 0 0,2 0 0,-1 0 0,-1 0 0,-3 0 0,-3 0 0,0 0 0,-2 0 0,0 0 0,-1 0 0,1 2 0,-2 1 0,1 1 0,2 2 0,2 0 0,0 1 0,-1-1 0,1 1 0,0-1 0,2 3 0,0 0 0,-2-1 0,1 1 0,-2 0 0,4 0 0,5 2 0,1 0 0,3 1 0,2 1 0,1 2 0,6 4 0,3 1 0,1 3 0,2 1 0,2 1 0,3 2 0,2 0 0,2 2 0,0 2 0,-3 1 0,-2-1 0,-6-3 0,-4-2 0,-6-1 0,-3-1 0,-2 0 0,0 1 0,2-1 0,2 1 0,0 0 0,1-1 0,-2 1 0,-1 1 0,-1 2 0,2 4 0,2 6 0,2 2 0,3 6 0,-3 3 0,-4-1 0,-7-3 0,-9-6 0,-5-8 0,-4-6 0,-2-5 0,-3-4 0,-2-3 0,1 1 0,-1 0 0,1 0 0,-2-2 0,0-2 0,-1 0 0,-1-1 0,-1 0 0,-1-2 0,-1-3 0,-1-1 0,-1-1 0,-1 0 0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0T20:43:40.90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24575,'0'7'0,"0"-1"0,0 5 0,0-1 0,0-1 0,0 0 0,0-2 0,0 2 0,0 0 0,0 0 0,0 0 0,0 0 0,0 0 0,0 4 0,1 4 0,2 4 0,1 6 0,2 2 0,0 4 0,1 3 0,0 0 0,0 2 0,0-2 0,1-2 0,-1-5 0,-2-6 0,1-4 0,-1-4 0,-1-4 0,-1-2 0,-1-2 0,0 0 0,0-2 0,0-2 0,3-1 0,2-2 0,1 0 0,7-2 0,-1 0 0,4-2 0,-4 0 0,-1 2 0,0-1 0,-2 0 0,2-2 0,0 0 0,1 1 0,-1 2 0,0-2 0,0 2 0,0 0 0,0-1 0,0 0 0,-1 1 0,0 0 0,1 2 0,-1 0 0,1-2 0,0 0 0,1 0 0,3 0 0,1 2 0,0 0 0,2 0 0,-1 0 0,-1 0 0,1 0 0,-1 0 0,0 0 0,0 0 0,-2 0 0,-1 0 0,0 0 0,1 0 0,-1 0 0,-1 0 0,-1 0 0,-1 0 0,0 0 0,1 0 0,-6 0 0,-1 0 0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4T18:12:23.40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24575,'0'11'0,"0"-1"0,0-2 0,0 0 0,1 1 0,2 3 0,2 1 0,3 1 0,-1 1 0,0-1 0,-1-1 0,1 1 0,0 0 0,1 0 0,1 0 0,1 0 0,2 0 0,1 2 0,1 0 0,0 2 0,1 2 0,-1-1 0,1 1 0,1 1 0,2-1 0,3 3 0,2-1 0,-2 3 0,-1 0 0,1 0 0,1 1 0,1-1 0,0 2 0,-1 0 0,-2-6 0,-3-3 0,1-1 0,2 2 0,0 2 0,0-2 0,-4-2 0,0-1 0,0 0 0,0 2 0,-1-2 0,1 0 0,-1-1 0,3 3 0,1 1 0,2 0 0,0 0 0,-1-3 0,1 0 0,-1 0 0,2 1 0,1-1 0,1 1 0,-1-2 0,0-1 0,0 0 0,0 1 0,2 0 0,1 0 0,-1 0 0,0 0 0,1 1 0,-1 0 0,0-1 0,-1-1 0,-1 1 0,0 1 0,-2 0 0,0 0 0,0 0 0,-1-1 0,0-1 0,-1-1 0,1 0 0,-1 0 0,1-1 0,3 0 0,0 0 0,2 1 0,-2 0 0,0-1 0,-1 0 0,2-1 0,1 0 0,1-1 0,-3 1 0,-3-1 0,2 1 0,2 0 0,2 0 0,4 2 0,-4-1 0,1-1 0,2 2 0,-1 0 0,0 1 0,-1 2 0,-3-1 0,-4-1 0,-3 0 0,-3 0 0,0-1 0,-1-4 0,-4-2 0,-2-3 0,-5-2 0,0 0 0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4T18:12:23.40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434 1 24575,'0'14'0,"0"-1"0,0 2 0,0-1 0,1-1 0,3 3 0,1 2 0,2-2 0,1-1 0,-1 1 0,-2-1 0,1-1 0,-3-1 0,2 0 0,0-1 0,0 0 0,0 0 0,-1-2 0,0 0 0,0 0 0,-2-1 0,1 0 0,-2 0 0,2 0 0,1 1 0,-1 0 0,1-1 0,0 2 0,0 0 0,0 0 0,-1 1 0,1-3 0,0 0 0,-1-2 0,0 0 0,1 0 0,0 0 0,-2 0 0,-1 0 0,1-1 0,0-1 0,1 0 0,1 0 0,-1 3 0,3 1 0,0 2 0,2 0 0,-1 1 0,0 0 0,-1 0 0,-1 0 0,-1-5 0,-5-3 0,-17-2 0,-22 3 0,-27 7 0,-21 6 0,-5 1 0,3-1 0,12-4 0,17-4 0,17-4 0,16-4 0,12-2 0,9 0 0,4 0 0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4T18:12:23.40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 1110 24575,'0'-20'0,"-2"-1"0,3-5 0,7 0 0,9-1 0,11 0 0,7 2 0,4-1 0,2 1 0,-1-1 0,2-2 0,1-1 0,1 0 0,0-2 0,-1 1 0,-1-1 0,-1 2 0,2 1 0,5-2 0,6-2 0,6-6 0,4-1 0,-1 1 0,-2-2 0,2 1 0,1 2 0,0 1 0,1 5 0,-3 0 0,0 2 0,0 2 0,3 3 0,0 2 0,3 0 0,2 1 0,-11 4 0,-7 6 0,-5 0 0,-10 4 0,4-1 0,-5 2 0,-5 2 0,-1 0 0,1 1 0,6-1 0,-2 2 0,7 0 0,-7-1 0,-2 0 0,1 1 0,-3 0 0,2 1 0,1 1 0,0 0 0,3 0 0,-2 0 0,-2 0 0,1 0 0,0 0 0,2 0 0,-1 0 0,-1 0 0,-3 0 0,-3 0 0,0 0 0,-2 0 0,0 0 0,-1 0 0,1 2 0,-2 1 0,1 1 0,2 2 0,2 0 0,0 1 0,-1-1 0,1 1 0,0-1 0,2 3 0,0 0 0,-2-1 0,1 1 0,-2 0 0,4 0 0,5 2 0,1 0 0,3 1 0,2 1 0,1 2 0,6 4 0,3 1 0,1 3 0,2 1 0,2 1 0,3 2 0,2 0 0,2 2 0,0 2 0,-3 1 0,-2-1 0,-6-3 0,-4-2 0,-6-1 0,-3-1 0,-2 0 0,0 1 0,2-1 0,2 1 0,0 0 0,1-1 0,-2 1 0,-1 1 0,-1 2 0,2 4 0,2 6 0,2 2 0,3 6 0,-3 3 0,-4-1 0,-7-3 0,-9-6 0,-5-8 0,-4-6 0,-2-5 0,-3-4 0,-2-3 0,1 1 0,-1 0 0,1 0 0,-2-2 0,0-2 0,-1 0 0,-1-1 0,-1 0 0,-1-2 0,-1-3 0,-1-1 0,-1-1 0,-1 0 0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4T18:12:35.73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24575,'0'13'0,"0"2"0,0 4 0,0 0 0,0-2 0,0 0 0,0-2 0,0 0 0,0 0 0,0-2 0,0 0 0,0-2 0,0 0 0,0 0 0,0 1 0,0 3 0,0 0 0,0 0 0,0 1 0,0 0 0,0 4 0,0 3 0,0 1 0,0 2 0,0-4 0,0-1 0,0-4 0,0-3 0,0 0 0,0-3 0,0 0 0,0-2 0,0-1 0,0 0 0,0-2 0,0 0 0,0-1 0,0 0 0,0 2 0,0 1 0,0 5 0,0 4 0,0 2 0,0-1 0,0-5 0,0-3 0,0-5 0,0-5 0,0-4 0,0-2 0,0-2 0,0 1 0,2-1 0,4-3 0,4-2 0,6 0 0,2-3 0,3 3 0,3-1 0,-1 1 0,1 3 0,-1-1 0,3 2 0,-1 2 0,0-1 0,-2 2 0,0 2 0,1 1 0,-1 1 0,-1 0 0,-1 1 0,-1 0 0,-2 1 0,0 0 0,-2 0 0,1 0 0,0 0 0,2 0 0,2 0 0,3 0 0,-1 0 0,-2 0 0,-2 0 0,-2 0 0,-2 0 0,0 0 0,-2 0 0,-1 0 0,-2 0 0,-4 0 0,0 0 0,0 0 0,-3 0 0,0 0 0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0T21:10:40.03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1300 24575,'0'-7'0,"0"-2"0,0-5 0,3-7 0,7-5 0,7-6 0,9-4 0,5-5 0,5-5 0,4-4 0,3-3 0,7-2 0,4 0 0,5-1 0,1 1 0,-3 4 0,0 2 0,-3 4 0,-4 4 0,0-1 0,-3 3 0,-2 3 0,-3 0 0,-5 6 0,-1 1 0,-2 3 0,2 3 0,4 0 0,3 1 0,6 1 0,4 0 0,4-1 0,2 2 0,5 1 0,4 0 0,1 3 0,-1 0 0,0 0 0,-5 2 0,0 1 0,1 2 0,4 2 0,10-1 0,6 3 0,-12 2 0,-9 0 0,-13 2 0,-6 0 0,1 1 0,-1 2 0,-1 0 0,3 0 0,3 0 0,11 0 0,0 0 0,2 0 0,-2 0 0,-2 0 0,2 0 0,0 0 0,-2 0 0,-4 0 0,-1 2 0,-6 0 0,-1 2 0,-3 3 0,0 1 0,3 1 0,1 1 0,3 0 0,0 0 0,3 2 0,0 1 0,1 0 0,-1 2 0,-3-1 0,0 2 0,-1 1 0,-1 0 0,-2-2 0,-1 1 0,-5 0 0,0 0 0,-6 2 0,0 0 0,-3 0 0,0 0 0,0-1 0,1-1 0,-1 0 0,-2-1 0,-1 0 0,-2 1 0,-1-1 0,-2-1 0,-3-2 0,-1 0 0,-4 0 0,0-2 0,1 1 0,-2-1 0,-1 1 0,-2 1 0,1 0 0,4 4 0,2 5 0,5 9 0,0 3 0,0 1 0,0-1 0,-2-2 0,1 0 0,-1 0 0,-1 1 0,1 2 0,1 0 0,0-2 0,-1-4 0,-2-3 0,-3-4 0,-1-1 0,-1-2 0,-1-2 0,-2-1 0,-2-4 0,-2-3 0,-2-1 0,0 0 0,-1-2 0,2 0 0,0 0 0,1 1 0,0 1 0,0-1 0,1 1 0,1 2 0,0 0 0,1 0 0,-1-1 0,-2-1 0,0 0 0,-2-2 0,-2 0 0,1-3 0,-3-1 0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0T21:10:40.03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0 619 24575,'20'0'0,"1"0"0,8 0 0,5 0 0,-3 0 0,-1 0 0,-6 0 0,-8 0 0,-1 0 0,-1 0 0,2 0 0,-2 0 0,-1 0 0,0 0 0,0 2 0,2 1 0,0 1 0,0 1 0,-2 1 0,0-2 0,0 2 0,3-2 0,2 0 0,0 1 0,0-1 0,-2 1 0,-1-1 0,0-1 0,-2 3 0,0-2 0,-2 0 0,1-2 0,-3 0 0,-2 0 0,0 0 0,0 0 0,0 0 0,0 0 0,0 0 0,0-2 0,-2 1 0,-1-1 0,-2-6 0,-2-6 0,0-10 0,0-7 0,-2-7 0,-2-9 0,-3-6 0,-3-7 0,0-6 0,0-4 0,2 3 0,3 5 0,0 8 0,3 12 0,2 8 0,0 10 0,0 6 0,0 3 0,0 4 0,0 4 0,0 2 0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0T21:10:40.03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0 186 24575,'1'11'0,"3"4"0,2 2 0,4 2 0,0-4 0,1 3 0,0-1 0,-1-1 0,0-1 0,-1-1 0,1 1 0,-1-2 0,0-1 0,-1-1 0,-1-1 0,0 1 0,0 0 0,1 0 0,-1 0 0,0 1 0,1-1 0,-1 0 0,0 2 0,3-2 0,-1 2 0,1-2 0,-1 1 0,0 1 0,1-1 0,0 1 0,-1-1 0,-2-1 0,0 0 0,1 0 0,-1 0 0,0 1 0,2-1 0,0 0 0,1 1 0,-1-1 0,1 2 0,-1-2 0,2 2 0,1 0 0,-1-1 0,1 2 0,-3-3 0,2 1 0,-1-1 0,1-2 0,1 2 0,-1-1 0,2-1 0,1 2 0,1-1 0,2 3 0,5 2 0,3 2 0,6 2 0,2-2 0,2 1 0,0 0 0,2 1 0,3 3 0,4 3 0,5 4 0,2 1 0,-2-1 0,-1-4 0,-2-2 0,0-1 0,2-1 0,3 0 0,8 1 0,8 1 0,10 1 0,6 2 0,0-2 0,-3-2 0,-5 0 0,-6-1 0,-6 0 0,-6-4 0,-1-3 0,-2-6 0,0-3 0,-1-3 0,-3-1 0,-4 1 0,-3 0 0,-4 0 0,-4-2 0,-4 0 0,-4 0 0,-3 0 0,-1 0 0,-1 0 0,-3 0 0,-2 0 0,-4 0 0,-2 0 0,1 0 0,1 0 0,0 0 0,3 0 0,-1 0 0,1 0 0,-1 0 0,0 0 0,2 0 0,1 0 0,0 0 0,2 0 0,1 0 0,2 0 0,3 0 0,2 0 0,1 0 0,1 0 0,0 0 0,1 0 0,0-1 0,0-4 0,1 0 0,-1-1 0,0-1 0,-3 2 0,0 0 0,-2 0 0,-2 1 0,-2-2 0,-1 1 0,0-1 0,-1 2 0,-2-1 0,0 1 0,-3 2 0,-1-1 0,-1 1 0,0-1 0,1-1 0,-1 0 0,0 1 0,0-1 0,-1-1 0,1 0 0,0 0 0,0-1 0,3 0 0,-1-2 0,1 1 0,6-2 0,7-2 0,4-1 0,-2-2 0,-3 0 0,-1 1 0,4 0 0,1 0 0,0 1 0,-5-1 0,-3 0 0,-2 0 0,-2 1 0,-2 1 0,-2 1 0,-4 3 0,-1 1 0,0 1 0,-4 0 0,1 0 0,0-2 0,1 0 0,2-1 0,2-1 0,1-1 0,0-1 0,-2 2 0,0-1 0,0 1 0,1 0 0,1 0 0,0 0 0,-2 0 0,0-1 0,0-2 0,3 1 0,1-1 0,0-1 0,0 1 0,-2 0 0,0 1 0,-3 3 0,0 1 0,0-1 0,0-1 0,1-1 0,-2 2 0,-3 1 0,-1 0 0,1 0 0,0 0 0,0 2 0,0-1 0,0 1 0,0 0 0,0-2 0,0 0 0,0 0 0,0 0 0,0 0 0,0 0 0,0 0 0,0 0 0,0 0 0,0-2 0,0 0 0,0 0 0,0-1 0,0 2 0,0-2 0,0 1 0,0 0 0,-1 0 0,-1 0 0,1-1 0,-1 1 0,0 2 0,0-1 0,-1 1 0,0-1 0,1-2 0,-2 1 0,2 0 0,0 2 0,0 0 0,0 0 0,0 0 0,-2-2 0,2 0 0,0-1 0,-1 1 0,1 0 0,-1 0 0,0-3 0,1 1 0,-1 0 0,1-2 0,0 1 0,0-1 0,1 0 0,1-2 0,1-5 0,3-2 0,-1-2 0,1 2 0,-1 1 0,0 3 0,0 0 0,0 3 0,-2 1 0,0-1 0,1 2 0,-1-1 0,0 0 0,2 0 0,0-2 0,2-2 0,0-2 0,0-3 0,-1 0 0,0 2 0,-2 3 0,-2 2 0,-3 4 0,-1 1 0,-2 6 0,0 2 0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3T21:28:07.09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24575,'0'11'0,"0"-1"0,0-2 0,0 0 0,1 1 0,2 3 0,2 1 0,3 1 0,-1 1 0,0-1 0,-1-1 0,1 1 0,0 0 0,1 0 0,1 0 0,1 0 0,2 0 0,1 2 0,1 0 0,0 2 0,1 2 0,-1-1 0,1 1 0,1 1 0,2-1 0,3 3 0,2-1 0,-2 3 0,-1 0 0,1 0 0,1 1 0,1-1 0,0 2 0,-1 0 0,-2-6 0,-3-3 0,1-1 0,2 2 0,0 2 0,0-2 0,-4-2 0,0-1 0,0 0 0,0 2 0,-1-2 0,1 0 0,-1-1 0,3 3 0,1 1 0,2 0 0,0 0 0,-1-3 0,1 0 0,-1 0 0,2 1 0,1-1 0,1 1 0,-1-2 0,0-1 0,0 0 0,0 1 0,2 0 0,1 0 0,-1 0 0,0 0 0,1 1 0,-1 0 0,0-1 0,-1-1 0,-1 1 0,0 1 0,-2 0 0,0 0 0,0 0 0,-1-1 0,0-1 0,-1-1 0,1 0 0,-1 0 0,1-1 0,3 0 0,0 0 0,2 1 0,-2 0 0,0-1 0,-1 0 0,2-1 0,1 0 0,1-1 0,-3 1 0,-3-1 0,2 1 0,2 0 0,2 0 0,4 2 0,-4-1 0,1-1 0,2 2 0,-1 0 0,0 1 0,-1 2 0,-3-1 0,-4-1 0,-3 0 0,-3 0 0,0-1 0,-1-4 0,-4-2 0,-2-3 0,-5-2 0,0 0 0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3T21:28:07.09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434 1 24575,'0'14'0,"0"-1"0,0 2 0,0-1 0,1-1 0,3 3 0,1 2 0,2-2 0,1-1 0,-1 1 0,-2-1 0,1-1 0,-3-1 0,2 0 0,0-1 0,0 0 0,0 0 0,-1-2 0,0 0 0,0 0 0,-2-1 0,1 0 0,-2 0 0,2 0 0,1 1 0,-1 0 0,1-1 0,0 2 0,0 0 0,0 0 0,-1 1 0,1-3 0,0 0 0,-1-2 0,0 0 0,1 0 0,0 0 0,-2 0 0,-1 0 0,1-1 0,0-1 0,1 0 0,1 0 0,-1 3 0,3 1 0,0 2 0,2 0 0,-1 1 0,0 0 0,-1 0 0,-1 0 0,-1-5 0,-5-3 0,-17-2 0,-22 3 0,-27 7 0,-21 6 0,-5 1 0,3-1 0,12-4 0,17-4 0,17-4 0,16-4 0,12-2 0,9 0 0,4 0 0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3T21:28:07.09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 1110 24575,'0'-20'0,"-2"-1"0,3-5 0,7 0 0,9-1 0,11 0 0,7 2 0,4-1 0,2 1 0,-1-1 0,2-2 0,1-1 0,1 0 0,0-2 0,-1 1 0,-1-1 0,-1 2 0,2 1 0,5-2 0,6-2 0,6-6 0,4-1 0,-1 1 0,-2-2 0,2 1 0,1 2 0,0 1 0,1 5 0,-3 0 0,0 2 0,0 2 0,3 3 0,0 2 0,3 0 0,2 1 0,-11 4 0,-7 6 0,-5 0 0,-10 4 0,4-1 0,-5 2 0,-5 2 0,-1 0 0,1 1 0,6-1 0,-2 2 0,7 0 0,-7-1 0,-2 0 0,1 1 0,-3 0 0,2 1 0,1 1 0,0 0 0,3 0 0,-2 0 0,-2 0 0,1 0 0,0 0 0,2 0 0,-1 0 0,-1 0 0,-3 0 0,-3 0 0,0 0 0,-2 0 0,0 0 0,-1 0 0,1 2 0,-2 1 0,1 1 0,2 2 0,2 0 0,0 1 0,-1-1 0,1 1 0,0-1 0,2 3 0,0 0 0,-2-1 0,1 1 0,-2 0 0,4 0 0,5 2 0,1 0 0,3 1 0,2 1 0,1 2 0,6 4 0,3 1 0,1 3 0,2 1 0,2 1 0,3 2 0,2 0 0,2 2 0,0 2 0,-3 1 0,-2-1 0,-6-3 0,-4-2 0,-6-1 0,-3-1 0,-2 0 0,0 1 0,2-1 0,2 1 0,0 0 0,1-1 0,-2 1 0,-1 1 0,-1 2 0,2 4 0,2 6 0,2 2 0,3 6 0,-3 3 0,-4-1 0,-7-3 0,-9-6 0,-5-8 0,-4-6 0,-2-5 0,-3-4 0,-2-3 0,1 1 0,-1 0 0,1 0 0,-2-2 0,0-2 0,-1 0 0,-1-1 0,-1 0 0,-1-2 0,-1-3 0,-1-1 0,-1-1 0,-1 0 0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3T21:28:46.39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24575,'0'7'0,"0"-1"0,0 5 0,0-1 0,0-1 0,0 0 0,0-2 0,0 2 0,0 0 0,0 0 0,0 0 0,0 0 0,0 0 0,0 4 0,1 4 0,2 4 0,1 6 0,2 2 0,0 4 0,1 3 0,0 0 0,0 2 0,0-2 0,1-2 0,-1-5 0,-2-6 0,1-4 0,-1-4 0,-1-4 0,-1-2 0,-1-2 0,0 0 0,0-2 0,0-2 0,3-1 0,2-2 0,1 0 0,7-2 0,-1 0 0,4-2 0,-4 0 0,-1 2 0,0-1 0,-2 0 0,2-2 0,0 0 0,1 1 0,-1 2 0,0-2 0,0 2 0,0 0 0,0-1 0,0 0 0,-1 1 0,0 0 0,1 2 0,-1 0 0,1-2 0,0 0 0,1 0 0,3 0 0,1 2 0,0 0 0,2 0 0,-1 0 0,-1 0 0,1 0 0,-1 0 0,0 0 0,0 0 0,-2 0 0,-1 0 0,0 0 0,1 0 0,-1 0 0,-1 0 0,-1 0 0,-1 0 0,0 0 0,1 0 0,-6 0 0,-1 0 0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3T21:32:06.06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1188 0 24575,'0'8'0,"-1"1"0,-1-2 0,-3 2 0,-2 1 0,-1 3 0,-5 3 0,-3 2 0,-3 0 0,-3 2 0,1-3 0,-2 2 0,-1 0 0,-2 3 0,-4 4 0,4-3 0,2-1 0,8-6 0,3-3 0,0-1 0,2-1 0,1-1 0,1-2 0,1 1 0,2-2 0,0 1 0,1 1 0,-5 1 0,-3 4 0,-4 6 0,-6 4 0,-3 8 0,-4 3 0,-2 2 0,0 0 0,2-2 0,3-3 0,6-6 0,4-6 0,4-5 0,2-3 0,1 1 0,0-2 0,2-1 0,0-1 0,0 0 0,2-2 0,0 1 0,-1 0 0,-3 3 0,-4 5 0,-4 6 0,-3 3 0,-4 6 0,-2 3 0,1 1 0,2-3 0,3-6 0,2-2 0,3-5 0,2-3 0,4-4 0,1-1 0,-2 1 0,1 1 0,-1 0 0,0-1 0,0 1 0,-1 0 0,1 0 0,0 0 0,0 0 0,-2-1 0,-2 3 0,0 2 0,-2 0 0,2-1 0,3-2 0,3-5 0,4-2 0,2-4 0,2-1 0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3T21:32:07.94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24575,'0'24'0,"0"0"0,0 1 0,0-2 0,0-2 0,0-5 0,0-4 0,0-2 0,0-3 0,0-1 0,0 0 0,0 5 0,0 5 0,0 7 0,0 1 0,0-2 0,0-3 0,0-5 0,1-6 0,3-4 0,5-2 0,6-2 0,4 0 0,4 0 0,3 0 0,6 0 0,4-2 0,-2 0 0,-6 0 0,-9 1 0,-8 1 0,-6 0 0,-3 0 0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3T21:32:10.49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24575,'30'18'0,"8"9"0,9 11 0,6 4 0,-1 1 0,-1-2 0,2 2 0,-9-5 0,-6-8 0,-12-7 0,-6-5 0,-2 0 0,-1 0 0,1-1 0,-1 1 0,1 0 0,-3-1 0,3 1 0,-2-1 0,2 1 0,1 4 0,4 5 0,8 7 0,6 6 0,6 4 0,3 4 0,1 4 0,3 0 0,0 0 0,-1-4 0,-2-3 0,-9-10 0,-7-7 0,-10-8 0,-5-7 0,0 1 0,-3-5 0,0 1 0,-4 0 0,2-2 0,-2 0 0,0-1 0,0 2 0,2 1 0,0 1 0,1 0 0,-3-2 0,-4-4 0,-2-3 0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3T21:32:12.99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206 1 24575,'0'9'0,"0"4"0,0 3 0,0 1 0,1-2 0,2-2 0,1-2 0,1 0 0,-1 0 0,1-1 0,-1 0 0,2 1 0,0 0 0,-2 0 0,1 0 0,0 1 0,1 0 0,0 1 0,-1 0 0,-2-4 0,0 1 0,1 3 0,3 6 0,3 6 0,1-2 0,-3-5 0,-4-7 0,-1-4 0,-4-1 0,-5-2 0,-6 2 0,-10 4 0,-6 0 0,1-1 0,2-2 0,5-3 0,4 1 0,-1-1 0,0 0 0,1-1 0,1-2 0,3 2 0,1 0 0,1-1 0,2-1 0,1-1 0,0 2 0,-1-1 0,-1 1 0,-2-1 0,2-1 0,2 1 0,3-1 0,2 1 0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3T21:32:16.74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24575,'7'0'0,"2"0"0,1 2 0,0 4 0,3 3 0,0 4 0,2 0 0,4 1 0,1 1 0,1 2 0,1-1 0,2 3 0,1-2 0,5 3 0,9 5 0,4 2 0,8 4 0,-2 0 0,-3 1 0,2 3 0,1 2 0,6 5 0,3 4 0,0-2 0,-10-7 0,-11-8 0,-9-8 0,-6-5 0,1 0 0,0-2 0,0 1 0,0-1 0,-1 0 0,-1 2 0,1 1 0,2 0 0,6 5 0,3 1 0,6 4 0,1 1 0,1 0 0,1 0 0,1 1 0,1-1 0,2 1 0,-1 0 0,-8-5 0,-6-4 0,-9-4 0,-3-3 0,0 1 0,-1-2 0,3 0 0,0 0 0,-1 0 0,-2 0 0,0 0 0,-3-2 0,1 1 0,-3 0 0,-1-3 0,-6-3 0,-2-2 0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3T21:32:19.28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474 0 24575,'0'7'0,"0"0"0,0 1 0,0 5 0,1 4 0,2-1 0,1-1 0,1-5 0,-1-1 0,1 1 0,-1-3 0,1 2 0,-1 0 0,1 0 0,-1 2 0,2 0 0,0-1 0,1 1 0,-1 0 0,3 4 0,1 2 0,2 3 0,1-1 0,-1 0 0,0-1 0,-1-2 0,-2-3 0,-3-1 0,-2-3 0,-1-2 0,-2-2 0,0-1 0,-1 1 0,0 1 0,0 1 0,0 0 0,1 1 0,1 1 0,0-1 0,1 0 0,-1 1 0,1-2 0,-4-1 0,-12-2 0,-18-3 0,-11-1 0,-11 0 0,5 0 0,-2 0 0,-1 0 0,1 0 0,1 0 0,5 0 0,-1 0 0,6 0 0,4 0 0,6 0 0,2 0 0,6 0 0,3-1 0,10 1 0,4-1 0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3T21:32:36.02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1443 0 24575,'-23'15'0,"-13"10"0,-22 16 0,-13 8 0,-5 3 0,4-3 0,5-2 0,15-7 0,11-8 0,11-7 0,5-4 0,-3 2 0,3-2 0,0 0 0,3-1 0,1 0 0,1-2 0,2-2 0,-2 0 0,-5 5 0,-7 6 0,-7 5 0,-2 3 0,1 1 0,3 0 0,3-1 0,2-2 0,2 0 0,3-1 0,2 2 0,5-6 0,3-6 0,4-4 0,2-4 0,-1 3 0,0-1 0,0 0 0,0 1 0,0-1 0,-1-2 0,-1 3 0,0 0 0,-4 3 0,-2 3 0,-1 1 0,-1 1 0,3-4 0,3-4 0,4-3 0,2-2 0,0 0 0,1-1 0,0-2 0,3-2 0,0-2 0,1-1 0,2-1 0,0-1 0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3T21:32:38.14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 1 24575,'0'7'0,"0"1"0,0 1 0,0 2 0,0 2 0,0 2 0,0 0 0,0 0 0,0-1 0,0-2 0,0 1 0,0-2 0,0 0 0,0 2 0,0 1 0,0 3 0,0 6 0,0 4 0,0 6 0,0 0 0,0-2 0,0-5 0,0-3 0,0-4 0,0-2 0,0-2 0,0-2 0,0-1 0,0-4 0,0-1 0,-1-2 0,-1 1 0,1 0 0,2-2 0,4-1 0,7-1 0,1-2 0,3 0 0,0 0 0,5 0 0,2 0 0,-1 0 0,2 0 0,-5 0 0,4 0 0,6 0 0,2 0 0,-1 0 0,-6 0 0,-6 0 0,-10 0 0,-3 0 0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3T21:32:06.06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1188 0 24575,'0'8'0,"-1"1"0,-1-2 0,-3 2 0,-2 1 0,-1 3 0,-5 3 0,-3 2 0,-3 0 0,-3 2 0,1-3 0,-2 2 0,-1 0 0,-2 3 0,-4 4 0,4-3 0,2-1 0,8-6 0,3-3 0,0-1 0,2-1 0,1-1 0,1-2 0,1 1 0,2-2 0,0 1 0,1 1 0,-5 1 0,-3 4 0,-4 6 0,-6 4 0,-3 8 0,-4 3 0,-2 2 0,0 0 0,2-2 0,3-3 0,6-6 0,4-6 0,4-5 0,2-3 0,1 1 0,0-2 0,2-1 0,0-1 0,0 0 0,2-2 0,0 1 0,-1 0 0,-3 3 0,-4 5 0,-4 6 0,-3 3 0,-4 6 0,-2 3 0,1 1 0,2-3 0,3-6 0,2-2 0,3-5 0,2-3 0,4-4 0,1-1 0,-2 1 0,1 1 0,-1 0 0,0-1 0,0 1 0,-1 0 0,1 0 0,0 0 0,0 0 0,-2-1 0,-2 3 0,0 2 0,-2 0 0,2-1 0,3-2 0,3-5 0,4-2 0,2-4 0,2-1 0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3T21:32:07.94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24575,'0'24'0,"0"0"0,0 1 0,0-2 0,0-2 0,0-5 0,0-4 0,0-2 0,0-3 0,0-1 0,0 0 0,0 5 0,0 5 0,0 7 0,0 1 0,0-2 0,0-3 0,0-5 0,1-6 0,3-4 0,5-2 0,6-2 0,4 0 0,4 0 0,3 0 0,6 0 0,4-2 0,-2 0 0,-6 0 0,-9 1 0,-8 1 0,-6 0 0,-3 0 0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3T21:32:10.49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24575,'30'18'0,"8"9"0,9 11 0,6 4 0,-1 1 0,-1-2 0,2 2 0,-9-5 0,-6-8 0,-12-7 0,-6-5 0,-2 0 0,-1 0 0,1-1 0,-1 1 0,1 0 0,-3-1 0,3 1 0,-2-1 0,2 1 0,1 4 0,4 5 0,8 7 0,6 6 0,6 4 0,3 4 0,1 4 0,3 0 0,0 0 0,-1-4 0,-2-3 0,-9-10 0,-7-7 0,-10-8 0,-5-7 0,0 1 0,-3-5 0,0 1 0,-4 0 0,2-2 0,-2 0 0,0-1 0,0 2 0,2 1 0,0 1 0,1 0 0,-3-2 0,-4-4 0,-2-3 0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3T21:32:12.99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206 1 24575,'0'9'0,"0"4"0,0 3 0,0 1 0,1-2 0,2-2 0,1-2 0,1 0 0,-1 0 0,1-1 0,-1 0 0,2 1 0,0 0 0,-2 0 0,1 0 0,0 1 0,1 0 0,0 1 0,-1 0 0,-2-4 0,0 1 0,1 3 0,3 6 0,3 6 0,1-2 0,-3-5 0,-4-7 0,-1-4 0,-4-1 0,-5-2 0,-6 2 0,-10 4 0,-6 0 0,1-1 0,2-2 0,5-3 0,4 1 0,-1-1 0,0 0 0,1-1 0,1-2 0,3 2 0,1 0 0,1-1 0,2-1 0,1-1 0,0 2 0,-1-1 0,-1 1 0,-2-1 0,2-1 0,2 1 0,3-1 0,2 1 0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3T21:32:16.74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24575,'7'0'0,"2"0"0,1 2 0,0 4 0,3 3 0,0 4 0,2 0 0,4 1 0,1 1 0,1 2 0,1-1 0,2 3 0,1-2 0,5 3 0,9 5 0,4 2 0,8 4 0,-2 0 0,-3 1 0,2 3 0,1 2 0,6 5 0,3 4 0,0-2 0,-10-7 0,-11-8 0,-9-8 0,-6-5 0,1 0 0,0-2 0,0 1 0,0-1 0,-1 0 0,-1 2 0,1 1 0,2 0 0,6 5 0,3 1 0,6 4 0,1 1 0,1 0 0,1 0 0,1 1 0,1-1 0,2 1 0,-1 0 0,-8-5 0,-6-4 0,-9-4 0,-3-3 0,0 1 0,-1-2 0,3 0 0,0 0 0,-1 0 0,-2 0 0,0 0 0,-3-2 0,1 1 0,-3 0 0,-1-3 0,-6-3 0,-2-2 0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3T21:32:19.28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474 0 24575,'0'7'0,"0"0"0,0 1 0,0 5 0,1 4 0,2-1 0,1-1 0,1-5 0,-1-1 0,1 1 0,-1-3 0,1 2 0,-1 0 0,1 0 0,-1 2 0,2 0 0,0-1 0,1 1 0,-1 0 0,3 4 0,1 2 0,2 3 0,1-1 0,-1 0 0,0-1 0,-1-2 0,-2-3 0,-3-1 0,-2-3 0,-1-2 0,-2-2 0,0-1 0,-1 1 0,0 1 0,0 1 0,0 0 0,1 1 0,1 1 0,0-1 0,1 0 0,-1 1 0,1-2 0,-4-1 0,-12-2 0,-18-3 0,-11-1 0,-11 0 0,5 0 0,-2 0 0,-1 0 0,1 0 0,1 0 0,5 0 0,-1 0 0,6 0 0,4 0 0,6 0 0,2 0 0,6 0 0,3-1 0,10 1 0,4-1 0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3T21:32:36.02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1443 0 24575,'-23'15'0,"-13"10"0,-22 16 0,-13 8 0,-5 3 0,4-3 0,5-2 0,15-7 0,11-8 0,11-7 0,5-4 0,-3 2 0,3-2 0,0 0 0,3-1 0,1 0 0,1-2 0,2-2 0,-2 0 0,-5 5 0,-7 6 0,-7 5 0,-2 3 0,1 1 0,3 0 0,3-1 0,2-2 0,2 0 0,3-1 0,2 2 0,5-6 0,3-6 0,4-4 0,2-4 0,-1 3 0,0-1 0,0 0 0,0 1 0,0-1 0,-1-2 0,-1 3 0,0 0 0,-4 3 0,-2 3 0,-1 1 0,-1 1 0,3-4 0,3-4 0,4-3 0,2-2 0,0 0 0,1-1 0,0-2 0,3-2 0,0-2 0,1-1 0,2-1 0,0-1 0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3T21:32:38.14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 1 24575,'0'7'0,"0"1"0,0 1 0,0 2 0,0 2 0,0 2 0,0 0 0,0 0 0,0-1 0,0-2 0,0 1 0,0-2 0,0 0 0,0 2 0,0 1 0,0 3 0,0 6 0,0 4 0,0 6 0,0 0 0,0-2 0,0-5 0,0-3 0,0-4 0,0-2 0,0-2 0,0-2 0,0-1 0,0-4 0,0-1 0,-1-2 0,-1 1 0,1 0 0,2-2 0,4-1 0,7-1 0,1-2 0,3 0 0,0 0 0,5 0 0,2 0 0,-1 0 0,2 0 0,-5 0 0,4 0 0,6 0 0,2 0 0,-1 0 0,-6 0 0,-6 0 0,-10 0 0,-3 0 0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0T21:24:19.58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0 571 24575,'61'-38'0,"-1"0"0,1 0 0,11-6 0,2 1 0,-8 6 0,3-1 0,-2 4 0,7 1 0,-1 4 0,-1 3 0,-1 3 0,-2 3 0,0 1 0,1 3 0,1 1 0,1 1 0,2 1 0,2 2 0,1 2 0,-1 1 0,0 1 0,-5 2 0,-1 1 0,-2 1 0,-2 1 0,-5 0 0,-1 2 0,-2-1 0,-2 1 0,-1 0 0,-2 0 0,-2 0 0,-1 0 0,6 1 0,2 0 0,-1 0 0,2 0 0,2 2 0,1 0 0,0 0 0,0 1 0,-1 1 0,0 1 0,3 2 0,1 0 0,-1 1 0,1 0 0,0 2 0,0 1 0,0 0 0,-1 0 0,-2 0 0,1 0 0,-2 1 0,0 0 0,-5 0 0,-3 0 0,43 12 0,-18 0 0,-17-3 0,-12-2 0,-11-2 0,-6-3 0,-3 0 0,-1 1 0,3-1 0,3 1 0,-1-1 0,3 1 0,-3 1 0,3 1 0,2 2 0,-7-3 0,-3-1 0,-8-4 0,-3 0 0,2 0 0,-1 0 0,-1 1 0,1 1 0,0 1 0,0 1 0,2 0 0,0 0 0,2 2 0,2 1 0,-1 1 0,-2-3 0,0-2 0,-1-2 0,-2 0 0,-3-1 0,-2-2 0,-4-3 0,0-1 0,-3-1 0,-2-3 0,-1 0 0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0T21:24:21.89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516 0 24575,'0'13'0,"0"0"0,0 2 0,0 1 0,0 0 0,0 1 0,0-1 0,0 1 0,0 1 0,0 0 0,0 0 0,1-3 0,2 1 0,2-2 0,0-1 0,0-2 0,-3-1 0,1-1 0,-1-2 0,0 0 0,1 0 0,-1-1 0,0 1 0,1 0 0,0 3 0,3 3 0,1 1 0,0 0 0,-2-2 0,0-1 0,-1 2 0,-1 0 0,-2-2 0,-1-1 0,0-1 0,0-1 0,-4-1 0,-5-3 0,-4-3 0,-10-1 0,-2 0 0,-9 0 0,-2 0 0,-1 0 0,2 0 0,3 0 0,-4 0 0,5 0 0,-1 0 0,7 0 0,8 2 0,1 1 0,3 1 0,1 0 0,1-1 0,0 0 0,-1-1 0,1 1 0,0-2 0,0 1 0,-1 2 0,0-2 0,-2 2 0,1 0 0,1-1 0,3 1 0,1-2 0,1 0 0,2-1 0,1-1 0,3 2 0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0T21:24:19.58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0 571 24575,'61'-38'0,"-1"0"0,1 0 0,11-6 0,2 1 0,-8 6 0,3-1 0,-2 4 0,7 1 0,-1 4 0,-1 3 0,-1 3 0,-2 3 0,0 1 0,1 3 0,1 1 0,1 1 0,2 1 0,2 2 0,1 2 0,-1 1 0,0 1 0,-5 2 0,-1 1 0,-2 1 0,-2 1 0,-5 0 0,-1 2 0,-2-1 0,-2 1 0,-1 0 0,-2 0 0,-2 0 0,-1 0 0,6 1 0,2 0 0,-1 0 0,2 0 0,2 2 0,1 0 0,0 0 0,0 1 0,-1 1 0,0 1 0,3 2 0,1 0 0,-1 1 0,1 0 0,0 2 0,0 1 0,0 0 0,-1 0 0,-2 0 0,1 0 0,-2 1 0,0 0 0,-5 0 0,-3 0 0,43 12 0,-18 0 0,-17-3 0,-12-2 0,-11-2 0,-6-3 0,-3 0 0,-1 1 0,3-1 0,3 1 0,-1-1 0,3 1 0,-3 1 0,3 1 0,2 2 0,-7-3 0,-3-1 0,-8-4 0,-3 0 0,2 0 0,-1 0 0,-1 1 0,1 1 0,0 1 0,0 1 0,2 0 0,0 0 0,2 2 0,2 1 0,-1 1 0,-2-3 0,0-2 0,-1-2 0,-2 0 0,-3-1 0,-2-2 0,-4-3 0,0-1 0,-3-1 0,-2-3 0,-1 0 0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0T21:24:21.89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516 0 24575,'0'13'0,"0"0"0,0 2 0,0 1 0,0 0 0,0 1 0,0-1 0,0 1 0,0 1 0,0 0 0,0 0 0,1-3 0,2 1 0,2-2 0,0-1 0,0-2 0,-3-1 0,1-1 0,-1-2 0,0 0 0,1 0 0,-1-1 0,0 1 0,1 0 0,0 3 0,3 3 0,1 1 0,0 0 0,-2-2 0,0-1 0,-1 2 0,-1 0 0,-2-2 0,-1-1 0,0-1 0,0-1 0,-4-1 0,-5-3 0,-4-3 0,-10-1 0,-2 0 0,-9 0 0,-2 0 0,-1 0 0,2 0 0,3 0 0,-4 0 0,5 0 0,-1 0 0,7 0 0,8 2 0,1 1 0,3 1 0,1 0 0,1-1 0,0 0 0,-1-1 0,1 1 0,0-2 0,0 1 0,-1 2 0,0-2 0,-2 2 0,1 0 0,1-1 0,3 1 0,1-2 0,1 0 0,2-1 0,1-1 0,3 2 0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0T21:24:51.89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1202 1 24575,'0'14'0,"0"4"0,0 12 0,0 6 0,0 7 0,-3 5 0,-4-3 0,-3-2 0,-4-2 0,0-5 0,-4 2 0,0-2 0,-2 0 0,-2 0 0,0 0 0,-2 0 0,0 0 0,0 0 0,0-2 0,1 1 0,-3-1 0,0-1 0,1 2 0,-1-1 0,1-1 0,3-3 0,2-7 0,4-4 0,3-1 0,-1-1 0,-2 1 0,1-1 0,2-2 0,-1 0 0,1 1 0,-2-2 0,1-1 0,1 1 0,-1-2 0,2 0 0,-2 0 0,2-1 0,0 1 0,-1 0 0,1-1 0,0 0 0,1 0 0,1 1 0,-1-1 0,-1 0 0,0 3 0,-1-2 0,2 1 0,-1 1 0,-1-1 0,0 1 0,0-1 0,1 0 0,1-1 0,-2 1 0,1 0 0,-2 0 0,3 0 0,0-1 0,0-3 0,2 0 0,-1 0 0,1 1 0,2-1 0,0 0 0,0-2 0,0 0 0,-1-1 0,0 1 0,-1 0 0,-1 0 0,1 3 0,-2-2 0,0 0 0,-1 0 0,-1 1 0,-2-1 0,1 1 0,0-2 0,1-1 0,1-2 0,1-2 0,1 1 0,-2 3 0,2-1 0,0 0 0,2-2 0,5-3 0,0 2 0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0T21:24:53.77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23 0 24575,'0'21'0,"0"4"0,0 6 0,0 8 0,0 1 0,0-1 0,0-5 0,0-12 0,0-5 0,0-8 0,0-2 0,0 0 0,0 0 0,0 0 0,0 0 0,0 0 0,0 0 0,0 1 0,0 1 0,0 0 0,0 2 0,-2-1 0,-2 2 0,0-1 0,0-1 0,3 0 0,1-1 0,0 0 0,0 0 0,0-1 0,0-1 0,0 0 0,-2 0 0,0 0 0,0 0 0,0-1 0,2 1 0,3-1 0,4-4 0,8-2 0,10-4 0,8-2 0,5 0 0,2 0 0,3 0 0,1 2 0,1 1 0,-1 1 0,-7 2 0,-7 0 0,-7 0 0,-6 0 0,-9 0 0,-2 0 0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0T21:24:19.58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0 571 24575,'61'-38'0,"-1"0"0,1 0 0,11-6 0,2 1 0,-8 6 0,3-1 0,-2 4 0,7 1 0,-1 4 0,-1 3 0,-1 3 0,-2 3 0,0 1 0,1 3 0,1 1 0,1 1 0,2 1 0,2 2 0,1 2 0,-1 1 0,0 1 0,-5 2 0,-1 1 0,-2 1 0,-2 1 0,-5 0 0,-1 2 0,-2-1 0,-2 1 0,-1 0 0,-2 0 0,-2 0 0,-1 0 0,6 1 0,2 0 0,-1 0 0,2 0 0,2 2 0,1 0 0,0 0 0,0 1 0,-1 1 0,0 1 0,3 2 0,1 0 0,-1 1 0,1 0 0,0 2 0,0 1 0,0 0 0,-1 0 0,-2 0 0,1 0 0,-2 1 0,0 0 0,-5 0 0,-3 0 0,43 12 0,-18 0 0,-17-3 0,-12-2 0,-11-2 0,-6-3 0,-3 0 0,-1 1 0,3-1 0,3 1 0,-1-1 0,3 1 0,-3 1 0,3 1 0,2 2 0,-7-3 0,-3-1 0,-8-4 0,-3 0 0,2 0 0,-1 0 0,-1 1 0,1 1 0,0 1 0,0 1 0,2 0 0,0 0 0,2 2 0,2 1 0,-1 1 0,-2-3 0,0-2 0,-1-2 0,-2 0 0,-3-1 0,-2-2 0,-4-3 0,0-1 0,-3-1 0,-2-3 0,-1 0 0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0T21:24:21.89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516 0 24575,'0'13'0,"0"0"0,0 2 0,0 1 0,0 0 0,0 1 0,0-1 0,0 1 0,0 1 0,0 0 0,0 0 0,1-3 0,2 1 0,2-2 0,0-1 0,0-2 0,-3-1 0,1-1 0,-1-2 0,0 0 0,1 0 0,-1-1 0,0 1 0,1 0 0,0 3 0,3 3 0,1 1 0,0 0 0,-2-2 0,0-1 0,-1 2 0,-1 0 0,-2-2 0,-1-1 0,0-1 0,0-1 0,-4-1 0,-5-3 0,-4-3 0,-10-1 0,-2 0 0,-9 0 0,-2 0 0,-1 0 0,2 0 0,3 0 0,-4 0 0,5 0 0,-1 0 0,7 0 0,8 2 0,1 1 0,3 1 0,1 0 0,1-1 0,0 0 0,-1-1 0,1 1 0,0-2 0,0 1 0,-1 2 0,0-2 0,-2 2 0,1 0 0,1-1 0,3 1 0,1-2 0,1 0 0,2-1 0,1-1 0,3 2 0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0T21:24:51.89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1202 1 24575,'0'14'0,"0"4"0,0 12 0,0 6 0,0 7 0,-3 5 0,-4-3 0,-3-2 0,-4-2 0,0-5 0,-4 2 0,0-2 0,-2 0 0,-2 0 0,0 0 0,-2 0 0,0 0 0,0 0 0,0-2 0,1 1 0,-3-1 0,0-1 0,1 2 0,-1-1 0,1-1 0,3-3 0,2-7 0,4-4 0,3-1 0,-1-1 0,-2 1 0,1-1 0,2-2 0,-1 0 0,1 1 0,-2-2 0,1-1 0,1 1 0,-1-2 0,2 0 0,-2 0 0,2-1 0,0 1 0,-1 0 0,1-1 0,0 0 0,1 0 0,1 1 0,-1-1 0,-1 0 0,0 3 0,-1-2 0,2 1 0,-1 1 0,-1-1 0,0 1 0,0-1 0,1 0 0,1-1 0,-2 1 0,1 0 0,-2 0 0,3 0 0,0-1 0,0-3 0,2 0 0,-1 0 0,1 1 0,2-1 0,0 0 0,0-2 0,0 0 0,-1-1 0,0 1 0,-1 0 0,-1 0 0,1 3 0,-2-2 0,0 0 0,-1 0 0,-1 1 0,-2-1 0,1 1 0,0-2 0,1-1 0,1-2 0,1-2 0,1 1 0,-2 3 0,2-1 0,0 0 0,2-2 0,5-3 0,0 2 0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0T21:24:53.77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23 0 24575,'0'21'0,"0"4"0,0 6 0,0 8 0,0 1 0,0-1 0,0-5 0,0-12 0,0-5 0,0-8 0,0-2 0,0 0 0,0 0 0,0 0 0,0 0 0,0 0 0,0 0 0,0 1 0,0 1 0,0 0 0,0 2 0,-2-1 0,-2 2 0,0-1 0,0-1 0,3 0 0,1-1 0,0 0 0,0 0 0,0-1 0,0-1 0,0 0 0,-2 0 0,0 0 0,0 0 0,0-1 0,2 1 0,3-1 0,4-4 0,8-2 0,10-4 0,8-2 0,5 0 0,2 0 0,3 0 0,1 2 0,1 1 0,-1 1 0,-7 2 0,-7 0 0,-7 0 0,-6 0 0,-9 0 0,-2 0 0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0T21:25:21.46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3773 1 24575,'-19'0'0,"2"0"0,-4 0 0,-2 4 0,-7 2 0,-7 5 0,-4 4 0,-5 2 0,1 1 0,-1-1 0,-1 0 0,0-2 0,0 1 0,0-1 0,0-1 0,1 1 0,-2 0 0,5-1 0,0-2 0,5 0 0,0-3 0,2 1 0,3-2 0,2 1 0,2 0 0,4-1 0,-1-1 0,0-1 0,3 0 0,1-2 0,-1 2 0,-4 0 0,-5 1 0,-3 1 0,-2 1 0,0 0 0,-7 2 0,-10-1 0,-13 3 0,-10 1 0,0-2 0,3-1 0,5-1 0,1 0 0,0 1 0,0 0 0,-2 0 0,-3-1 0,-4 0 0,2-2 0,2-3 0,9 0 0,7-2 0,5-1 0,3 0 0,1-2 0,-3 0 0,-4 0 0,-5 0 0,-7 0 0,-4 0 0,-4 0 0,0 0 0,5-1 0,7-4 0,6-3 0,3-3 0,3 0 0,2-1 0,3-1 0,0 1 0,0-3 0,0 3 0,0-1 0,2 1 0,6 1 0,4 2 0,6 1 0,10 1 0,6 1 0,6 2 0,3 3 0</inkml:trace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0T21:25:23.51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5 829 24575,'0'-18'0,"0"-7"0,0-9 0,0-3 0,0 2 0,0 5 0,0 3 0,0 5 0,0 3 0,0 3 0,0 2 0,0 0 0,0 0 0,0-2 0,0-2 0,0-1 0,0 1 0,0 2 0,0 2 0,0 1 0,0 3 0,0 2 0,-2 2 0,0 2 0,2 0 0,6 2 0,5 0 0,7-4 0,5-3 0,3-3 0,5-3 0,1-2 0,1-3 0,5-4 0,1-1 0,5-1 0,-1-1 0,-1 0 0,-1-1 0,-4 2 0,-4 2 0,-4 5 0,-3 2 0,-4 5 0,-4 1 0,-5 1 0,-3 4 0,-1 1 0,-2 1 0,-3 2 0,-1 1 0</inkml:trace>
</inkml:ink>
</file>

<file path=ppt/ink/ink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0T21:24:19.58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0 571 24575,'61'-38'0,"-1"0"0,1 0 0,11-6 0,2 1 0,-8 6 0,3-1 0,-2 4 0,7 1 0,-1 4 0,-1 3 0,-1 3 0,-2 3 0,0 1 0,1 3 0,1 1 0,1 1 0,2 1 0,2 2 0,1 2 0,-1 1 0,0 1 0,-5 2 0,-1 1 0,-2 1 0,-2 1 0,-5 0 0,-1 2 0,-2-1 0,-2 1 0,-1 0 0,-2 0 0,-2 0 0,-1 0 0,6 1 0,2 0 0,-1 0 0,2 0 0,2 2 0,1 0 0,0 0 0,0 1 0,-1 1 0,0 1 0,3 2 0,1 0 0,-1 1 0,1 0 0,0 2 0,0 1 0,0 0 0,-1 0 0,-2 0 0,1 0 0,-2 1 0,0 0 0,-5 0 0,-3 0 0,43 12 0,-18 0 0,-17-3 0,-12-2 0,-11-2 0,-6-3 0,-3 0 0,-1 1 0,3-1 0,3 1 0,-1-1 0,3 1 0,-3 1 0,3 1 0,2 2 0,-7-3 0,-3-1 0,-8-4 0,-3 0 0,2 0 0,-1 0 0,-1 1 0,1 1 0,0 1 0,0 1 0,2 0 0,0 0 0,2 2 0,2 1 0,-1 1 0,-2-3 0,0-2 0,-1-2 0,-2 0 0,-3-1 0,-2-2 0,-4-3 0,0-1 0,-3-1 0,-2-3 0,-1 0 0</inkml:trace>
</inkml:ink>
</file>

<file path=ppt/ink/ink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0T21:24:21.89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516 0 24575,'0'13'0,"0"0"0,0 2 0,0 1 0,0 0 0,0 1 0,0-1 0,0 1 0,0 1 0,0 0 0,0 0 0,1-3 0,2 1 0,2-2 0,0-1 0,0-2 0,-3-1 0,1-1 0,-1-2 0,0 0 0,1 0 0,-1-1 0,0 1 0,1 0 0,0 3 0,3 3 0,1 1 0,0 0 0,-2-2 0,0-1 0,-1 2 0,-1 0 0,-2-2 0,-1-1 0,0-1 0,0-1 0,-4-1 0,-5-3 0,-4-3 0,-10-1 0,-2 0 0,-9 0 0,-2 0 0,-1 0 0,2 0 0,3 0 0,-4 0 0,5 0 0,-1 0 0,7 0 0,8 2 0,1 1 0,3 1 0,1 0 0,1-1 0,0 0 0,-1-1 0,1 1 0,0-2 0,0 1 0,-1 2 0,0-2 0,-2 2 0,1 0 0,1-1 0,3 1 0,1-2 0,1 0 0,2-1 0,1-1 0,3 2 0</inkml:trace>
</inkml:ink>
</file>

<file path=ppt/ink/ink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0T21:24:51.89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1202 1 24575,'0'14'0,"0"4"0,0 12 0,0 6 0,0 7 0,-3 5 0,-4-3 0,-3-2 0,-4-2 0,0-5 0,-4 2 0,0-2 0,-2 0 0,-2 0 0,0 0 0,-2 0 0,0 0 0,0 0 0,0-2 0,1 1 0,-3-1 0,0-1 0,1 2 0,-1-1 0,1-1 0,3-3 0,2-7 0,4-4 0,3-1 0,-1-1 0,-2 1 0,1-1 0,2-2 0,-1 0 0,1 1 0,-2-2 0,1-1 0,1 1 0,-1-2 0,2 0 0,-2 0 0,2-1 0,0 1 0,-1 0 0,1-1 0,0 0 0,1 0 0,1 1 0,-1-1 0,-1 0 0,0 3 0,-1-2 0,2 1 0,-1 1 0,-1-1 0,0 1 0,0-1 0,1 0 0,1-1 0,-2 1 0,1 0 0,-2 0 0,3 0 0,0-1 0,0-3 0,2 0 0,-1 0 0,1 1 0,2-1 0,0 0 0,0-2 0,0 0 0,-1-1 0,0 1 0,-1 0 0,-1 0 0,1 3 0,-2-2 0,0 0 0,-1 0 0,-1 1 0,-2-1 0,1 1 0,0-2 0,1-1 0,1-2 0,1-2 0,1 1 0,-2 3 0,2-1 0,0 0 0,2-2 0,5-3 0,0 2 0</inkml:trace>
</inkml:ink>
</file>

<file path=ppt/ink/ink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0T21:24:53.77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23 0 24575,'0'21'0,"0"4"0,0 6 0,0 8 0,0 1 0,0-1 0,0-5 0,0-12 0,0-5 0,0-8 0,0-2 0,0 0 0,0 0 0,0 0 0,0 0 0,0 0 0,0 0 0,0 1 0,0 1 0,0 0 0,0 2 0,-2-1 0,-2 2 0,0-1 0,0-1 0,3 0 0,1-1 0,0 0 0,0 0 0,0-1 0,0-1 0,0 0 0,-2 0 0,0 0 0,0 0 0,0-1 0,2 1 0,3-1 0,4-4 0,8-2 0,10-4 0,8-2 0,5 0 0,2 0 0,3 0 0,1 2 0,1 1 0,-1 1 0,-7 2 0,-7 0 0,-7 0 0,-6 0 0,-9 0 0,-2 0 0</inkml:trace>
</inkml:ink>
</file>

<file path=ppt/ink/ink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0T21:25:21.46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3773 1 24575,'-19'0'0,"2"0"0,-4 0 0,-2 4 0,-7 2 0,-7 5 0,-4 4 0,-5 2 0,1 1 0,-1-1 0,-1 0 0,0-2 0,0 1 0,0-1 0,0-1 0,1 1 0,-2 0 0,5-1 0,0-2 0,5 0 0,0-3 0,2 1 0,3-2 0,2 1 0,2 0 0,4-1 0,-1-1 0,0-1 0,3 0 0,1-2 0,-1 2 0,-4 0 0,-5 1 0,-3 1 0,-2 1 0,0 0 0,-7 2 0,-10-1 0,-13 3 0,-10 1 0,0-2 0,3-1 0,5-1 0,1 0 0,0 1 0,0 0 0,-2 0 0,-3-1 0,-4 0 0,2-2 0,2-3 0,9 0 0,7-2 0,5-1 0,3 0 0,1-2 0,-3 0 0,-4 0 0,-5 0 0,-7 0 0,-4 0 0,-4 0 0,0 0 0,5-1 0,7-4 0,6-3 0,3-3 0,3 0 0,2-1 0,3-1 0,0 1 0,0-3 0,0 3 0,0-1 0,2 1 0,6 1 0,4 2 0,6 1 0,10 1 0,6 1 0,6 2 0,3 3 0</inkml:trace>
</inkml:ink>
</file>

<file path=ppt/ink/ink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0T21:25:23.51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5 829 24575,'0'-18'0,"0"-7"0,0-9 0,0-3 0,0 2 0,0 5 0,0 3 0,0 5 0,0 3 0,0 3 0,0 2 0,0 0 0,0 0 0,0-2 0,0-2 0,0-1 0,0 1 0,0 2 0,0 2 0,0 1 0,0 3 0,0 2 0,-2 2 0,0 2 0,2 0 0,6 2 0,5 0 0,7-4 0,5-3 0,3-3 0,5-3 0,1-2 0,1-3 0,5-4 0,1-1 0,5-1 0,-1-1 0,-1 0 0,-1-1 0,-4 2 0,-4 2 0,-4 5 0,-3 2 0,-4 5 0,-4 1 0,-5 1 0,-3 4 0,-1 1 0,-2 1 0,-3 2 0,-1 1 0</inkml:trace>
</inkml:ink>
</file>

<file path=ppt/ink/ink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0T21:26:05.72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24575,'1'24'0,"5"3"0,4 4 0,4 1 0,3-1 0,0-1 0,-1-3 0,-1-4 0,0 2 0,-1-6 0,1 1 0,-3-2 0,0-3 0,-1-1 0,0 0 0,1-1 0,-3 0 0,6 7 0,-1-2 0,2 3 0,-2-4 0,-2-1 0,0-1 0,-1 0 0,2 1 0,0-1 0,2 1 0,0-1 0,3 2 0,0 2 0,3 0 0,0 2 0,0-1 0,0-1 0,0-1 0,-1-2 0,-1 0 0,1 1 0,-1-2 0,-1 1 0,0 0 0,-3 0 0,3-2 0,0 0 0,0-1 0,0 1 0,-1 1 0,1 1 0,1 0 0,-1 0 0,-1-2 0,1 0 0,1-1 0,1 1 0,-2 2 0,0 0 0,0 0 0,-3-1 0,1 0 0,-1 1 0,1-2 0,1 0 0,4 3 0,5 3 0,5 5 0,3 2 0,2-2 0,2 0 0,6 3 0,9 6 0,6 5 0,-1 1 0,-7-4 0,-7-4 0,-6-4 0,-2-2 0,-4 1 0,-1-1 0,-4-2 0,-2-3 0,0-2 0,0-2 0,0 0 0,1 0 0,2-2 0,2 1 0,-1-1 0,0 0 0,0 0 0,-1 1 0,-3-3 0,-5-3 0,-3-5 0,-6-1 0,-3-2 0,-1-1 0,-1 1 0,5-1 0,1 3 0,0 0 0,-2 0 0,-2-1 0,-3 0 0,-2-1 0,-1 0 0</inkml:trace>
</inkml:ink>
</file>

<file path=ppt/ink/ink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0T21:26:08.97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349 1 24575,'0'15'0,"0"1"0,0-1 0,0-1 0,1 3 0,3 1 0,5 5 0,3 2 0,2 1 0,-1 2 0,-1 0 0,-1 1 0,1-3 0,-2-2 0,-2-4 0,-2-4 0,-1-1 0,-1-1 0,0 0 0,0-2 0,-1-3 0,0-2 0,1-2 0,0 2 0,2 3 0,1 2 0,1 1 0,1 1 0,0 2 0,0 0 0,-4 1 0,0-3 0,-1-4 0,-1-3 0,1-2 0,-1-2 0,0-1 0,1 3 0,1 1 0,-1 0 0,2 1 0,-2-1 0,-1-1 0,0 0 0,0-2 0,-1 2 0,-3-1 0,-7-2 0,-17 2 0,-17 3 0,-15 2 0,-4 2 0,2-4 0,9-3 0,11 0 0,6-2 0,9 0 0,4 0 0,-2-2 0,0 0 0,-5 0 0,1 0 0,3 0 0,2 0 0,7 0 0,3 0 0,2 0 0,5 0 0,1 0 0</inkml:trace>
</inkml:ink>
</file>

<file path=ppt/ink/ink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0T21:24:19.58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0 571 24575,'61'-38'0,"-1"0"0,1 0 0,11-6 0,2 1 0,-8 6 0,3-1 0,-2 4 0,7 1 0,-1 4 0,-1 3 0,-1 3 0,-2 3 0,0 1 0,1 3 0,1 1 0,1 1 0,2 1 0,2 2 0,1 2 0,-1 1 0,0 1 0,-5 2 0,-1 1 0,-2 1 0,-2 1 0,-5 0 0,-1 2 0,-2-1 0,-2 1 0,-1 0 0,-2 0 0,-2 0 0,-1 0 0,6 1 0,2 0 0,-1 0 0,2 0 0,2 2 0,1 0 0,0 0 0,0 1 0,-1 1 0,0 1 0,3 2 0,1 0 0,-1 1 0,1 0 0,0 2 0,0 1 0,0 0 0,-1 0 0,-2 0 0,1 0 0,-2 1 0,0 0 0,-5 0 0,-3 0 0,43 12 0,-18 0 0,-17-3 0,-12-2 0,-11-2 0,-6-3 0,-3 0 0,-1 1 0,3-1 0,3 1 0,-1-1 0,3 1 0,-3 1 0,3 1 0,2 2 0,-7-3 0,-3-1 0,-8-4 0,-3 0 0,2 0 0,-1 0 0,-1 1 0,1 1 0,0 1 0,0 1 0,2 0 0,0 0 0,2 2 0,2 1 0,-1 1 0,-2-3 0,0-2 0,-1-2 0,-2 0 0,-3-1 0,-2-2 0,-4-3 0,0-1 0,-3-1 0,-2-3 0,-1 0 0</inkml:trace>
</inkml:ink>
</file>

<file path=ppt/ink/ink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0T21:24:21.89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516 0 24575,'0'13'0,"0"0"0,0 2 0,0 1 0,0 0 0,0 1 0,0-1 0,0 1 0,0 1 0,0 0 0,0 0 0,1-3 0,2 1 0,2-2 0,0-1 0,0-2 0,-3-1 0,1-1 0,-1-2 0,0 0 0,1 0 0,-1-1 0,0 1 0,1 0 0,0 3 0,3 3 0,1 1 0,0 0 0,-2-2 0,0-1 0,-1 2 0,-1 0 0,-2-2 0,-1-1 0,0-1 0,0-1 0,-4-1 0,-5-3 0,-4-3 0,-10-1 0,-2 0 0,-9 0 0,-2 0 0,-1 0 0,2 0 0,3 0 0,-4 0 0,5 0 0,-1 0 0,7 0 0,8 2 0,1 1 0,3 1 0,1 0 0,1-1 0,0 0 0,-1-1 0,1 1 0,0-2 0,0 1 0,-1 2 0,0-2 0,-2 2 0,1 0 0,1-1 0,3 1 0,1-2 0,1 0 0,2-1 0,1-1 0,3 2 0</inkml:trace>
</inkml:ink>
</file>

<file path=ppt/ink/ink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0T21:24:51.89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1202 1 24575,'0'14'0,"0"4"0,0 12 0,0 6 0,0 7 0,-3 5 0,-4-3 0,-3-2 0,-4-2 0,0-5 0,-4 2 0,0-2 0,-2 0 0,-2 0 0,0 0 0,-2 0 0,0 0 0,0 0 0,0-2 0,1 1 0,-3-1 0,0-1 0,1 2 0,-1-1 0,1-1 0,3-3 0,2-7 0,4-4 0,3-1 0,-1-1 0,-2 1 0,1-1 0,2-2 0,-1 0 0,1 1 0,-2-2 0,1-1 0,1 1 0,-1-2 0,2 0 0,-2 0 0,2-1 0,0 1 0,-1 0 0,1-1 0,0 0 0,1 0 0,1 1 0,-1-1 0,-1 0 0,0 3 0,-1-2 0,2 1 0,-1 1 0,-1-1 0,0 1 0,0-1 0,1 0 0,1-1 0,-2 1 0,1 0 0,-2 0 0,3 0 0,0-1 0,0-3 0,2 0 0,-1 0 0,1 1 0,2-1 0,0 0 0,0-2 0,0 0 0,-1-1 0,0 1 0,-1 0 0,-1 0 0,1 3 0,-2-2 0,0 0 0,-1 0 0,-1 1 0,-2-1 0,1 1 0,0-2 0,1-1 0,1-2 0,1-2 0,1 1 0,-2 3 0,2-1 0,0 0 0,2-2 0,5-3 0,0 2 0</inkml:trace>
</inkml:ink>
</file>

<file path=ppt/ink/ink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0T21:24:53.77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23 0 24575,'0'21'0,"0"4"0,0 6 0,0 8 0,0 1 0,0-1 0,0-5 0,0-12 0,0-5 0,0-8 0,0-2 0,0 0 0,0 0 0,0 0 0,0 0 0,0 0 0,0 0 0,0 1 0,0 1 0,0 0 0,0 2 0,-2-1 0,-2 2 0,0-1 0,0-1 0,3 0 0,1-1 0,0 0 0,0 0 0,0-1 0,0-1 0,0 0 0,-2 0 0,0 0 0,0 0 0,0-1 0,2 1 0,3-1 0,4-4 0,8-2 0,10-4 0,8-2 0,5 0 0,2 0 0,3 0 0,1 2 0,1 1 0,-1 1 0,-7 2 0,-7 0 0,-7 0 0,-6 0 0,-9 0 0,-2 0 0</inkml:trace>
</inkml:ink>
</file>

<file path=ppt/ink/ink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0T21:25:21.46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3773 1 24575,'-19'0'0,"2"0"0,-4 0 0,-2 4 0,-7 2 0,-7 5 0,-4 4 0,-5 2 0,1 1 0,-1-1 0,-1 0 0,0-2 0,0 1 0,0-1 0,0-1 0,1 1 0,-2 0 0,5-1 0,0-2 0,5 0 0,0-3 0,2 1 0,3-2 0,2 1 0,2 0 0,4-1 0,-1-1 0,0-1 0,3 0 0,1-2 0,-1 2 0,-4 0 0,-5 1 0,-3 1 0,-2 1 0,0 0 0,-7 2 0,-10-1 0,-13 3 0,-10 1 0,0-2 0,3-1 0,5-1 0,1 0 0,0 1 0,0 0 0,-2 0 0,-3-1 0,-4 0 0,2-2 0,2-3 0,9 0 0,7-2 0,5-1 0,3 0 0,1-2 0,-3 0 0,-4 0 0,-5 0 0,-7 0 0,-4 0 0,-4 0 0,0 0 0,5-1 0,7-4 0,6-3 0,3-3 0,3 0 0,2-1 0,3-1 0,0 1 0,0-3 0,0 3 0,0-1 0,2 1 0,6 1 0,4 2 0,6 1 0,10 1 0,6 1 0,6 2 0,3 3 0</inkml:trace>
</inkml:ink>
</file>

<file path=ppt/ink/ink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0T21:25:23.51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5 829 24575,'0'-18'0,"0"-7"0,0-9 0,0-3 0,0 2 0,0 5 0,0 3 0,0 5 0,0 3 0,0 3 0,0 2 0,0 0 0,0 0 0,0-2 0,0-2 0,0-1 0,0 1 0,0 2 0,0 2 0,0 1 0,0 3 0,0 2 0,-2 2 0,0 2 0,2 0 0,6 2 0,5 0 0,7-4 0,5-3 0,3-3 0,5-3 0,1-2 0,1-3 0,5-4 0,1-1 0,5-1 0,-1-1 0,-1 0 0,-1-1 0,-4 2 0,-4 2 0,-4 5 0,-3 2 0,-4 5 0,-4 1 0,-5 1 0,-3 4 0,-1 1 0,-2 1 0,-3 2 0,-1 1 0</inkml:trace>
</inkml:ink>
</file>

<file path=ppt/ink/ink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0T21:26:05.72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24575,'1'24'0,"5"3"0,4 4 0,4 1 0,3-1 0,0-1 0,-1-3 0,-1-4 0,0 2 0,-1-6 0,1 1 0,-3-2 0,0-3 0,-1-1 0,0 0 0,1-1 0,-3 0 0,6 7 0,-1-2 0,2 3 0,-2-4 0,-2-1 0,0-1 0,-1 0 0,2 1 0,0-1 0,2 1 0,0-1 0,3 2 0,0 2 0,3 0 0,0 2 0,0-1 0,0-1 0,0-1 0,-1-2 0,-1 0 0,1 1 0,-1-2 0,-1 1 0,0 0 0,-3 0 0,3-2 0,0 0 0,0-1 0,0 1 0,-1 1 0,1 1 0,1 0 0,-1 0 0,-1-2 0,1 0 0,1-1 0,1 1 0,-2 2 0,0 0 0,0 0 0,-3-1 0,1 0 0,-1 1 0,1-2 0,1 0 0,4 3 0,5 3 0,5 5 0,3 2 0,2-2 0,2 0 0,6 3 0,9 6 0,6 5 0,-1 1 0,-7-4 0,-7-4 0,-6-4 0,-2-2 0,-4 1 0,-1-1 0,-4-2 0,-2-3 0,0-2 0,0-2 0,0 0 0,1 0 0,2-2 0,2 1 0,-1-1 0,0 0 0,0 0 0,-1 1 0,-3-3 0,-5-3 0,-3-5 0,-6-1 0,-3-2 0,-1-1 0,-1 1 0,5-1 0,1 3 0,0 0 0,-2 0 0,-2-1 0,-3 0 0,-2-1 0,-1 0 0</inkml:trace>
</inkml:ink>
</file>

<file path=ppt/ink/ink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0T21:26:08.97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349 1 24575,'0'15'0,"0"1"0,0-1 0,0-1 0,1 3 0,3 1 0,5 5 0,3 2 0,2 1 0,-1 2 0,-1 0 0,-1 1 0,1-3 0,-2-2 0,-2-4 0,-2-4 0,-1-1 0,-1-1 0,0 0 0,0-2 0,-1-3 0,0-2 0,1-2 0,0 2 0,2 3 0,1 2 0,1 1 0,1 1 0,0 2 0,0 0 0,-4 1 0,0-3 0,-1-4 0,-1-3 0,1-2 0,-1-2 0,0-1 0,1 3 0,1 1 0,-1 0 0,2 1 0,-2-1 0,-1-1 0,0 0 0,0-2 0,-1 2 0,-3-1 0,-7-2 0,-17 2 0,-17 3 0,-15 2 0,-4 2 0,2-4 0,9-3 0,11 0 0,6-2 0,9 0 0,4 0 0,-2-2 0,0 0 0,-5 0 0,1 0 0,3 0 0,2 0 0,7 0 0,3 0 0,2 0 0,5 0 0,1 0 0</inkml:trace>
</inkml:ink>
</file>

<file path=ppt/ink/ink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0T21:24:19.58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0 571 24575,'61'-38'0,"-1"0"0,1 0 0,11-6 0,2 1 0,-8 6 0,3-1 0,-2 4 0,7 1 0,-1 4 0,-1 3 0,-1 3 0,-2 3 0,0 1 0,1 3 0,1 1 0,1 1 0,2 1 0,2 2 0,1 2 0,-1 1 0,0 1 0,-5 2 0,-1 1 0,-2 1 0,-2 1 0,-5 0 0,-1 2 0,-2-1 0,-2 1 0,-1 0 0,-2 0 0,-2 0 0,-1 0 0,6 1 0,2 0 0,-1 0 0,2 0 0,2 2 0,1 0 0,0 0 0,0 1 0,-1 1 0,0 1 0,3 2 0,1 0 0,-1 1 0,1 0 0,0 2 0,0 1 0,0 0 0,-1 0 0,-2 0 0,1 0 0,-2 1 0,0 0 0,-5 0 0,-3 0 0,43 12 0,-18 0 0,-17-3 0,-12-2 0,-11-2 0,-6-3 0,-3 0 0,-1 1 0,3-1 0,3 1 0,-1-1 0,3 1 0,-3 1 0,3 1 0,2 2 0,-7-3 0,-3-1 0,-8-4 0,-3 0 0,2 0 0,-1 0 0,-1 1 0,1 1 0,0 1 0,0 1 0,2 0 0,0 0 0,2 2 0,2 1 0,-1 1 0,-2-3 0,0-2 0,-1-2 0,-2 0 0,-3-1 0,-2-2 0,-4-3 0,0-1 0,-3-1 0,-2-3 0,-1 0 0</inkml:trace>
</inkml:ink>
</file>

<file path=ppt/ink/ink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0T21:24:21.89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516 0 24575,'0'13'0,"0"0"0,0 2 0,0 1 0,0 0 0,0 1 0,0-1 0,0 1 0,0 1 0,0 0 0,0 0 0,1-3 0,2 1 0,2-2 0,0-1 0,0-2 0,-3-1 0,1-1 0,-1-2 0,0 0 0,1 0 0,-1-1 0,0 1 0,1 0 0,0 3 0,3 3 0,1 1 0,0 0 0,-2-2 0,0-1 0,-1 2 0,-1 0 0,-2-2 0,-1-1 0,0-1 0,0-1 0,-4-1 0,-5-3 0,-4-3 0,-10-1 0,-2 0 0,-9 0 0,-2 0 0,-1 0 0,2 0 0,3 0 0,-4 0 0,5 0 0,-1 0 0,7 0 0,8 2 0,1 1 0,3 1 0,1 0 0,1-1 0,0 0 0,-1-1 0,1 1 0,0-2 0,0 1 0,-1 2 0,0-2 0,-2 2 0,1 0 0,1-1 0,3 1 0,1-2 0,1 0 0,2-1 0,1-1 0,3 2 0</inkml:trace>
</inkml:ink>
</file>

<file path=ppt/ink/ink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0T21:24:51.89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1202 1 24575,'0'14'0,"0"4"0,0 12 0,0 6 0,0 7 0,-3 5 0,-4-3 0,-3-2 0,-4-2 0,0-5 0,-4 2 0,0-2 0,-2 0 0,-2 0 0,0 0 0,-2 0 0,0 0 0,0 0 0,0-2 0,1 1 0,-3-1 0,0-1 0,1 2 0,-1-1 0,1-1 0,3-3 0,2-7 0,4-4 0,3-1 0,-1-1 0,-2 1 0,1-1 0,2-2 0,-1 0 0,1 1 0,-2-2 0,1-1 0,1 1 0,-1-2 0,2 0 0,-2 0 0,2-1 0,0 1 0,-1 0 0,1-1 0,0 0 0,1 0 0,1 1 0,-1-1 0,-1 0 0,0 3 0,-1-2 0,2 1 0,-1 1 0,-1-1 0,0 1 0,0-1 0,1 0 0,1-1 0,-2 1 0,1 0 0,-2 0 0,3 0 0,0-1 0,0-3 0,2 0 0,-1 0 0,1 1 0,2-1 0,0 0 0,0-2 0,0 0 0,-1-1 0,0 1 0,-1 0 0,-1 0 0,1 3 0,-2-2 0,0 0 0,-1 0 0,-1 1 0,-2-1 0,1 1 0,0-2 0,1-1 0,1-2 0,1-2 0,1 1 0,-2 3 0,2-1 0,0 0 0,2-2 0,5-3 0,0 2 0</inkml:trace>
</inkml:ink>
</file>

<file path=ppt/ink/ink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0T21:24:53.77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23 0 24575,'0'21'0,"0"4"0,0 6 0,0 8 0,0 1 0,0-1 0,0-5 0,0-12 0,0-5 0,0-8 0,0-2 0,0 0 0,0 0 0,0 0 0,0 0 0,0 0 0,0 0 0,0 1 0,0 1 0,0 0 0,0 2 0,-2-1 0,-2 2 0,0-1 0,0-1 0,3 0 0,1-1 0,0 0 0,0 0 0,0-1 0,0-1 0,0 0 0,-2 0 0,0 0 0,0 0 0,0-1 0,2 1 0,3-1 0,4-4 0,8-2 0,10-4 0,8-2 0,5 0 0,2 0 0,3 0 0,1 2 0,1 1 0,-1 1 0,-7 2 0,-7 0 0,-7 0 0,-6 0 0,-9 0 0,-2 0 0</inkml:trace>
</inkml:ink>
</file>

<file path=ppt/ink/ink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0T21:25:21.46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3773 1 24575,'-19'0'0,"2"0"0,-4 0 0,-2 4 0,-7 2 0,-7 5 0,-4 4 0,-5 2 0,1 1 0,-1-1 0,-1 0 0,0-2 0,0 1 0,0-1 0,0-1 0,1 1 0,-2 0 0,5-1 0,0-2 0,5 0 0,0-3 0,2 1 0,3-2 0,2 1 0,2 0 0,4-1 0,-1-1 0,0-1 0,3 0 0,1-2 0,-1 2 0,-4 0 0,-5 1 0,-3 1 0,-2 1 0,0 0 0,-7 2 0,-10-1 0,-13 3 0,-10 1 0,0-2 0,3-1 0,5-1 0,1 0 0,0 1 0,0 0 0,-2 0 0,-3-1 0,-4 0 0,2-2 0,2-3 0,9 0 0,7-2 0,5-1 0,3 0 0,1-2 0,-3 0 0,-4 0 0,-5 0 0,-7 0 0,-4 0 0,-4 0 0,0 0 0,5-1 0,7-4 0,6-3 0,3-3 0,3 0 0,2-1 0,3-1 0,0 1 0,0-3 0,0 3 0,0-1 0,2 1 0,6 1 0,4 2 0,6 1 0,10 1 0,6 1 0,6 2 0,3 3 0</inkml:trace>
</inkml:ink>
</file>

<file path=ppt/ink/ink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0T21:25:23.51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5 829 24575,'0'-18'0,"0"-7"0,0-9 0,0-3 0,0 2 0,0 5 0,0 3 0,0 5 0,0 3 0,0 3 0,0 2 0,0 0 0,0 0 0,0-2 0,0-2 0,0-1 0,0 1 0,0 2 0,0 2 0,0 1 0,0 3 0,0 2 0,-2 2 0,0 2 0,2 0 0,6 2 0,5 0 0,7-4 0,5-3 0,3-3 0,5-3 0,1-2 0,1-3 0,5-4 0,1-1 0,5-1 0,-1-1 0,-1 0 0,-1-1 0,-4 2 0,-4 2 0,-4 5 0,-3 2 0,-4 5 0,-4 1 0,-5 1 0,-3 4 0,-1 1 0,-2 1 0,-3 2 0,-1 1 0</inkml:trace>
</inkml:ink>
</file>

<file path=ppt/ink/ink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0T21:26:05.72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24575,'1'24'0,"5"3"0,4 4 0,4 1 0,3-1 0,0-1 0,-1-3 0,-1-4 0,0 2 0,-1-6 0,1 1 0,-3-2 0,0-3 0,-1-1 0,0 0 0,1-1 0,-3 0 0,6 7 0,-1-2 0,2 3 0,-2-4 0,-2-1 0,0-1 0,-1 0 0,2 1 0,0-1 0,2 1 0,0-1 0,3 2 0,0 2 0,3 0 0,0 2 0,0-1 0,0-1 0,0-1 0,-1-2 0,-1 0 0,1 1 0,-1-2 0,-1 1 0,0 0 0,-3 0 0,3-2 0,0 0 0,0-1 0,0 1 0,-1 1 0,1 1 0,1 0 0,-1 0 0,-1-2 0,1 0 0,1-1 0,1 1 0,-2 2 0,0 0 0,0 0 0,-3-1 0,1 0 0,-1 1 0,1-2 0,1 0 0,4 3 0,5 3 0,5 5 0,3 2 0,2-2 0,2 0 0,6 3 0,9 6 0,6 5 0,-1 1 0,-7-4 0,-7-4 0,-6-4 0,-2-2 0,-4 1 0,-1-1 0,-4-2 0,-2-3 0,0-2 0,0-2 0,0 0 0,1 0 0,2-2 0,2 1 0,-1-1 0,0 0 0,0 0 0,-1 1 0,-3-3 0,-5-3 0,-3-5 0,-6-1 0,-3-2 0,-1-1 0,-1 1 0,5-1 0,1 3 0,0 0 0,-2 0 0,-2-1 0,-3 0 0,-2-1 0,-1 0 0</inkml:trace>
</inkml:ink>
</file>

<file path=ppt/ink/ink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0T21:26:08.97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349 1 24575,'0'15'0,"0"1"0,0-1 0,0-1 0,1 3 0,3 1 0,5 5 0,3 2 0,2 1 0,-1 2 0,-1 0 0,-1 1 0,1-3 0,-2-2 0,-2-4 0,-2-4 0,-1-1 0,-1-1 0,0 0 0,0-2 0,-1-3 0,0-2 0,1-2 0,0 2 0,2 3 0,1 2 0,1 1 0,1 1 0,0 2 0,0 0 0,-4 1 0,0-3 0,-1-4 0,-1-3 0,1-2 0,-1-2 0,0-1 0,1 3 0,1 1 0,-1 0 0,2 1 0,-2-1 0,-1-1 0,0 0 0,0-2 0,-1 2 0,-3-1 0,-7-2 0,-17 2 0,-17 3 0,-15 2 0,-4 2 0,2-4 0,9-3 0,11 0 0,6-2 0,9 0 0,4 0 0,-2-2 0,0 0 0,-5 0 0,1 0 0,3 0 0,2 0 0,7 0 0,3 0 0,2 0 0,5 0 0,1 0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BEF68BC-8D48-6B48-9EB7-582DB70943E4}" type="datetimeFigureOut">
              <a:rPr lang="en-US" smtClean="0"/>
              <a:t>11/6/25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9C9935A-7AC3-6544-8C8D-6EE077520D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63395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2B7CB7-34E7-3345-04EF-F2858638DE8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DCCF74F-B724-BC2A-357E-FF93D0172D0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E5F8F3-6667-3E15-FB2E-C080E93EE4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842C55-F572-2A40-91C8-3303246C5B71}" type="datetime1">
              <a:rPr lang="en-US" smtClean="0"/>
              <a:t>11/6/25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02CE02-0943-6E52-7743-909A0F5010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17B340-BD8F-4B29-4518-4E2A9CC092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FE24AB-0A3D-3945-A314-A55A03C76B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94290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526A0E-1504-A1EF-1398-1BF6702362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08532E-4C7F-35EB-BC36-6C8763E43D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9BA99F-126B-11D0-0EBB-CEC3E5D60D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2EF263-0D9E-954E-BF7B-BF74DD8F1FBF}" type="datetime1">
              <a:rPr lang="en-US" smtClean="0"/>
              <a:t>11/6/25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8D5801-6C88-3D96-305E-63623465F2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FFC6DF-4B18-A145-5E8C-FEA7E3FA61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FE24AB-0A3D-3945-A314-A55A03C76B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646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E0A778-79DA-3081-6C48-921476BD26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43089E7-9816-CD38-09E1-AB66C42DF9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28D19F-9E64-131D-E19A-47C5CFB33F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ABAEB6-2EDB-2B4F-99F1-294D79999BD2}" type="datetime1">
              <a:rPr lang="en-US" smtClean="0"/>
              <a:t>11/6/25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707EB8-D40F-D1C5-D08C-2DF71ED590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C0055F-50C4-20E6-3200-AA2CB83698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FE24AB-0A3D-3945-A314-A55A03C76B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35238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BFC0BE-F3E3-321B-E1C9-3CAC95B023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AD83AB-5F8F-6D60-941B-494C4293635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F483C0A-DA10-8949-D5BC-5A27E180C1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75C0FB1-0A30-955F-14BE-08D9EAB6DD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8DF868-E27C-1D47-A2D2-736F1B51C70D}" type="datetime1">
              <a:rPr lang="en-US" smtClean="0"/>
              <a:t>11/6/25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B386A5C-3236-5674-C33E-871687F570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02C1B92-A433-0125-667E-570077A54A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FE24AB-0A3D-3945-A314-A55A03C76B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06839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D9DBB4-3EB4-112E-68CD-F2C5F61306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C8AB171-21D1-7F60-41FC-86AA70E795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BFB3F87-73D3-A390-3AD5-90F0162CBB9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709D6B0-C960-DE48-BCCA-C976185052F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C980040-916B-4164-FCBE-5DAFF7D1A17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9C18ED3-FF66-22A1-8641-9D0DCE8064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5964E-7013-D242-9185-8A8EC1D8AC67}" type="datetime1">
              <a:rPr lang="en-US" smtClean="0"/>
              <a:t>11/6/25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1B6BEF8-ED26-499E-179E-38A6970C0D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7E92767-6921-371F-D2D5-7342D6C274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FE24AB-0A3D-3945-A314-A55A03C76B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77773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4B4173-C761-68CC-022B-1CC19FABED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3491EEC-396A-7A4B-A3A8-A6FDFC19A6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60A3A4-2AA2-4A44-8AA1-2BBEDE96C1F2}" type="datetime1">
              <a:rPr lang="en-US" smtClean="0"/>
              <a:t>11/6/25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E3350B1-106E-46AE-8B82-B746E3489C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1652E30-F1B7-3723-9CD8-115E59B9AF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FE24AB-0A3D-3945-A314-A55A03C76B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7829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15D4EEE-5BC2-00C7-1C8E-D8FB8F54C3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7E59D3-E3C8-E74F-8444-6575A66CABD3}" type="datetime1">
              <a:rPr lang="en-US" smtClean="0"/>
              <a:t>11/6/25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614FEA0-D32C-4798-F023-EB5825C27C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7151679-90C9-12FF-D4F3-795F98864B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FE24AB-0A3D-3945-A314-A55A03C76B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28766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888F7A-72C8-FFCB-B2CD-D91F8E46CC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762C0B-5294-2846-7BB5-7D960199A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4EB2EDD-D35E-476F-17CC-4D29D5B1A31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1239B7C-BAAD-0092-B4B6-94C2A51F9C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21CD2F-C279-5549-9AC3-0114133C3ACD}" type="datetime1">
              <a:rPr lang="en-US" smtClean="0"/>
              <a:t>11/6/25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9FCF2F9-24F9-EE55-797C-E41FD32492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B1ED2D8-F456-9778-CC77-4C83A6B31B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FE24AB-0A3D-3945-A314-A55A03C76B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79468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F6C2C2-1728-3D8D-B5A0-D7AFEF6772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68769C7-A843-B967-7183-3E8CA25469F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0925C1B-7F7D-4654-83A0-4DF3031E74C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45FE1A3-4C04-6826-6723-F7D503A423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58D58D-F38C-3F4A-844F-46C3AFEF469E}" type="datetime1">
              <a:rPr lang="en-US" smtClean="0"/>
              <a:t>11/6/25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F443551-50CE-9A8A-6FCC-201B8CCC3B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E0BAA6E-3261-6A12-33CE-F8A9AD1C8B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FE24AB-0A3D-3945-A314-A55A03C76B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12485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E84844-C4F8-648E-1BD7-79A27D6875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2040B67-0A02-5CE1-0970-F03919BAD1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966808-6C04-F08B-0BBD-447C1C1435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3A26F4-07E2-F143-94CC-4F0B4B3E27FB}" type="datetime1">
              <a:rPr lang="en-US" smtClean="0"/>
              <a:t>11/6/25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B002D1-4675-DB5B-A269-75DB1BD956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ADB0B2-5608-CBEF-F72B-1F319E5FF8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FE24AB-0A3D-3945-A314-A55A03C76B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00969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8FACB30-590A-ABF3-99C0-360EBEF1041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A3A0920-D7ED-DAC2-AC16-A724B8BE87E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2BCC1D-5959-F403-23B0-81C3EBA5BF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9FEFAE-CC88-654E-ADEC-BF636415C960}" type="datetime1">
              <a:rPr lang="en-US" smtClean="0"/>
              <a:t>11/6/25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79F42-9C30-6FE2-470A-3F6D458B67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A05F3F-EE98-5F3F-0636-19B204ABE9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FE24AB-0A3D-3945-A314-A55A03C76B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65174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6B4872E-88CE-697E-E651-3A8445DF11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06EA1CA-89A3-8667-B30F-4C82703844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6971ED-5F6C-088B-68B9-C9773AC786D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F2332DE-2C74-1144-AD1B-CF9335C11B6B}" type="datetime1">
              <a:rPr lang="en-US" smtClean="0"/>
              <a:t>11/6/25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D19DC7-A52E-4967-DEEF-981A02E1176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DBD8E1-6BAC-50A3-D4B9-5281DDF3EA8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0FE24AB-0A3D-3945-A314-A55A03C76B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99954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customXml" Target="../ink/ink2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customXml" Target="../ink/ink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customXml" Target="../ink/ink4.xml"/></Relationships>
</file>

<file path=ppt/slides/_rels/slide88.xml.rels><?xml version="1.0" encoding="UTF-8" standalone="yes"?>
<Relationships xmlns="http://schemas.openxmlformats.org/package/2006/relationships"><Relationship Id="rId8" Type="http://schemas.openxmlformats.org/officeDocument/2006/relationships/customXml" Target="../ink/ink8.xml"/><Relationship Id="rId3" Type="http://schemas.openxmlformats.org/officeDocument/2006/relationships/image" Target="../media/image5.png"/><Relationship Id="rId7" Type="http://schemas.openxmlformats.org/officeDocument/2006/relationships/image" Target="../media/image7.png"/><Relationship Id="rId2" Type="http://schemas.openxmlformats.org/officeDocument/2006/relationships/customXml" Target="../ink/ink5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7.xml"/><Relationship Id="rId5" Type="http://schemas.openxmlformats.org/officeDocument/2006/relationships/image" Target="../media/image6.png"/><Relationship Id="rId4" Type="http://schemas.openxmlformats.org/officeDocument/2006/relationships/customXml" Target="../ink/ink6.xml"/><Relationship Id="rId9" Type="http://schemas.openxmlformats.org/officeDocument/2006/relationships/image" Target="../media/image8.png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customXml" Target="../ink/ink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customXml" Target="../ink/ink10.xml"/></Relationships>
</file>

<file path=ppt/slides/_rels/slide9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customXml" Target="../ink/ink1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customXml" Target="../ink/ink12.xml"/></Relationships>
</file>

<file path=ppt/slides/_rels/slide93.xml.rels><?xml version="1.0" encoding="UTF-8" standalone="yes"?>
<Relationships xmlns="http://schemas.openxmlformats.org/package/2006/relationships"><Relationship Id="rId8" Type="http://schemas.openxmlformats.org/officeDocument/2006/relationships/customXml" Target="../ink/ink16.xml"/><Relationship Id="rId3" Type="http://schemas.openxmlformats.org/officeDocument/2006/relationships/image" Target="../media/image5.png"/><Relationship Id="rId7" Type="http://schemas.openxmlformats.org/officeDocument/2006/relationships/image" Target="../media/image7.png"/><Relationship Id="rId2" Type="http://schemas.openxmlformats.org/officeDocument/2006/relationships/customXml" Target="../ink/ink13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15.xml"/><Relationship Id="rId5" Type="http://schemas.openxmlformats.org/officeDocument/2006/relationships/image" Target="../media/image6.png"/><Relationship Id="rId4" Type="http://schemas.openxmlformats.org/officeDocument/2006/relationships/customXml" Target="../ink/ink14.xml"/><Relationship Id="rId9" Type="http://schemas.openxmlformats.org/officeDocument/2006/relationships/image" Target="../media/image8.png"/></Relationships>
</file>

<file path=ppt/slides/_rels/slide94.xml.rels><?xml version="1.0" encoding="UTF-8" standalone="yes"?>
<Relationships xmlns="http://schemas.openxmlformats.org/package/2006/relationships"><Relationship Id="rId8" Type="http://schemas.openxmlformats.org/officeDocument/2006/relationships/customXml" Target="../ink/ink20.xml"/><Relationship Id="rId3" Type="http://schemas.openxmlformats.org/officeDocument/2006/relationships/image" Target="../media/image11.png"/><Relationship Id="rId7" Type="http://schemas.openxmlformats.org/officeDocument/2006/relationships/image" Target="../media/image13.png"/><Relationship Id="rId2" Type="http://schemas.openxmlformats.org/officeDocument/2006/relationships/customXml" Target="../ink/ink17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19.xml"/><Relationship Id="rId5" Type="http://schemas.openxmlformats.org/officeDocument/2006/relationships/image" Target="../media/image12.png"/><Relationship Id="rId4" Type="http://schemas.openxmlformats.org/officeDocument/2006/relationships/customXml" Target="../ink/ink18.xml"/><Relationship Id="rId9" Type="http://schemas.openxmlformats.org/officeDocument/2006/relationships/image" Target="../media/image14.png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customXml" Target="../ink/ink2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png"/><Relationship Id="rId4" Type="http://schemas.openxmlformats.org/officeDocument/2006/relationships/customXml" Target="../ink/ink22.xml"/></Relationships>
</file>

<file path=ppt/slides/_rels/slide97.xml.rels><?xml version="1.0" encoding="UTF-8" standalone="yes"?>
<Relationships xmlns="http://schemas.openxmlformats.org/package/2006/relationships"><Relationship Id="rId8" Type="http://schemas.openxmlformats.org/officeDocument/2006/relationships/customXml" Target="../ink/ink26.xml"/><Relationship Id="rId3" Type="http://schemas.openxmlformats.org/officeDocument/2006/relationships/image" Target="../media/image17.png"/><Relationship Id="rId7" Type="http://schemas.openxmlformats.org/officeDocument/2006/relationships/image" Target="../media/image19.png"/><Relationship Id="rId2" Type="http://schemas.openxmlformats.org/officeDocument/2006/relationships/customXml" Target="../ink/ink23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25.xml"/><Relationship Id="rId5" Type="http://schemas.openxmlformats.org/officeDocument/2006/relationships/image" Target="../media/image18.png"/><Relationship Id="rId4" Type="http://schemas.openxmlformats.org/officeDocument/2006/relationships/customXml" Target="../ink/ink24.xml"/><Relationship Id="rId9" Type="http://schemas.openxmlformats.org/officeDocument/2006/relationships/image" Target="../media/image20.png"/></Relationships>
</file>

<file path=ppt/slides/_rels/slide98.xml.rels><?xml version="1.0" encoding="UTF-8" standalone="yes"?>
<Relationships xmlns="http://schemas.openxmlformats.org/package/2006/relationships"><Relationship Id="rId8" Type="http://schemas.openxmlformats.org/officeDocument/2006/relationships/customXml" Target="../ink/ink30.xml"/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2" Type="http://schemas.openxmlformats.org/officeDocument/2006/relationships/customXml" Target="../ink/ink27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29.xml"/><Relationship Id="rId5" Type="http://schemas.openxmlformats.org/officeDocument/2006/relationships/image" Target="../media/image18.png"/><Relationship Id="rId4" Type="http://schemas.openxmlformats.org/officeDocument/2006/relationships/customXml" Target="../ink/ink28.xml"/><Relationship Id="rId9" Type="http://schemas.openxmlformats.org/officeDocument/2006/relationships/image" Target="../media/image22.png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7.png"/><Relationship Id="rId2" Type="http://schemas.openxmlformats.org/officeDocument/2006/relationships/customXml" Target="../ink/ink31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33.xml"/><Relationship Id="rId5" Type="http://schemas.openxmlformats.org/officeDocument/2006/relationships/image" Target="../media/image6.png"/><Relationship Id="rId4" Type="http://schemas.openxmlformats.org/officeDocument/2006/relationships/customXml" Target="../ink/ink32.xml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4.xml.rels><?xml version="1.0" encoding="UTF-8" standalone="yes"?>
<Relationships xmlns="http://schemas.openxmlformats.org/package/2006/relationships"><Relationship Id="rId8" Type="http://schemas.openxmlformats.org/officeDocument/2006/relationships/customXml" Target="../ink/ink37.xml"/><Relationship Id="rId3" Type="http://schemas.openxmlformats.org/officeDocument/2006/relationships/image" Target="../media/image17.png"/><Relationship Id="rId7" Type="http://schemas.openxmlformats.org/officeDocument/2006/relationships/image" Target="../media/image23.png"/><Relationship Id="rId2" Type="http://schemas.openxmlformats.org/officeDocument/2006/relationships/customXml" Target="../ink/ink34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36.xml"/><Relationship Id="rId5" Type="http://schemas.openxmlformats.org/officeDocument/2006/relationships/image" Target="../media/image18.png"/><Relationship Id="rId4" Type="http://schemas.openxmlformats.org/officeDocument/2006/relationships/customXml" Target="../ink/ink35.xml"/><Relationship Id="rId9" Type="http://schemas.openxmlformats.org/officeDocument/2006/relationships/image" Target="../media/image24.png"/></Relationships>
</file>

<file path=ppt/slides/_rels/slide105.xml.rels><?xml version="1.0" encoding="UTF-8" standalone="yes"?>
<Relationships xmlns="http://schemas.openxmlformats.org/package/2006/relationships"><Relationship Id="rId8" Type="http://schemas.openxmlformats.org/officeDocument/2006/relationships/customXml" Target="../ink/ink41.xml"/><Relationship Id="rId13" Type="http://schemas.openxmlformats.org/officeDocument/2006/relationships/image" Target="../media/image30.png"/><Relationship Id="rId3" Type="http://schemas.openxmlformats.org/officeDocument/2006/relationships/image" Target="../media/image25.png"/><Relationship Id="rId7" Type="http://schemas.openxmlformats.org/officeDocument/2006/relationships/image" Target="../media/image27.png"/><Relationship Id="rId12" Type="http://schemas.openxmlformats.org/officeDocument/2006/relationships/customXml" Target="../ink/ink43.xml"/><Relationship Id="rId17" Type="http://schemas.openxmlformats.org/officeDocument/2006/relationships/image" Target="../media/image32.png"/><Relationship Id="rId2" Type="http://schemas.openxmlformats.org/officeDocument/2006/relationships/customXml" Target="../ink/ink38.xml"/><Relationship Id="rId16" Type="http://schemas.openxmlformats.org/officeDocument/2006/relationships/customXml" Target="../ink/ink45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40.xml"/><Relationship Id="rId11" Type="http://schemas.openxmlformats.org/officeDocument/2006/relationships/image" Target="../media/image29.png"/><Relationship Id="rId5" Type="http://schemas.openxmlformats.org/officeDocument/2006/relationships/image" Target="../media/image26.png"/><Relationship Id="rId15" Type="http://schemas.openxmlformats.org/officeDocument/2006/relationships/image" Target="../media/image31.png"/><Relationship Id="rId10" Type="http://schemas.openxmlformats.org/officeDocument/2006/relationships/customXml" Target="../ink/ink42.xml"/><Relationship Id="rId4" Type="http://schemas.openxmlformats.org/officeDocument/2006/relationships/customXml" Target="../ink/ink39.xml"/><Relationship Id="rId9" Type="http://schemas.openxmlformats.org/officeDocument/2006/relationships/image" Target="../media/image28.png"/><Relationship Id="rId14" Type="http://schemas.openxmlformats.org/officeDocument/2006/relationships/customXml" Target="../ink/ink44.xml"/></Relationships>
</file>

<file path=ppt/slides/_rels/slide106.xml.rels><?xml version="1.0" encoding="UTF-8" standalone="yes"?>
<Relationships xmlns="http://schemas.openxmlformats.org/package/2006/relationships"><Relationship Id="rId8" Type="http://schemas.openxmlformats.org/officeDocument/2006/relationships/customXml" Target="../ink/ink49.xml"/><Relationship Id="rId13" Type="http://schemas.openxmlformats.org/officeDocument/2006/relationships/image" Target="../media/image37.png"/><Relationship Id="rId3" Type="http://schemas.openxmlformats.org/officeDocument/2006/relationships/image" Target="../media/image33.png"/><Relationship Id="rId7" Type="http://schemas.openxmlformats.org/officeDocument/2006/relationships/image" Target="../media/image34.png"/><Relationship Id="rId12" Type="http://schemas.openxmlformats.org/officeDocument/2006/relationships/customXml" Target="../ink/ink51.xml"/><Relationship Id="rId17" Type="http://schemas.openxmlformats.org/officeDocument/2006/relationships/image" Target="../media/image39.png"/><Relationship Id="rId2" Type="http://schemas.openxmlformats.org/officeDocument/2006/relationships/customXml" Target="../ink/ink46.xml"/><Relationship Id="rId16" Type="http://schemas.openxmlformats.org/officeDocument/2006/relationships/customXml" Target="../ink/ink53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48.xml"/><Relationship Id="rId11" Type="http://schemas.openxmlformats.org/officeDocument/2006/relationships/image" Target="../media/image36.png"/><Relationship Id="rId5" Type="http://schemas.openxmlformats.org/officeDocument/2006/relationships/image" Target="../media/image26.png"/><Relationship Id="rId15" Type="http://schemas.openxmlformats.org/officeDocument/2006/relationships/image" Target="../media/image38.png"/><Relationship Id="rId10" Type="http://schemas.openxmlformats.org/officeDocument/2006/relationships/customXml" Target="../ink/ink50.xml"/><Relationship Id="rId4" Type="http://schemas.openxmlformats.org/officeDocument/2006/relationships/customXml" Target="../ink/ink47.xml"/><Relationship Id="rId9" Type="http://schemas.openxmlformats.org/officeDocument/2006/relationships/image" Target="../media/image35.png"/><Relationship Id="rId14" Type="http://schemas.openxmlformats.org/officeDocument/2006/relationships/customXml" Target="../ink/ink52.xml"/></Relationships>
</file>

<file path=ppt/slides/_rels/slide1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0.png"/><Relationship Id="rId2" Type="http://schemas.openxmlformats.org/officeDocument/2006/relationships/customXml" Target="../ink/ink5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40.png"/><Relationship Id="rId4" Type="http://schemas.openxmlformats.org/officeDocument/2006/relationships/customXml" Target="../ink/ink55.xml"/></Relationships>
</file>

<file path=ppt/slides/_rels/slide112.xml.rels><?xml version="1.0" encoding="UTF-8" standalone="yes"?>
<Relationships xmlns="http://schemas.openxmlformats.org/package/2006/relationships"><Relationship Id="rId8" Type="http://schemas.openxmlformats.org/officeDocument/2006/relationships/customXml" Target="../ink/ink59.xml"/><Relationship Id="rId3" Type="http://schemas.openxmlformats.org/officeDocument/2006/relationships/image" Target="../media/image250.png"/><Relationship Id="rId7" Type="http://schemas.openxmlformats.org/officeDocument/2006/relationships/image" Target="../media/image270.png"/><Relationship Id="rId2" Type="http://schemas.openxmlformats.org/officeDocument/2006/relationships/customXml" Target="../ink/ink56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58.xml"/><Relationship Id="rId5" Type="http://schemas.openxmlformats.org/officeDocument/2006/relationships/image" Target="../media/image260.png"/><Relationship Id="rId4" Type="http://schemas.openxmlformats.org/officeDocument/2006/relationships/customXml" Target="../ink/ink57.xml"/><Relationship Id="rId9" Type="http://schemas.openxmlformats.org/officeDocument/2006/relationships/image" Target="../media/image280.png"/></Relationships>
</file>

<file path=ppt/slides/_rels/slide113.xml.rels><?xml version="1.0" encoding="UTF-8" standalone="yes"?>
<Relationships xmlns="http://schemas.openxmlformats.org/package/2006/relationships"><Relationship Id="rId8" Type="http://schemas.openxmlformats.org/officeDocument/2006/relationships/customXml" Target="../ink/ink63.xml"/><Relationship Id="rId13" Type="http://schemas.openxmlformats.org/officeDocument/2006/relationships/image" Target="../media/image310.png"/><Relationship Id="rId3" Type="http://schemas.openxmlformats.org/officeDocument/2006/relationships/image" Target="../media/image250.png"/><Relationship Id="rId7" Type="http://schemas.openxmlformats.org/officeDocument/2006/relationships/image" Target="../media/image290.png"/><Relationship Id="rId12" Type="http://schemas.openxmlformats.org/officeDocument/2006/relationships/customXml" Target="../ink/ink65.xml"/><Relationship Id="rId2" Type="http://schemas.openxmlformats.org/officeDocument/2006/relationships/customXml" Target="../ink/ink60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62.xml"/><Relationship Id="rId11" Type="http://schemas.openxmlformats.org/officeDocument/2006/relationships/image" Target="../media/image300.png"/><Relationship Id="rId5" Type="http://schemas.openxmlformats.org/officeDocument/2006/relationships/image" Target="../media/image260.png"/><Relationship Id="rId10" Type="http://schemas.openxmlformats.org/officeDocument/2006/relationships/customXml" Target="../ink/ink64.xml"/><Relationship Id="rId4" Type="http://schemas.openxmlformats.org/officeDocument/2006/relationships/customXml" Target="../ink/ink61.xml"/><Relationship Id="rId9" Type="http://schemas.openxmlformats.org/officeDocument/2006/relationships/image" Target="../media/image280.png"/></Relationships>
</file>

<file path=ppt/slides/_rels/slide114.xml.rels><?xml version="1.0" encoding="UTF-8" standalone="yes"?>
<Relationships xmlns="http://schemas.openxmlformats.org/package/2006/relationships"><Relationship Id="rId8" Type="http://schemas.openxmlformats.org/officeDocument/2006/relationships/customXml" Target="../ink/ink69.xml"/><Relationship Id="rId13" Type="http://schemas.openxmlformats.org/officeDocument/2006/relationships/image" Target="../media/image330.png"/><Relationship Id="rId3" Type="http://schemas.openxmlformats.org/officeDocument/2006/relationships/image" Target="../media/image250.png"/><Relationship Id="rId7" Type="http://schemas.openxmlformats.org/officeDocument/2006/relationships/image" Target="../media/image290.png"/><Relationship Id="rId12" Type="http://schemas.openxmlformats.org/officeDocument/2006/relationships/customXml" Target="../ink/ink71.xml"/><Relationship Id="rId17" Type="http://schemas.openxmlformats.org/officeDocument/2006/relationships/image" Target="../media/image350.png"/><Relationship Id="rId2" Type="http://schemas.openxmlformats.org/officeDocument/2006/relationships/customXml" Target="../ink/ink66.xml"/><Relationship Id="rId16" Type="http://schemas.openxmlformats.org/officeDocument/2006/relationships/customXml" Target="../ink/ink73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68.xml"/><Relationship Id="rId11" Type="http://schemas.openxmlformats.org/officeDocument/2006/relationships/image" Target="../media/image320.png"/><Relationship Id="rId5" Type="http://schemas.openxmlformats.org/officeDocument/2006/relationships/image" Target="../media/image260.png"/><Relationship Id="rId15" Type="http://schemas.openxmlformats.org/officeDocument/2006/relationships/image" Target="../media/image340.png"/><Relationship Id="rId10" Type="http://schemas.openxmlformats.org/officeDocument/2006/relationships/customXml" Target="../ink/ink70.xml"/><Relationship Id="rId4" Type="http://schemas.openxmlformats.org/officeDocument/2006/relationships/customXml" Target="../ink/ink67.xml"/><Relationship Id="rId9" Type="http://schemas.openxmlformats.org/officeDocument/2006/relationships/image" Target="../media/image280.png"/><Relationship Id="rId14" Type="http://schemas.openxmlformats.org/officeDocument/2006/relationships/customXml" Target="../ink/ink72.xml"/></Relationships>
</file>

<file path=ppt/slides/_rels/slide115.xml.rels><?xml version="1.0" encoding="UTF-8" standalone="yes"?>
<Relationships xmlns="http://schemas.openxmlformats.org/package/2006/relationships"><Relationship Id="rId8" Type="http://schemas.openxmlformats.org/officeDocument/2006/relationships/customXml" Target="../ink/ink77.xml"/><Relationship Id="rId13" Type="http://schemas.openxmlformats.org/officeDocument/2006/relationships/image" Target="../media/image330.png"/><Relationship Id="rId3" Type="http://schemas.openxmlformats.org/officeDocument/2006/relationships/image" Target="../media/image250.png"/><Relationship Id="rId7" Type="http://schemas.openxmlformats.org/officeDocument/2006/relationships/image" Target="../media/image290.png"/><Relationship Id="rId12" Type="http://schemas.openxmlformats.org/officeDocument/2006/relationships/customXml" Target="../ink/ink79.xml"/><Relationship Id="rId17" Type="http://schemas.openxmlformats.org/officeDocument/2006/relationships/image" Target="../media/image370.png"/><Relationship Id="rId2" Type="http://schemas.openxmlformats.org/officeDocument/2006/relationships/customXml" Target="../ink/ink74.xml"/><Relationship Id="rId16" Type="http://schemas.openxmlformats.org/officeDocument/2006/relationships/customXml" Target="../ink/ink81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76.xml"/><Relationship Id="rId11" Type="http://schemas.openxmlformats.org/officeDocument/2006/relationships/image" Target="../media/image320.png"/><Relationship Id="rId5" Type="http://schemas.openxmlformats.org/officeDocument/2006/relationships/image" Target="../media/image260.png"/><Relationship Id="rId15" Type="http://schemas.openxmlformats.org/officeDocument/2006/relationships/image" Target="../media/image360.png"/><Relationship Id="rId10" Type="http://schemas.openxmlformats.org/officeDocument/2006/relationships/customXml" Target="../ink/ink78.xml"/><Relationship Id="rId4" Type="http://schemas.openxmlformats.org/officeDocument/2006/relationships/customXml" Target="../ink/ink75.xml"/><Relationship Id="rId9" Type="http://schemas.openxmlformats.org/officeDocument/2006/relationships/image" Target="../media/image280.png"/><Relationship Id="rId14" Type="http://schemas.openxmlformats.org/officeDocument/2006/relationships/customXml" Target="../ink/ink80.xml"/></Relationships>
</file>

<file path=ppt/slides/_rels/slide116.xml.rels><?xml version="1.0" encoding="UTF-8" standalone="yes"?>
<Relationships xmlns="http://schemas.openxmlformats.org/package/2006/relationships"><Relationship Id="rId8" Type="http://schemas.openxmlformats.org/officeDocument/2006/relationships/customXml" Target="../ink/ink85.xml"/><Relationship Id="rId13" Type="http://schemas.openxmlformats.org/officeDocument/2006/relationships/image" Target="../media/image330.png"/><Relationship Id="rId3" Type="http://schemas.openxmlformats.org/officeDocument/2006/relationships/image" Target="../media/image250.png"/><Relationship Id="rId7" Type="http://schemas.openxmlformats.org/officeDocument/2006/relationships/image" Target="../media/image290.png"/><Relationship Id="rId12" Type="http://schemas.openxmlformats.org/officeDocument/2006/relationships/customXml" Target="../ink/ink87.xml"/><Relationship Id="rId17" Type="http://schemas.openxmlformats.org/officeDocument/2006/relationships/image" Target="../media/image370.png"/><Relationship Id="rId2" Type="http://schemas.openxmlformats.org/officeDocument/2006/relationships/customXml" Target="../ink/ink82.xml"/><Relationship Id="rId16" Type="http://schemas.openxmlformats.org/officeDocument/2006/relationships/customXml" Target="../ink/ink89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84.xml"/><Relationship Id="rId11" Type="http://schemas.openxmlformats.org/officeDocument/2006/relationships/image" Target="../media/image320.png"/><Relationship Id="rId5" Type="http://schemas.openxmlformats.org/officeDocument/2006/relationships/image" Target="../media/image260.png"/><Relationship Id="rId15" Type="http://schemas.openxmlformats.org/officeDocument/2006/relationships/image" Target="../media/image360.png"/><Relationship Id="rId10" Type="http://schemas.openxmlformats.org/officeDocument/2006/relationships/customXml" Target="../ink/ink86.xml"/><Relationship Id="rId4" Type="http://schemas.openxmlformats.org/officeDocument/2006/relationships/customXml" Target="../ink/ink83.xml"/><Relationship Id="rId9" Type="http://schemas.openxmlformats.org/officeDocument/2006/relationships/image" Target="../media/image280.png"/><Relationship Id="rId14" Type="http://schemas.openxmlformats.org/officeDocument/2006/relationships/customXml" Target="../ink/ink88.xml"/></Relationships>
</file>

<file path=ppt/slides/_rels/slide1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23D09407-53BC-485E-B4CE-BC5E4FC4B2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21DB988-49FC-4608-B0A2-E2F3A40190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E9B930FD-8671-4C4C-ADCF-73AC1D0CD4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9676747" y="0"/>
            <a:ext cx="2514948" cy="2174333"/>
            <a:chOff x="-305" y="-4155"/>
            <a:chExt cx="2514948" cy="2174333"/>
          </a:xfrm>
        </p:grpSpPr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C35B12C1-569C-4E37-AA33-7EF215F201B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F23E2660-7810-46F6-8752-187127C830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C991DC45-0378-45B3-B325-FB8F98545E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>
                <a:solidFill>
                  <a:schemeClr val="tx1"/>
                </a:solidFill>
              </a:endParaRPr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E228F5BA-5150-4554-B7EA-93F371F3B17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383C2651-AE0C-4AE4-8725-E2F9414FE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 flipH="1">
            <a:off x="-305" y="4322879"/>
            <a:ext cx="3378428" cy="2535121"/>
            <a:chOff x="-305" y="-1"/>
            <a:chExt cx="3832880" cy="2876136"/>
          </a:xfrm>
        </p:grpSpPr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CCE13265-B5D2-47B4-A199-E05F390D5B9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3815424" cy="2653659"/>
            </a:xfrm>
            <a:custGeom>
              <a:avLst/>
              <a:gdLst>
                <a:gd name="connsiteX0" fmla="*/ 3203055 w 3815424"/>
                <a:gd name="connsiteY0" fmla="*/ 0 h 2653659"/>
                <a:gd name="connsiteX1" fmla="*/ 3815424 w 3815424"/>
                <a:gd name="connsiteY1" fmla="*/ 0 h 2653659"/>
                <a:gd name="connsiteX2" fmla="*/ 3801025 w 3815424"/>
                <a:gd name="connsiteY2" fmla="*/ 214243 h 2653659"/>
                <a:gd name="connsiteX3" fmla="*/ 587142 w 3815424"/>
                <a:gd name="connsiteY3" fmla="*/ 2653659 h 2653659"/>
                <a:gd name="connsiteX4" fmla="*/ 53389 w 3815424"/>
                <a:gd name="connsiteY4" fmla="*/ 2605041 h 2653659"/>
                <a:gd name="connsiteX5" fmla="*/ 0 w 3815424"/>
                <a:gd name="connsiteY5" fmla="*/ 2593136 h 2653659"/>
                <a:gd name="connsiteX6" fmla="*/ 0 w 3815424"/>
                <a:gd name="connsiteY6" fmla="*/ 1994836 h 2653659"/>
                <a:gd name="connsiteX7" fmla="*/ 159710 w 3815424"/>
                <a:gd name="connsiteY7" fmla="*/ 2035054 h 2653659"/>
                <a:gd name="connsiteX8" fmla="*/ 587142 w 3815424"/>
                <a:gd name="connsiteY8" fmla="*/ 2075152 h 2653659"/>
                <a:gd name="connsiteX9" fmla="*/ 1549283 w 3815424"/>
                <a:gd name="connsiteY9" fmla="*/ 1900153 h 2653659"/>
                <a:gd name="connsiteX10" fmla="*/ 2406698 w 3815424"/>
                <a:gd name="connsiteY10" fmla="*/ 1418450 h 2653659"/>
                <a:gd name="connsiteX11" fmla="*/ 2996069 w 3815424"/>
                <a:gd name="connsiteY11" fmla="*/ 728678 h 2653659"/>
                <a:gd name="connsiteX12" fmla="*/ 3193967 w 3815424"/>
                <a:gd name="connsiteY12" fmla="*/ 137719 h 2653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59">
                  <a:moveTo>
                    <a:pt x="3203055" y="0"/>
                  </a:moveTo>
                  <a:lnTo>
                    <a:pt x="3815424" y="0"/>
                  </a:lnTo>
                  <a:lnTo>
                    <a:pt x="3801025" y="214243"/>
                  </a:lnTo>
                  <a:cubicBezTo>
                    <a:pt x="3616317" y="1584467"/>
                    <a:pt x="2091637" y="2653659"/>
                    <a:pt x="587142" y="2653659"/>
                  </a:cubicBezTo>
                  <a:cubicBezTo>
                    <a:pt x="400192" y="2653659"/>
                    <a:pt x="222112" y="2636953"/>
                    <a:pt x="53389" y="2605041"/>
                  </a:cubicBezTo>
                  <a:lnTo>
                    <a:pt x="0" y="2593136"/>
                  </a:lnTo>
                  <a:lnTo>
                    <a:pt x="0" y="1994836"/>
                  </a:lnTo>
                  <a:lnTo>
                    <a:pt x="159710" y="2035054"/>
                  </a:lnTo>
                  <a:cubicBezTo>
                    <a:pt x="295467" y="2061726"/>
                    <a:pt x="438268" y="2075152"/>
                    <a:pt x="587142" y="2075152"/>
                  </a:cubicBezTo>
                  <a:cubicBezTo>
                    <a:pt x="901731" y="2075152"/>
                    <a:pt x="1234490" y="2014697"/>
                    <a:pt x="1549283" y="1900153"/>
                  </a:cubicBezTo>
                  <a:cubicBezTo>
                    <a:pt x="1860709" y="1786959"/>
                    <a:pt x="2157231" y="1620350"/>
                    <a:pt x="2406698" y="1418450"/>
                  </a:cubicBezTo>
                  <a:cubicBezTo>
                    <a:pt x="2655859" y="1216840"/>
                    <a:pt x="2859596" y="978302"/>
                    <a:pt x="2996069" y="728678"/>
                  </a:cubicBezTo>
                  <a:cubicBezTo>
                    <a:pt x="3101178" y="536396"/>
                    <a:pt x="3167417" y="338366"/>
                    <a:pt x="3193967" y="13771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693EBD03-D832-462C-9304-7273698ED4F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15424" cy="2653660"/>
            </a:xfrm>
            <a:custGeom>
              <a:avLst/>
              <a:gdLst>
                <a:gd name="connsiteX0" fmla="*/ 3305038 w 3815424"/>
                <a:gd name="connsiteY0" fmla="*/ 0 h 2653660"/>
                <a:gd name="connsiteX1" fmla="*/ 3815424 w 3815424"/>
                <a:gd name="connsiteY1" fmla="*/ 0 h 2653660"/>
                <a:gd name="connsiteX2" fmla="*/ 3801025 w 3815424"/>
                <a:gd name="connsiteY2" fmla="*/ 214244 h 2653660"/>
                <a:gd name="connsiteX3" fmla="*/ 587142 w 3815424"/>
                <a:gd name="connsiteY3" fmla="*/ 2653660 h 2653660"/>
                <a:gd name="connsiteX4" fmla="*/ 53389 w 3815424"/>
                <a:gd name="connsiteY4" fmla="*/ 2605042 h 2653660"/>
                <a:gd name="connsiteX5" fmla="*/ 0 w 3815424"/>
                <a:gd name="connsiteY5" fmla="*/ 2593137 h 2653660"/>
                <a:gd name="connsiteX6" fmla="*/ 0 w 3815424"/>
                <a:gd name="connsiteY6" fmla="*/ 2094444 h 2653660"/>
                <a:gd name="connsiteX7" fmla="*/ 137675 w 3815424"/>
                <a:gd name="connsiteY7" fmla="*/ 2129195 h 2653660"/>
                <a:gd name="connsiteX8" fmla="*/ 587142 w 3815424"/>
                <a:gd name="connsiteY8" fmla="*/ 2171571 h 2653660"/>
                <a:gd name="connsiteX9" fmla="*/ 1585826 w 3815424"/>
                <a:gd name="connsiteY9" fmla="*/ 1990112 h 2653660"/>
                <a:gd name="connsiteX10" fmla="*/ 2473046 w 3815424"/>
                <a:gd name="connsiteY10" fmla="*/ 1491633 h 2653660"/>
                <a:gd name="connsiteX11" fmla="*/ 3086710 w 3815424"/>
                <a:gd name="connsiteY11" fmla="*/ 772838 h 2653660"/>
                <a:gd name="connsiteX12" fmla="*/ 3295217 w 3815424"/>
                <a:gd name="connsiteY12" fmla="*/ 149229 h 265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60">
                  <a:moveTo>
                    <a:pt x="3305038" y="0"/>
                  </a:moveTo>
                  <a:lnTo>
                    <a:pt x="3815424" y="0"/>
                  </a:lnTo>
                  <a:lnTo>
                    <a:pt x="3801025" y="214244"/>
                  </a:lnTo>
                  <a:cubicBezTo>
                    <a:pt x="3616317" y="1584467"/>
                    <a:pt x="2091637" y="2653660"/>
                    <a:pt x="587142" y="2653660"/>
                  </a:cubicBezTo>
                  <a:cubicBezTo>
                    <a:pt x="400192" y="2653660"/>
                    <a:pt x="222112" y="2636954"/>
                    <a:pt x="53389" y="2605042"/>
                  </a:cubicBezTo>
                  <a:lnTo>
                    <a:pt x="0" y="2593137"/>
                  </a:lnTo>
                  <a:lnTo>
                    <a:pt x="0" y="2094444"/>
                  </a:lnTo>
                  <a:lnTo>
                    <a:pt x="137675" y="2129195"/>
                  </a:lnTo>
                  <a:cubicBezTo>
                    <a:pt x="280616" y="2157374"/>
                    <a:pt x="430766" y="2171571"/>
                    <a:pt x="587142" y="2171571"/>
                  </a:cubicBezTo>
                  <a:cubicBezTo>
                    <a:pt x="918879" y="2171571"/>
                    <a:pt x="1254904" y="2110634"/>
                    <a:pt x="1585826" y="1990112"/>
                  </a:cubicBezTo>
                  <a:cubicBezTo>
                    <a:pt x="1908071" y="1873061"/>
                    <a:pt x="2214800" y="1700666"/>
                    <a:pt x="2473046" y="1491633"/>
                  </a:cubicBezTo>
                  <a:cubicBezTo>
                    <a:pt x="2735782" y="1279031"/>
                    <a:pt x="2942276" y="1037118"/>
                    <a:pt x="3086710" y="772838"/>
                  </a:cubicBezTo>
                  <a:cubicBezTo>
                    <a:pt x="3197408" y="570216"/>
                    <a:pt x="3267226" y="361248"/>
                    <a:pt x="3295217" y="14922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0D53D3E2-805E-40D2-964F-352BF6D476B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1"/>
              <a:ext cx="3815986" cy="2675935"/>
            </a:xfrm>
            <a:custGeom>
              <a:avLst/>
              <a:gdLst>
                <a:gd name="connsiteX0" fmla="*/ 3648768 w 3815986"/>
                <a:gd name="connsiteY0" fmla="*/ 0 h 2675935"/>
                <a:gd name="connsiteX1" fmla="*/ 3815986 w 3815986"/>
                <a:gd name="connsiteY1" fmla="*/ 0 h 2675935"/>
                <a:gd name="connsiteX2" fmla="*/ 3804695 w 3815986"/>
                <a:gd name="connsiteY2" fmla="*/ 200084 h 2675935"/>
                <a:gd name="connsiteX3" fmla="*/ 3762590 w 3815986"/>
                <a:gd name="connsiteY3" fmla="*/ 455543 h 2675935"/>
                <a:gd name="connsiteX4" fmla="*/ 3592332 w 3815986"/>
                <a:gd name="connsiteY4" fmla="*/ 947274 h 2675935"/>
                <a:gd name="connsiteX5" fmla="*/ 2953967 w 3815986"/>
                <a:gd name="connsiteY5" fmla="*/ 1782349 h 2675935"/>
                <a:gd name="connsiteX6" fmla="*/ 2530669 w 3815986"/>
                <a:gd name="connsiteY6" fmla="*/ 2109494 h 2675935"/>
                <a:gd name="connsiteX7" fmla="*/ 2057561 w 3815986"/>
                <a:gd name="connsiteY7" fmla="*/ 2369245 h 2675935"/>
                <a:gd name="connsiteX8" fmla="*/ 1007330 w 3815986"/>
                <a:gd name="connsiteY8" fmla="*/ 2655701 h 2675935"/>
                <a:gd name="connsiteX9" fmla="*/ 732765 w 3815986"/>
                <a:gd name="connsiteY9" fmla="*/ 2674696 h 2675935"/>
                <a:gd name="connsiteX10" fmla="*/ 457666 w 3815986"/>
                <a:gd name="connsiteY10" fmla="*/ 2670839 h 2675935"/>
                <a:gd name="connsiteX11" fmla="*/ 183574 w 3815986"/>
                <a:gd name="connsiteY11" fmla="*/ 2643312 h 2675935"/>
                <a:gd name="connsiteX12" fmla="*/ 0 w 3815986"/>
                <a:gd name="connsiteY12" fmla="*/ 2607798 h 2675935"/>
                <a:gd name="connsiteX13" fmla="*/ 0 w 3815986"/>
                <a:gd name="connsiteY13" fmla="*/ 2356652 h 2675935"/>
                <a:gd name="connsiteX14" fmla="*/ 222195 w 3815986"/>
                <a:gd name="connsiteY14" fmla="*/ 2396940 h 2675935"/>
                <a:gd name="connsiteX15" fmla="*/ 472364 w 3815986"/>
                <a:gd name="connsiteY15" fmla="*/ 2419092 h 2675935"/>
                <a:gd name="connsiteX16" fmla="*/ 974972 w 3815986"/>
                <a:gd name="connsiteY16" fmla="*/ 2402122 h 2675935"/>
                <a:gd name="connsiteX17" fmla="*/ 1468292 w 3815986"/>
                <a:gd name="connsiteY17" fmla="*/ 2304162 h 2675935"/>
                <a:gd name="connsiteX18" fmla="*/ 1940176 w 3815986"/>
                <a:gd name="connsiteY18" fmla="*/ 2133695 h 2675935"/>
                <a:gd name="connsiteX19" fmla="*/ 2783403 w 3815986"/>
                <a:gd name="connsiteY19" fmla="*/ 1609954 h 2675935"/>
                <a:gd name="connsiteX20" fmla="*/ 3128104 w 3815986"/>
                <a:gd name="connsiteY20" fmla="*/ 1260439 h 2675935"/>
                <a:gd name="connsiteX21" fmla="*/ 3400639 w 3815986"/>
                <a:gd name="connsiteY21" fmla="*/ 859052 h 2675935"/>
                <a:gd name="connsiteX22" fmla="*/ 3585595 w 3815986"/>
                <a:gd name="connsiteY22" fmla="*/ 415336 h 2675935"/>
                <a:gd name="connsiteX23" fmla="*/ 3635918 w 3815986"/>
                <a:gd name="connsiteY23" fmla="*/ 181137 h 2675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15986" h="2675935">
                  <a:moveTo>
                    <a:pt x="3648768" y="0"/>
                  </a:moveTo>
                  <a:lnTo>
                    <a:pt x="3815986" y="0"/>
                  </a:lnTo>
                  <a:lnTo>
                    <a:pt x="3804695" y="200084"/>
                  </a:lnTo>
                  <a:cubicBezTo>
                    <a:pt x="3795228" y="285751"/>
                    <a:pt x="3781167" y="371032"/>
                    <a:pt x="3762590" y="455543"/>
                  </a:cubicBezTo>
                  <a:cubicBezTo>
                    <a:pt x="3725537" y="624467"/>
                    <a:pt x="3668784" y="790112"/>
                    <a:pt x="3592332" y="947274"/>
                  </a:cubicBezTo>
                  <a:cubicBezTo>
                    <a:pt x="3438712" y="1261596"/>
                    <a:pt x="3216091" y="1542847"/>
                    <a:pt x="2953967" y="1782349"/>
                  </a:cubicBezTo>
                  <a:cubicBezTo>
                    <a:pt x="2822599" y="1902099"/>
                    <a:pt x="2680615" y="2011341"/>
                    <a:pt x="2530669" y="2109494"/>
                  </a:cubicBezTo>
                  <a:cubicBezTo>
                    <a:pt x="2380520" y="2207551"/>
                    <a:pt x="2222510" y="2294906"/>
                    <a:pt x="2057561" y="2369245"/>
                  </a:cubicBezTo>
                  <a:cubicBezTo>
                    <a:pt x="1727252" y="2516859"/>
                    <a:pt x="1371629" y="2614434"/>
                    <a:pt x="1007330" y="2655701"/>
                  </a:cubicBezTo>
                  <a:cubicBezTo>
                    <a:pt x="916281" y="2665873"/>
                    <a:pt x="824568" y="2672188"/>
                    <a:pt x="732765" y="2674696"/>
                  </a:cubicBezTo>
                  <a:cubicBezTo>
                    <a:pt x="640963" y="2677203"/>
                    <a:pt x="549072" y="2675901"/>
                    <a:pt x="457666" y="2670839"/>
                  </a:cubicBezTo>
                  <a:cubicBezTo>
                    <a:pt x="366106" y="2665584"/>
                    <a:pt x="274572" y="2656521"/>
                    <a:pt x="183574" y="2643312"/>
                  </a:cubicBezTo>
                  <a:lnTo>
                    <a:pt x="0" y="2607798"/>
                  </a:lnTo>
                  <a:lnTo>
                    <a:pt x="0" y="2356652"/>
                  </a:lnTo>
                  <a:lnTo>
                    <a:pt x="222195" y="2396940"/>
                  </a:lnTo>
                  <a:cubicBezTo>
                    <a:pt x="304990" y="2407980"/>
                    <a:pt x="388511" y="2415283"/>
                    <a:pt x="472364" y="2419092"/>
                  </a:cubicBezTo>
                  <a:cubicBezTo>
                    <a:pt x="640376" y="2427095"/>
                    <a:pt x="808184" y="2421791"/>
                    <a:pt x="974972" y="2402122"/>
                  </a:cubicBezTo>
                  <a:cubicBezTo>
                    <a:pt x="1141658" y="2382358"/>
                    <a:pt x="1306812" y="2349286"/>
                    <a:pt x="1468292" y="2304162"/>
                  </a:cubicBezTo>
                  <a:cubicBezTo>
                    <a:pt x="1629874" y="2259231"/>
                    <a:pt x="1787475" y="2201091"/>
                    <a:pt x="1940176" y="2133695"/>
                  </a:cubicBezTo>
                  <a:cubicBezTo>
                    <a:pt x="2246498" y="2000349"/>
                    <a:pt x="2532507" y="1823520"/>
                    <a:pt x="2783403" y="1609954"/>
                  </a:cubicBezTo>
                  <a:cubicBezTo>
                    <a:pt x="2908442" y="1502833"/>
                    <a:pt x="3024295" y="1385975"/>
                    <a:pt x="3128104" y="1260439"/>
                  </a:cubicBezTo>
                  <a:cubicBezTo>
                    <a:pt x="3232116" y="1135096"/>
                    <a:pt x="3323881" y="1000689"/>
                    <a:pt x="3400639" y="859052"/>
                  </a:cubicBezTo>
                  <a:cubicBezTo>
                    <a:pt x="3477399" y="717510"/>
                    <a:pt x="3541296" y="569316"/>
                    <a:pt x="3585595" y="415336"/>
                  </a:cubicBezTo>
                  <a:cubicBezTo>
                    <a:pt x="3607796" y="338540"/>
                    <a:pt x="3624638" y="260224"/>
                    <a:pt x="3635918" y="18113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B7A9A916-A926-43E6-800F-432ABC3F244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32270" cy="2876136"/>
            </a:xfrm>
            <a:custGeom>
              <a:avLst/>
              <a:gdLst>
                <a:gd name="connsiteX0" fmla="*/ 3800718 w 3832270"/>
                <a:gd name="connsiteY0" fmla="*/ 0 h 2876136"/>
                <a:gd name="connsiteX1" fmla="*/ 3832270 w 3832270"/>
                <a:gd name="connsiteY1" fmla="*/ 0 h 2876136"/>
                <a:gd name="connsiteX2" fmla="*/ 3824562 w 3832270"/>
                <a:gd name="connsiteY2" fmla="*/ 143769 h 2876136"/>
                <a:gd name="connsiteX3" fmla="*/ 3628155 w 3832270"/>
                <a:gd name="connsiteY3" fmla="*/ 922055 h 2876136"/>
                <a:gd name="connsiteX4" fmla="*/ 3514853 w 3832270"/>
                <a:gd name="connsiteY4" fmla="*/ 1169078 h 2876136"/>
                <a:gd name="connsiteX5" fmla="*/ 3379198 w 3832270"/>
                <a:gd name="connsiteY5" fmla="*/ 1407037 h 2876136"/>
                <a:gd name="connsiteX6" fmla="*/ 3043787 w 3832270"/>
                <a:gd name="connsiteY6" fmla="*/ 1848342 h 2876136"/>
                <a:gd name="connsiteX7" fmla="*/ 2845661 w 3832270"/>
                <a:gd name="connsiteY7" fmla="*/ 2047444 h 2876136"/>
                <a:gd name="connsiteX8" fmla="*/ 2793197 w 3832270"/>
                <a:gd name="connsiteY8" fmla="*/ 2094689 h 2876136"/>
                <a:gd name="connsiteX9" fmla="*/ 2739710 w 3832270"/>
                <a:gd name="connsiteY9" fmla="*/ 2140969 h 2876136"/>
                <a:gd name="connsiteX10" fmla="*/ 2629166 w 3832270"/>
                <a:gd name="connsiteY10" fmla="*/ 2229867 h 2876136"/>
                <a:gd name="connsiteX11" fmla="*/ 2145952 w 3832270"/>
                <a:gd name="connsiteY11" fmla="*/ 2535994 h 2876136"/>
                <a:gd name="connsiteX12" fmla="*/ 1034987 w 3832270"/>
                <a:gd name="connsiteY12" fmla="*/ 2863910 h 2876136"/>
                <a:gd name="connsiteX13" fmla="*/ 741909 w 3832270"/>
                <a:gd name="connsiteY13" fmla="*/ 2875939 h 2876136"/>
                <a:gd name="connsiteX14" fmla="*/ 450208 w 3832270"/>
                <a:gd name="connsiteY14" fmla="*/ 2857451 h 2876136"/>
                <a:gd name="connsiteX15" fmla="*/ 22215 w 3832270"/>
                <a:gd name="connsiteY15" fmla="*/ 2775923 h 2876136"/>
                <a:gd name="connsiteX16" fmla="*/ 0 w 3832270"/>
                <a:gd name="connsiteY16" fmla="*/ 2769256 h 2876136"/>
                <a:gd name="connsiteX17" fmla="*/ 0 w 3832270"/>
                <a:gd name="connsiteY17" fmla="*/ 2590612 h 2876136"/>
                <a:gd name="connsiteX18" fmla="*/ 199046 w 3832270"/>
                <a:gd name="connsiteY18" fmla="*/ 2627410 h 2876136"/>
                <a:gd name="connsiteX19" fmla="*/ 468174 w 3832270"/>
                <a:gd name="connsiteY19" fmla="*/ 2649670 h 2876136"/>
                <a:gd name="connsiteX20" fmla="*/ 1003650 w 3832270"/>
                <a:gd name="connsiteY20" fmla="*/ 2622480 h 2876136"/>
                <a:gd name="connsiteX21" fmla="*/ 1266489 w 3832270"/>
                <a:gd name="connsiteY21" fmla="*/ 2573982 h 2876136"/>
                <a:gd name="connsiteX22" fmla="*/ 1524223 w 3832270"/>
                <a:gd name="connsiteY22" fmla="*/ 2504657 h 2876136"/>
                <a:gd name="connsiteX23" fmla="*/ 1775731 w 3832270"/>
                <a:gd name="connsiteY23" fmla="*/ 2416243 h 2876136"/>
                <a:gd name="connsiteX24" fmla="*/ 2019789 w 3832270"/>
                <a:gd name="connsiteY24" fmla="*/ 2309412 h 2876136"/>
                <a:gd name="connsiteX25" fmla="*/ 2482486 w 3832270"/>
                <a:gd name="connsiteY25" fmla="*/ 2046962 h 2876136"/>
                <a:gd name="connsiteX26" fmla="*/ 2591908 w 3832270"/>
                <a:gd name="connsiteY26" fmla="*/ 1971371 h 2876136"/>
                <a:gd name="connsiteX27" fmla="*/ 2645702 w 3832270"/>
                <a:gd name="connsiteY27" fmla="*/ 1932321 h 2876136"/>
                <a:gd name="connsiteX28" fmla="*/ 2698779 w 3832270"/>
                <a:gd name="connsiteY28" fmla="*/ 1892309 h 2876136"/>
                <a:gd name="connsiteX29" fmla="*/ 2903537 w 3832270"/>
                <a:gd name="connsiteY29" fmla="*/ 1722516 h 2876136"/>
                <a:gd name="connsiteX30" fmla="*/ 3269061 w 3832270"/>
                <a:gd name="connsiteY30" fmla="*/ 1337327 h 2876136"/>
                <a:gd name="connsiteX31" fmla="*/ 3424928 w 3832270"/>
                <a:gd name="connsiteY31" fmla="*/ 1122508 h 2876136"/>
                <a:gd name="connsiteX32" fmla="*/ 3557622 w 3832270"/>
                <a:gd name="connsiteY32" fmla="*/ 893226 h 2876136"/>
                <a:gd name="connsiteX33" fmla="*/ 3587019 w 3832270"/>
                <a:gd name="connsiteY33" fmla="*/ 833929 h 2876136"/>
                <a:gd name="connsiteX34" fmla="*/ 3601310 w 3832270"/>
                <a:gd name="connsiteY34" fmla="*/ 804040 h 2876136"/>
                <a:gd name="connsiteX35" fmla="*/ 3614885 w 3832270"/>
                <a:gd name="connsiteY35" fmla="*/ 773861 h 2876136"/>
                <a:gd name="connsiteX36" fmla="*/ 3640812 w 3832270"/>
                <a:gd name="connsiteY36" fmla="*/ 713022 h 2876136"/>
                <a:gd name="connsiteX37" fmla="*/ 3665105 w 3832270"/>
                <a:gd name="connsiteY37" fmla="*/ 651506 h 2876136"/>
                <a:gd name="connsiteX38" fmla="*/ 3744110 w 3832270"/>
                <a:gd name="connsiteY38" fmla="*/ 399567 h 2876136"/>
                <a:gd name="connsiteX39" fmla="*/ 3792123 w 3832270"/>
                <a:gd name="connsiteY39" fmla="*/ 140444 h 2876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832270" h="2876136">
                  <a:moveTo>
                    <a:pt x="3800718" y="0"/>
                  </a:moveTo>
                  <a:lnTo>
                    <a:pt x="3832270" y="0"/>
                  </a:lnTo>
                  <a:lnTo>
                    <a:pt x="3824562" y="143769"/>
                  </a:lnTo>
                  <a:cubicBezTo>
                    <a:pt x="3797131" y="409191"/>
                    <a:pt x="3730585" y="671345"/>
                    <a:pt x="3628155" y="922055"/>
                  </a:cubicBezTo>
                  <a:cubicBezTo>
                    <a:pt x="3593858" y="1005553"/>
                    <a:pt x="3556704" y="1088280"/>
                    <a:pt x="3514853" y="1169078"/>
                  </a:cubicBezTo>
                  <a:cubicBezTo>
                    <a:pt x="3473616" y="1250166"/>
                    <a:pt x="3428194" y="1329517"/>
                    <a:pt x="3379198" y="1407037"/>
                  </a:cubicBezTo>
                  <a:cubicBezTo>
                    <a:pt x="3281106" y="1561980"/>
                    <a:pt x="3169132" y="1710174"/>
                    <a:pt x="3043787" y="1848342"/>
                  </a:cubicBezTo>
                  <a:cubicBezTo>
                    <a:pt x="2980806" y="1917184"/>
                    <a:pt x="2915071" y="1984001"/>
                    <a:pt x="2845661" y="2047444"/>
                  </a:cubicBezTo>
                  <a:cubicBezTo>
                    <a:pt x="2828411" y="2063450"/>
                    <a:pt x="2811060" y="2079263"/>
                    <a:pt x="2793197" y="2094689"/>
                  </a:cubicBezTo>
                  <a:cubicBezTo>
                    <a:pt x="2775436" y="2110213"/>
                    <a:pt x="2757982" y="2126025"/>
                    <a:pt x="2739710" y="2140969"/>
                  </a:cubicBezTo>
                  <a:cubicBezTo>
                    <a:pt x="2703576" y="2171341"/>
                    <a:pt x="2666524" y="2200749"/>
                    <a:pt x="2629166" y="2229867"/>
                  </a:cubicBezTo>
                  <a:cubicBezTo>
                    <a:pt x="2479015" y="2345569"/>
                    <a:pt x="2316821" y="2448061"/>
                    <a:pt x="2145952" y="2535994"/>
                  </a:cubicBezTo>
                  <a:cubicBezTo>
                    <a:pt x="1804312" y="2711957"/>
                    <a:pt x="1424600" y="2826982"/>
                    <a:pt x="1034987" y="2863910"/>
                  </a:cubicBezTo>
                  <a:cubicBezTo>
                    <a:pt x="937762" y="2873167"/>
                    <a:pt x="839720" y="2877096"/>
                    <a:pt x="741909" y="2875939"/>
                  </a:cubicBezTo>
                  <a:cubicBezTo>
                    <a:pt x="644097" y="2874782"/>
                    <a:pt x="546515" y="2868539"/>
                    <a:pt x="450208" y="2857451"/>
                  </a:cubicBezTo>
                  <a:cubicBezTo>
                    <a:pt x="305520" y="2840674"/>
                    <a:pt x="162095" y="2813810"/>
                    <a:pt x="22215" y="2775923"/>
                  </a:cubicBezTo>
                  <a:lnTo>
                    <a:pt x="0" y="2769256"/>
                  </a:lnTo>
                  <a:lnTo>
                    <a:pt x="0" y="2590612"/>
                  </a:lnTo>
                  <a:lnTo>
                    <a:pt x="199046" y="2627410"/>
                  </a:lnTo>
                  <a:cubicBezTo>
                    <a:pt x="288321" y="2639209"/>
                    <a:pt x="378197" y="2646537"/>
                    <a:pt x="468174" y="2649670"/>
                  </a:cubicBezTo>
                  <a:cubicBezTo>
                    <a:pt x="648333" y="2656805"/>
                    <a:pt x="826655" y="2647163"/>
                    <a:pt x="1003650" y="2622480"/>
                  </a:cubicBezTo>
                  <a:cubicBezTo>
                    <a:pt x="1091943" y="2609658"/>
                    <a:pt x="1179725" y="2593747"/>
                    <a:pt x="1266489" y="2573982"/>
                  </a:cubicBezTo>
                  <a:cubicBezTo>
                    <a:pt x="1353250" y="2553927"/>
                    <a:pt x="1439298" y="2531076"/>
                    <a:pt x="1524223" y="2504657"/>
                  </a:cubicBezTo>
                  <a:cubicBezTo>
                    <a:pt x="1609149" y="2478336"/>
                    <a:pt x="1693052" y="2448833"/>
                    <a:pt x="1775731" y="2416243"/>
                  </a:cubicBezTo>
                  <a:cubicBezTo>
                    <a:pt x="1858309" y="2383557"/>
                    <a:pt x="1939764" y="2347882"/>
                    <a:pt x="2019789" y="2309412"/>
                  </a:cubicBezTo>
                  <a:cubicBezTo>
                    <a:pt x="2179839" y="2232567"/>
                    <a:pt x="2334583" y="2144923"/>
                    <a:pt x="2482486" y="2046962"/>
                  </a:cubicBezTo>
                  <a:cubicBezTo>
                    <a:pt x="2519334" y="2022376"/>
                    <a:pt x="2556081" y="1997403"/>
                    <a:pt x="2591908" y="1971371"/>
                  </a:cubicBezTo>
                  <a:cubicBezTo>
                    <a:pt x="2610077" y="1958644"/>
                    <a:pt x="2627838" y="1945434"/>
                    <a:pt x="2645702" y="1932321"/>
                  </a:cubicBezTo>
                  <a:cubicBezTo>
                    <a:pt x="2663666" y="1919305"/>
                    <a:pt x="2681325" y="1905903"/>
                    <a:pt x="2698779" y="1892309"/>
                  </a:cubicBezTo>
                  <a:cubicBezTo>
                    <a:pt x="2768903" y="1838025"/>
                    <a:pt x="2837496" y="1781717"/>
                    <a:pt x="2903537" y="1722516"/>
                  </a:cubicBezTo>
                  <a:cubicBezTo>
                    <a:pt x="3035926" y="1604501"/>
                    <a:pt x="3158720" y="1475784"/>
                    <a:pt x="3269061" y="1337327"/>
                  </a:cubicBezTo>
                  <a:cubicBezTo>
                    <a:pt x="3324182" y="1268099"/>
                    <a:pt x="3376341" y="1196461"/>
                    <a:pt x="3424928" y="1122508"/>
                  </a:cubicBezTo>
                  <a:cubicBezTo>
                    <a:pt x="3472697" y="1048170"/>
                    <a:pt x="3517814" y="972000"/>
                    <a:pt x="3557622" y="893226"/>
                  </a:cubicBezTo>
                  <a:cubicBezTo>
                    <a:pt x="3567931" y="873654"/>
                    <a:pt x="3577526" y="853791"/>
                    <a:pt x="3587019" y="833929"/>
                  </a:cubicBezTo>
                  <a:lnTo>
                    <a:pt x="3601310" y="804040"/>
                  </a:lnTo>
                  <a:lnTo>
                    <a:pt x="3614885" y="773861"/>
                  </a:lnTo>
                  <a:cubicBezTo>
                    <a:pt x="3623766" y="753709"/>
                    <a:pt x="3632748" y="733559"/>
                    <a:pt x="3640812" y="713022"/>
                  </a:cubicBezTo>
                  <a:cubicBezTo>
                    <a:pt x="3648876" y="692485"/>
                    <a:pt x="3657756" y="672236"/>
                    <a:pt x="3665105" y="651506"/>
                  </a:cubicBezTo>
                  <a:cubicBezTo>
                    <a:pt x="3696544" y="569166"/>
                    <a:pt x="3723185" y="485089"/>
                    <a:pt x="3744110" y="399567"/>
                  </a:cubicBezTo>
                  <a:cubicBezTo>
                    <a:pt x="3765341" y="314238"/>
                    <a:pt x="3781392" y="227654"/>
                    <a:pt x="3792123" y="14044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</p:grpSp>
      <p:pic>
        <p:nvPicPr>
          <p:cNvPr id="7" name="Picture 6" descr="A person standing in front of a canyon&#10;&#10;Description automatically generated">
            <a:extLst>
              <a:ext uri="{FF2B5EF4-FFF2-40B4-BE49-F238E27FC236}">
                <a16:creationId xmlns:a16="http://schemas.microsoft.com/office/drawing/2014/main" id="{E19F4CC5-86E2-6120-6BA6-A4BA999729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87477" y="2174333"/>
            <a:ext cx="1841500" cy="181133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D2B48C8-AF44-B5F0-987F-4D42086658C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345"/>
            <a:ext cx="10022049" cy="2082800"/>
          </a:xfrm>
        </p:spPr>
        <p:txBody>
          <a:bodyPr anchor="b">
            <a:noAutofit/>
          </a:bodyPr>
          <a:lstStyle/>
          <a:p>
            <a:r>
              <a:rPr lang="en-US" b="1" dirty="0">
                <a:latin typeface="Palatino Linotype" panose="02040502050505030304" pitchFamily="18" charset="0"/>
              </a:rPr>
              <a:t>Database Processing</a:t>
            </a:r>
            <a:br>
              <a:rPr lang="en-US" b="1" dirty="0">
                <a:latin typeface="Palatino Linotype" panose="02040502050505030304" pitchFamily="18" charset="0"/>
              </a:rPr>
            </a:br>
            <a:r>
              <a:rPr lang="en-US" b="1" dirty="0">
                <a:latin typeface="Palatino Linotype" panose="02040502050505030304" pitchFamily="18" charset="0"/>
              </a:rPr>
              <a:t>CS 451 / 551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5F41A32-71B2-3583-AD42-E6D267DC8F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060266" y="4046467"/>
            <a:ext cx="4032351" cy="2701466"/>
          </a:xfrm>
        </p:spPr>
        <p:txBody>
          <a:bodyPr anchor="ctr">
            <a:noAutofit/>
          </a:bodyPr>
          <a:lstStyle/>
          <a:p>
            <a:r>
              <a:rPr lang="en-US" b="1" dirty="0">
                <a:latin typeface="Palatino Linotype" panose="02040502050505030304" pitchFamily="18" charset="0"/>
              </a:rPr>
              <a:t>Suyash Gupta</a:t>
            </a:r>
          </a:p>
          <a:p>
            <a:r>
              <a:rPr lang="en-US" dirty="0">
                <a:latin typeface="Palatino Linotype" panose="02040502050505030304" pitchFamily="18" charset="0"/>
              </a:rPr>
              <a:t>Assistant Professor</a:t>
            </a:r>
          </a:p>
          <a:p>
            <a:r>
              <a:rPr lang="en-US" dirty="0" err="1">
                <a:latin typeface="Palatino Linotype" panose="02040502050505030304" pitchFamily="18" charset="0"/>
              </a:rPr>
              <a:t>Distopia</a:t>
            </a:r>
            <a:r>
              <a:rPr lang="en-US" dirty="0">
                <a:latin typeface="Palatino Linotype" panose="02040502050505030304" pitchFamily="18" charset="0"/>
              </a:rPr>
              <a:t> Labs and ONRG</a:t>
            </a:r>
          </a:p>
          <a:p>
            <a:r>
              <a:rPr lang="en-US" dirty="0">
                <a:latin typeface="Palatino Linotype" panose="02040502050505030304" pitchFamily="18" charset="0"/>
              </a:rPr>
              <a:t>Dept. of  Computer Science</a:t>
            </a:r>
          </a:p>
          <a:p>
            <a:r>
              <a:rPr lang="en-US" dirty="0">
                <a:latin typeface="Palatino Linotype" panose="02040502050505030304" pitchFamily="18" charset="0"/>
              </a:rPr>
              <a:t>(E) </a:t>
            </a:r>
            <a:r>
              <a:rPr lang="en-US" u="sng" dirty="0" err="1">
                <a:solidFill>
                  <a:schemeClr val="accent5">
                    <a:lumMod val="75000"/>
                  </a:schemeClr>
                </a:solidFill>
                <a:latin typeface="Palatino Linotype" panose="02040502050505030304" pitchFamily="18" charset="0"/>
              </a:rPr>
              <a:t>suyash@uoregon.edu</a:t>
            </a:r>
            <a:endParaRPr lang="en-US" u="sng" dirty="0">
              <a:solidFill>
                <a:schemeClr val="accent5">
                  <a:lumMod val="75000"/>
                </a:schemeClr>
              </a:solidFill>
              <a:latin typeface="Palatino Linotype" panose="02040502050505030304" pitchFamily="18" charset="0"/>
            </a:endParaRPr>
          </a:p>
          <a:p>
            <a:r>
              <a:rPr lang="en-US" dirty="0">
                <a:latin typeface="Palatino Linotype" panose="02040502050505030304" pitchFamily="18" charset="0"/>
              </a:rPr>
              <a:t>(W) </a:t>
            </a:r>
            <a:r>
              <a:rPr lang="en-US" dirty="0" err="1">
                <a:solidFill>
                  <a:schemeClr val="accent5">
                    <a:lumMod val="75000"/>
                  </a:schemeClr>
                </a:solidFill>
                <a:latin typeface="Palatino Linotype" panose="02040502050505030304" pitchFamily="18" charset="0"/>
              </a:rPr>
              <a:t>gupta-suyash.github.io</a:t>
            </a:r>
            <a:endParaRPr lang="en-US" dirty="0">
              <a:solidFill>
                <a:schemeClr val="accent5">
                  <a:lumMod val="75000"/>
                </a:schemeClr>
              </a:solidFill>
              <a:latin typeface="Palatino Linotype" panose="02040502050505030304" pitchFamily="18" charset="0"/>
            </a:endParaRP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EB9FC66A-592F-FBDF-B36C-0806F15396D3}"/>
              </a:ext>
            </a:extLst>
          </p:cNvPr>
          <p:cNvSpPr txBox="1">
            <a:spLocks/>
          </p:cNvSpPr>
          <p:nvPr/>
        </p:nvSpPr>
        <p:spPr>
          <a:xfrm>
            <a:off x="440265" y="2992675"/>
            <a:ext cx="6978302" cy="81197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2800" b="1" dirty="0">
                <a:latin typeface="Palatino Linotype" panose="02040502050505030304" pitchFamily="18" charset="0"/>
              </a:rPr>
              <a:t>Lecture 11: </a:t>
            </a:r>
          </a:p>
          <a:p>
            <a:pPr algn="l"/>
            <a:r>
              <a:rPr lang="en-US" sz="2800" b="1" dirty="0">
                <a:latin typeface="Palatino Linotype" panose="02040502050505030304" pitchFamily="18" charset="0"/>
              </a:rPr>
              <a:t>Transactions and </a:t>
            </a:r>
            <a:r>
              <a:rPr lang="en-US" sz="2800" b="1">
                <a:latin typeface="Palatino Linotype" panose="02040502050505030304" pitchFamily="18" charset="0"/>
              </a:rPr>
              <a:t>Concurrency Control</a:t>
            </a:r>
            <a:endParaRPr lang="en-US" sz="2800" dirty="0">
              <a:latin typeface="Palatino Linotype" panose="02040502050505030304" pitchFamily="18" charset="0"/>
            </a:endParaRPr>
          </a:p>
        </p:txBody>
      </p:sp>
      <p:pic>
        <p:nvPicPr>
          <p:cNvPr id="10" name="Picture 9" descr="A green text on a white background&#10;&#10;Description automatically generated">
            <a:extLst>
              <a:ext uri="{FF2B5EF4-FFF2-40B4-BE49-F238E27FC236}">
                <a16:creationId xmlns:a16="http://schemas.microsoft.com/office/drawing/2014/main" id="{26DF3547-56D5-7219-73C4-095E9D8B2B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76197" y="5231519"/>
            <a:ext cx="3469653" cy="8118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09629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F22FCC-27CF-F2D7-2EE5-A4EB10F7D3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5320" y="357809"/>
            <a:ext cx="11049000" cy="5998541"/>
          </a:xfrm>
        </p:spPr>
        <p:txBody>
          <a:bodyPr>
            <a:normAutofit/>
          </a:bodyPr>
          <a:lstStyle/>
          <a:p>
            <a:pPr algn="ctr"/>
            <a:r>
              <a:rPr lang="en-US" sz="3600" b="1" dirty="0">
                <a:solidFill>
                  <a:srgbClr val="FF0000"/>
                </a:solidFill>
                <a:latin typeface="Palatino Linotype" panose="02040502050505030304" pitchFamily="18" charset="0"/>
              </a:rPr>
              <a:t>Assignment 2 is Out!</a:t>
            </a:r>
            <a:br>
              <a:rPr lang="en-US" sz="3600" b="1" dirty="0">
                <a:solidFill>
                  <a:srgbClr val="FF0000"/>
                </a:solidFill>
                <a:latin typeface="Palatino Linotype" panose="02040502050505030304" pitchFamily="18" charset="0"/>
              </a:rPr>
            </a:br>
            <a:r>
              <a:rPr lang="en-US" sz="3600" b="1" dirty="0">
                <a:solidFill>
                  <a:srgbClr val="FF0000"/>
                </a:solidFill>
                <a:latin typeface="Palatino Linotype" panose="02040502050505030304" pitchFamily="18" charset="0"/>
              </a:rPr>
              <a:t>Deadline: </a:t>
            </a:r>
            <a:r>
              <a:rPr lang="en-US" sz="3600" b="1" dirty="0">
                <a:latin typeface="Palatino Linotype" panose="02040502050505030304" pitchFamily="18" charset="0"/>
              </a:rPr>
              <a:t>Nov 13, 2025 at 11:59pm</a:t>
            </a:r>
            <a:br>
              <a:rPr lang="en-US" sz="3600" b="1" dirty="0">
                <a:latin typeface="Palatino Linotype" panose="02040502050505030304" pitchFamily="18" charset="0"/>
              </a:rPr>
            </a:br>
            <a:br>
              <a:rPr lang="en-US" sz="3600" b="1" dirty="0">
                <a:latin typeface="Palatino Linotype" panose="02040502050505030304" pitchFamily="18" charset="0"/>
              </a:rPr>
            </a:br>
            <a:r>
              <a:rPr lang="en-US" sz="3600" b="1" dirty="0">
                <a:solidFill>
                  <a:srgbClr val="FF0000"/>
                </a:solidFill>
                <a:latin typeface="Palatino Linotype" panose="02040502050505030304" pitchFamily="18" charset="0"/>
              </a:rPr>
              <a:t>Assignment 3 will be released </a:t>
            </a:r>
            <a:r>
              <a:rPr lang="en-US" sz="3600" b="1" dirty="0">
                <a:latin typeface="Palatino Linotype" panose="02040502050505030304" pitchFamily="18" charset="0"/>
              </a:rPr>
              <a:t>on Nov 13, 2025</a:t>
            </a:r>
            <a:r>
              <a:rPr lang="en-US" sz="3600" b="1" dirty="0">
                <a:solidFill>
                  <a:srgbClr val="FF0000"/>
                </a:solidFill>
                <a:latin typeface="Palatino Linotype" panose="02040502050505030304" pitchFamily="18" charset="0"/>
              </a:rPr>
              <a:t>!</a:t>
            </a:r>
            <a:br>
              <a:rPr lang="en-US" sz="3600" b="1" dirty="0">
                <a:latin typeface="Palatino Linotype" panose="02040502050505030304" pitchFamily="18" charset="0"/>
              </a:rPr>
            </a:br>
            <a:br>
              <a:rPr lang="en-US" sz="3600" b="1" dirty="0">
                <a:latin typeface="Palatino Linotype" panose="02040502050505030304" pitchFamily="18" charset="0"/>
              </a:rPr>
            </a:br>
            <a:endParaRPr lang="en-US" sz="3600" b="1" dirty="0">
              <a:latin typeface="Palatino Linotype" panose="02040502050505030304" pitchFamily="18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D18778C-3E2C-8860-054C-C171C703CB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7086" y="6356350"/>
            <a:ext cx="4114800" cy="365125"/>
          </a:xfrm>
        </p:spPr>
        <p:txBody>
          <a:bodyPr/>
          <a:lstStyle/>
          <a:p>
            <a:pPr algn="l"/>
            <a:endParaRPr lang="en-US" dirty="0">
              <a:latin typeface="Palatino Linotype" panose="02040502050505030304" pitchFamily="18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BC9E170-001F-6BBC-3F11-BD36E9FE8C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07290" y="6356350"/>
            <a:ext cx="2743200" cy="365125"/>
          </a:xfrm>
        </p:spPr>
        <p:txBody>
          <a:bodyPr/>
          <a:lstStyle/>
          <a:p>
            <a:fld id="{D0FE24AB-0A3D-3945-A314-A55A03C76B7E}" type="slidenum">
              <a:rPr lang="en-US" smtClean="0">
                <a:latin typeface="Palatino Linotype" panose="02040502050505030304" pitchFamily="18" charset="0"/>
              </a:rPr>
              <a:t>2</a:t>
            </a:fld>
            <a:endParaRPr lang="en-US" dirty="0">
              <a:latin typeface="Palatino Linotype" panose="0204050205050503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529850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B7D68B-8D9A-D7F0-0DDB-33786996B3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AAB1FE-1F4E-BB6E-3C23-F43E9C8073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905091"/>
          </a:xfrm>
        </p:spPr>
        <p:txBody>
          <a:bodyPr>
            <a:normAutofit/>
          </a:bodyPr>
          <a:lstStyle/>
          <a:p>
            <a:pPr algn="ctr"/>
            <a:r>
              <a:rPr lang="en-US" sz="4000" b="1" dirty="0">
                <a:latin typeface="Palatino Linotype" panose="02040502050505030304" pitchFamily="18" charset="0"/>
              </a:rPr>
              <a:t>Transactions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407D66-FA56-360F-ED7F-581C0DAE18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5214" y="1590293"/>
            <a:ext cx="11816785" cy="4387174"/>
          </a:xfrm>
        </p:spPr>
        <p:txBody>
          <a:bodyPr>
            <a:noAutofit/>
          </a:bodyPr>
          <a:lstStyle/>
          <a:p>
            <a:r>
              <a:rPr lang="en-US" sz="2400" dirty="0">
                <a:latin typeface="Palatino Linotype" panose="02040502050505030304" pitchFamily="18" charset="0"/>
              </a:rPr>
              <a:t>Transactions are ubiquitous!</a:t>
            </a:r>
          </a:p>
          <a:p>
            <a:endParaRPr lang="en-US" sz="2400" dirty="0">
              <a:latin typeface="Palatino Linotype" panose="02040502050505030304" pitchFamily="18" charset="0"/>
            </a:endParaRPr>
          </a:p>
          <a:p>
            <a:r>
              <a:rPr lang="en-US" sz="2400" dirty="0">
                <a:latin typeface="Palatino Linotype" panose="02040502050505030304" pitchFamily="18" charset="0"/>
              </a:rPr>
              <a:t>Examples: Banking, Online shopping, Trading, Social media, and so on.</a:t>
            </a:r>
          </a:p>
          <a:p>
            <a:endParaRPr lang="en-US" sz="2400" dirty="0">
              <a:latin typeface="Palatino Linotype" panose="02040502050505030304" pitchFamily="18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3F589B8-7814-76CD-163A-687031D388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07290" y="6356350"/>
            <a:ext cx="2743200" cy="365125"/>
          </a:xfrm>
        </p:spPr>
        <p:txBody>
          <a:bodyPr/>
          <a:lstStyle/>
          <a:p>
            <a:fld id="{D0FE24AB-0A3D-3945-A314-A55A03C76B7E}" type="slidenum">
              <a:rPr lang="en-US" smtClean="0">
                <a:latin typeface="Palatino Linotype" panose="02040502050505030304" pitchFamily="18" charset="0"/>
              </a:rPr>
              <a:t>3</a:t>
            </a:fld>
            <a:endParaRPr lang="en-US" dirty="0">
              <a:latin typeface="Palatino Linotype" panose="0204050205050503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054593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FA8DDD-1DF3-7D0F-3239-A92EAC0D47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1BA1A4-9C19-748E-77C5-A56666EC81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905091"/>
          </a:xfrm>
        </p:spPr>
        <p:txBody>
          <a:bodyPr>
            <a:normAutofit/>
          </a:bodyPr>
          <a:lstStyle/>
          <a:p>
            <a:pPr algn="ctr"/>
            <a:r>
              <a:rPr lang="en-US" sz="4000" b="1" dirty="0">
                <a:latin typeface="Palatino Linotype" panose="02040502050505030304" pitchFamily="18" charset="0"/>
              </a:rPr>
              <a:t>How to define a Transaction?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2BADD8C-9959-A56E-7A94-25963EE403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07290" y="6356350"/>
            <a:ext cx="2743200" cy="365125"/>
          </a:xfrm>
        </p:spPr>
        <p:txBody>
          <a:bodyPr/>
          <a:lstStyle/>
          <a:p>
            <a:fld id="{D0FE24AB-0A3D-3945-A314-A55A03C76B7E}" type="slidenum">
              <a:rPr lang="en-US" smtClean="0">
                <a:latin typeface="Palatino Linotype" panose="02040502050505030304" pitchFamily="18" charset="0"/>
              </a:rPr>
              <a:t>4</a:t>
            </a:fld>
            <a:endParaRPr lang="en-US" dirty="0">
              <a:latin typeface="Palatino Linotype" panose="0204050205050503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917902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9FE910-3549-AC76-22AC-20106263F4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1ACB99-9665-FB45-81C5-DF4FF34A5D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905091"/>
          </a:xfrm>
        </p:spPr>
        <p:txBody>
          <a:bodyPr>
            <a:normAutofit/>
          </a:bodyPr>
          <a:lstStyle/>
          <a:p>
            <a:pPr algn="ctr"/>
            <a:r>
              <a:rPr lang="en-US" sz="4000" b="1" dirty="0">
                <a:latin typeface="Palatino Linotype" panose="02040502050505030304" pitchFamily="18" charset="0"/>
              </a:rPr>
              <a:t>How to define a Transaction?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F3EFAA-337C-C639-2896-0FDDF6B2D4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5214" y="1590293"/>
            <a:ext cx="11816785" cy="4387174"/>
          </a:xfrm>
        </p:spPr>
        <p:txBody>
          <a:bodyPr>
            <a:noAutofit/>
          </a:bodyPr>
          <a:lstStyle/>
          <a:p>
            <a:r>
              <a:rPr lang="en-US" sz="2400" dirty="0">
                <a:latin typeface="Palatino Linotype" panose="02040502050505030304" pitchFamily="18" charset="0"/>
              </a:rPr>
              <a:t>Transaction is a collection of operations.</a:t>
            </a:r>
          </a:p>
          <a:p>
            <a:endParaRPr lang="en-US" sz="2400" dirty="0">
              <a:latin typeface="Palatino Linotype" panose="02040502050505030304" pitchFamily="18" charset="0"/>
            </a:endParaRPr>
          </a:p>
          <a:p>
            <a:r>
              <a:rPr lang="en-US" sz="2400" dirty="0">
                <a:latin typeface="Palatino Linotype" panose="02040502050505030304" pitchFamily="18" charset="0"/>
              </a:rPr>
              <a:t>For example: </a:t>
            </a:r>
          </a:p>
          <a:p>
            <a:pPr lvl="1"/>
            <a:r>
              <a:rPr lang="en-US" dirty="0">
                <a:latin typeface="Palatino Linotype" panose="02040502050505030304" pitchFamily="18" charset="0"/>
              </a:rPr>
              <a:t>Moving money from one </a:t>
            </a:r>
            <a:r>
              <a:rPr lang="en-US" dirty="0" err="1">
                <a:latin typeface="Palatino Linotype" panose="02040502050505030304" pitchFamily="18" charset="0"/>
              </a:rPr>
              <a:t>checkings</a:t>
            </a:r>
            <a:r>
              <a:rPr lang="en-US" dirty="0">
                <a:latin typeface="Palatino Linotype" panose="02040502050505030304" pitchFamily="18" charset="0"/>
              </a:rPr>
              <a:t> account to savings account.</a:t>
            </a:r>
          </a:p>
          <a:p>
            <a:pPr lvl="1"/>
            <a:r>
              <a:rPr lang="en-US" dirty="0">
                <a:latin typeface="Palatino Linotype" panose="02040502050505030304" pitchFamily="18" charset="0"/>
              </a:rPr>
              <a:t>Buying a product from Amazon.</a:t>
            </a:r>
          </a:p>
          <a:p>
            <a:endParaRPr lang="en-US" sz="2400" dirty="0">
              <a:latin typeface="Palatino Linotype" panose="02040502050505030304" pitchFamily="18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FC613FD-7945-9747-6DD7-A6E2D441EC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07290" y="6356350"/>
            <a:ext cx="2743200" cy="365125"/>
          </a:xfrm>
        </p:spPr>
        <p:txBody>
          <a:bodyPr/>
          <a:lstStyle/>
          <a:p>
            <a:fld id="{D0FE24AB-0A3D-3945-A314-A55A03C76B7E}" type="slidenum">
              <a:rPr lang="en-US" smtClean="0">
                <a:latin typeface="Palatino Linotype" panose="02040502050505030304" pitchFamily="18" charset="0"/>
              </a:rPr>
              <a:t>5</a:t>
            </a:fld>
            <a:endParaRPr lang="en-US" dirty="0">
              <a:latin typeface="Palatino Linotype" panose="0204050205050503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072154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1AE8E1-0004-CC11-CBBD-DE1852B6F0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9C5BF0-ABB4-F3C8-26E0-62C48848C7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905091"/>
          </a:xfrm>
        </p:spPr>
        <p:txBody>
          <a:bodyPr>
            <a:normAutofit/>
          </a:bodyPr>
          <a:lstStyle/>
          <a:p>
            <a:pPr algn="ctr"/>
            <a:r>
              <a:rPr lang="en-US" sz="4000" b="1" dirty="0">
                <a:latin typeface="Palatino Linotype" panose="02040502050505030304" pitchFamily="18" charset="0"/>
              </a:rPr>
              <a:t>How to define a Transaction?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4A797D-02AF-BE41-83E3-FBD8D1F8B3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5214" y="1590293"/>
            <a:ext cx="11816785" cy="4387174"/>
          </a:xfrm>
        </p:spPr>
        <p:txBody>
          <a:bodyPr>
            <a:noAutofit/>
          </a:bodyPr>
          <a:lstStyle/>
          <a:p>
            <a:r>
              <a:rPr lang="en-US" sz="2400" dirty="0">
                <a:latin typeface="Palatino Linotype" panose="02040502050505030304" pitchFamily="18" charset="0"/>
              </a:rPr>
              <a:t>Transaction is a unit of program that reads and/or writes one or more data items.</a:t>
            </a:r>
          </a:p>
          <a:p>
            <a:endParaRPr lang="en-US" sz="2400" dirty="0">
              <a:latin typeface="Palatino Linotype" panose="02040502050505030304" pitchFamily="18" charset="0"/>
            </a:endParaRPr>
          </a:p>
          <a:p>
            <a:r>
              <a:rPr lang="en-US" sz="2400" dirty="0">
                <a:latin typeface="Palatino Linotype" panose="02040502050505030304" pitchFamily="18" charset="0"/>
              </a:rPr>
              <a:t>A common way to write a transaction in popular DBMS is by placing the body of the transaction between, “</a:t>
            </a:r>
            <a:r>
              <a:rPr lang="en-US" sz="2400" b="1" dirty="0">
                <a:latin typeface="Palatino Linotype" panose="02040502050505030304" pitchFamily="18" charset="0"/>
              </a:rPr>
              <a:t>begin transaction</a:t>
            </a:r>
            <a:r>
              <a:rPr lang="en-US" sz="2400" dirty="0">
                <a:latin typeface="Palatino Linotype" panose="02040502050505030304" pitchFamily="18" charset="0"/>
              </a:rPr>
              <a:t>” and “</a:t>
            </a:r>
            <a:r>
              <a:rPr lang="en-US" sz="2400" b="1" dirty="0">
                <a:latin typeface="Palatino Linotype" panose="02040502050505030304" pitchFamily="18" charset="0"/>
              </a:rPr>
              <a:t>end transaction</a:t>
            </a:r>
            <a:r>
              <a:rPr lang="en-US" sz="2400" dirty="0">
                <a:latin typeface="Palatino Linotype" panose="02040502050505030304" pitchFamily="18" charset="0"/>
              </a:rPr>
              <a:t>”.</a:t>
            </a:r>
            <a:endParaRPr lang="en-US" dirty="0">
              <a:latin typeface="Palatino Linotype" panose="02040502050505030304" pitchFamily="18" charset="0"/>
            </a:endParaRPr>
          </a:p>
          <a:p>
            <a:endParaRPr lang="en-US" sz="2400" dirty="0">
              <a:latin typeface="Palatino Linotype" panose="02040502050505030304" pitchFamily="18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6B383BD-ACBA-072A-9F37-8368DD8C9E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07290" y="6356350"/>
            <a:ext cx="2743200" cy="365125"/>
          </a:xfrm>
        </p:spPr>
        <p:txBody>
          <a:bodyPr/>
          <a:lstStyle/>
          <a:p>
            <a:fld id="{D0FE24AB-0A3D-3945-A314-A55A03C76B7E}" type="slidenum">
              <a:rPr lang="en-US" smtClean="0">
                <a:latin typeface="Palatino Linotype" panose="02040502050505030304" pitchFamily="18" charset="0"/>
              </a:rPr>
              <a:t>6</a:t>
            </a:fld>
            <a:endParaRPr lang="en-US" dirty="0">
              <a:latin typeface="Palatino Linotype" panose="0204050205050503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824642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F11BA8-111A-F870-0C75-2E327E9949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67B771-8C32-A827-B937-D5E773330A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905091"/>
          </a:xfrm>
        </p:spPr>
        <p:txBody>
          <a:bodyPr>
            <a:normAutofit/>
          </a:bodyPr>
          <a:lstStyle/>
          <a:p>
            <a:pPr algn="ctr"/>
            <a:r>
              <a:rPr lang="en-US" sz="4000" b="1" dirty="0">
                <a:latin typeface="Palatino Linotype" panose="02040502050505030304" pitchFamily="18" charset="0"/>
              </a:rPr>
              <a:t>How to define a Transaction?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6E1C43-C114-96B3-DECB-C91FF066E1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5214" y="1590293"/>
            <a:ext cx="11816785" cy="4387174"/>
          </a:xfrm>
        </p:spPr>
        <p:txBody>
          <a:bodyPr>
            <a:noAutofit/>
          </a:bodyPr>
          <a:lstStyle/>
          <a:p>
            <a:r>
              <a:rPr lang="en-US" sz="2400" dirty="0">
                <a:latin typeface="Palatino Linotype" panose="02040502050505030304" pitchFamily="18" charset="0"/>
              </a:rPr>
              <a:t>Transaction is a unit of program that reads and/or writes one or more data items.</a:t>
            </a:r>
          </a:p>
          <a:p>
            <a:endParaRPr lang="en-US" sz="2400" dirty="0">
              <a:latin typeface="Palatino Linotype" panose="02040502050505030304" pitchFamily="18" charset="0"/>
            </a:endParaRPr>
          </a:p>
          <a:p>
            <a:r>
              <a:rPr lang="en-US" sz="2400" dirty="0">
                <a:latin typeface="Palatino Linotype" panose="02040502050505030304" pitchFamily="18" charset="0"/>
              </a:rPr>
              <a:t>A common way to write a transaction in popular DBMS is by placing the body of the transaction between, “</a:t>
            </a:r>
            <a:r>
              <a:rPr lang="en-US" sz="2400" b="1" dirty="0">
                <a:latin typeface="Palatino Linotype" panose="02040502050505030304" pitchFamily="18" charset="0"/>
              </a:rPr>
              <a:t>begin transaction</a:t>
            </a:r>
            <a:r>
              <a:rPr lang="en-US" sz="2400" dirty="0">
                <a:latin typeface="Palatino Linotype" panose="02040502050505030304" pitchFamily="18" charset="0"/>
              </a:rPr>
              <a:t>” and “</a:t>
            </a:r>
            <a:r>
              <a:rPr lang="en-US" sz="2400" b="1" dirty="0">
                <a:latin typeface="Palatino Linotype" panose="02040502050505030304" pitchFamily="18" charset="0"/>
              </a:rPr>
              <a:t>end transaction</a:t>
            </a:r>
            <a:r>
              <a:rPr lang="en-US" sz="2400" dirty="0">
                <a:latin typeface="Palatino Linotype" panose="02040502050505030304" pitchFamily="18" charset="0"/>
              </a:rPr>
              <a:t>”.</a:t>
            </a:r>
          </a:p>
          <a:p>
            <a:endParaRPr lang="en-US" sz="2400" dirty="0">
              <a:latin typeface="Palatino Linotype" panose="02040502050505030304" pitchFamily="18" charset="0"/>
            </a:endParaRPr>
          </a:p>
          <a:p>
            <a:r>
              <a:rPr lang="en-US" sz="2400" dirty="0">
                <a:latin typeface="Palatino Linotype" panose="02040502050505030304" pitchFamily="18" charset="0"/>
              </a:rPr>
              <a:t>Also, the reason why transaction is termed as an indivisible unit. </a:t>
            </a:r>
          </a:p>
          <a:p>
            <a:pPr lvl="1"/>
            <a:r>
              <a:rPr lang="en-US" dirty="0">
                <a:latin typeface="Palatino Linotype" panose="02040502050505030304" pitchFamily="18" charset="0"/>
              </a:rPr>
              <a:t>It either executes in its entirety or nothing at all.</a:t>
            </a:r>
          </a:p>
          <a:p>
            <a:endParaRPr lang="en-US" sz="2400" dirty="0">
              <a:latin typeface="Palatino Linotype" panose="02040502050505030304" pitchFamily="18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79DE18A-1119-0C8D-E54E-949DB47FF8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07290" y="6356350"/>
            <a:ext cx="2743200" cy="365125"/>
          </a:xfrm>
        </p:spPr>
        <p:txBody>
          <a:bodyPr/>
          <a:lstStyle/>
          <a:p>
            <a:fld id="{D0FE24AB-0A3D-3945-A314-A55A03C76B7E}" type="slidenum">
              <a:rPr lang="en-US" smtClean="0">
                <a:latin typeface="Palatino Linotype" panose="02040502050505030304" pitchFamily="18" charset="0"/>
              </a:rPr>
              <a:t>7</a:t>
            </a:fld>
            <a:endParaRPr lang="en-US" dirty="0">
              <a:latin typeface="Palatino Linotype" panose="0204050205050503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037727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5B6B4A-CE99-BFBF-DD4C-68304D90F3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DEA626-FC17-DAA0-E37C-15BF97B94C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905091"/>
          </a:xfrm>
        </p:spPr>
        <p:txBody>
          <a:bodyPr>
            <a:normAutofit/>
          </a:bodyPr>
          <a:lstStyle/>
          <a:p>
            <a:pPr algn="ctr"/>
            <a:r>
              <a:rPr lang="en-US" sz="4000" b="1" dirty="0">
                <a:latin typeface="Palatino Linotype" panose="02040502050505030304" pitchFamily="18" charset="0"/>
              </a:rPr>
              <a:t>Definitions and Notations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C5E027-2B92-CD23-1B34-27E8F2C663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5214" y="1177047"/>
            <a:ext cx="11816785" cy="5544428"/>
          </a:xfrm>
        </p:spPr>
        <p:txBody>
          <a:bodyPr>
            <a:noAutofit/>
          </a:bodyPr>
          <a:lstStyle/>
          <a:p>
            <a:r>
              <a:rPr lang="en-US" sz="2400" b="1" dirty="0">
                <a:latin typeface="Palatino Linotype" panose="02040502050505030304" pitchFamily="18" charset="0"/>
              </a:rPr>
              <a:t>Database:</a:t>
            </a:r>
          </a:p>
          <a:p>
            <a:pPr lvl="1"/>
            <a:r>
              <a:rPr lang="en-US" dirty="0">
                <a:latin typeface="Palatino Linotype" panose="02040502050505030304" pitchFamily="18" charset="0"/>
              </a:rPr>
              <a:t>A collection of data-items or records (</a:t>
            </a:r>
            <a:r>
              <a:rPr lang="en-US" b="1" dirty="0">
                <a:latin typeface="Palatino Linotype" panose="02040502050505030304" pitchFamily="18" charset="0"/>
              </a:rPr>
              <a:t>A, B, C, D</a:t>
            </a:r>
            <a:r>
              <a:rPr lang="en-US" dirty="0">
                <a:latin typeface="Palatino Linotype" panose="02040502050505030304" pitchFamily="18" charset="0"/>
              </a:rPr>
              <a:t>, …).</a:t>
            </a:r>
          </a:p>
          <a:p>
            <a:endParaRPr lang="en-US" sz="2400" dirty="0">
              <a:latin typeface="Palatino Linotype" panose="02040502050505030304" pitchFamily="18" charset="0"/>
            </a:endParaRPr>
          </a:p>
          <a:p>
            <a:r>
              <a:rPr lang="en-US" sz="2400" b="1" dirty="0">
                <a:latin typeface="Palatino Linotype" panose="02040502050505030304" pitchFamily="18" charset="0"/>
              </a:rPr>
              <a:t>Transactions:</a:t>
            </a:r>
          </a:p>
          <a:p>
            <a:pPr lvl="1"/>
            <a:r>
              <a:rPr lang="en-US" dirty="0">
                <a:latin typeface="Palatino Linotype" panose="02040502050505030304" pitchFamily="18" charset="0"/>
              </a:rPr>
              <a:t>A set of read/write operations:</a:t>
            </a:r>
          </a:p>
          <a:p>
            <a:pPr lvl="1"/>
            <a:r>
              <a:rPr lang="en-US" b="1" dirty="0">
                <a:latin typeface="Palatino Linotype" panose="02040502050505030304" pitchFamily="18" charset="0"/>
              </a:rPr>
              <a:t>R(A)</a:t>
            </a:r>
            <a:r>
              <a:rPr lang="en-US" dirty="0">
                <a:latin typeface="Palatino Linotype" panose="02040502050505030304" pitchFamily="18" charset="0"/>
              </a:rPr>
              <a:t> </a:t>
            </a:r>
            <a:r>
              <a:rPr lang="en-US" dirty="0">
                <a:latin typeface="Palatino Linotype" panose="02040502050505030304" pitchFamily="18" charset="0"/>
                <a:sym typeface="Wingdings" pitchFamily="2" charset="2"/>
              </a:rPr>
              <a:t> implies Read a data-item/record A.</a:t>
            </a:r>
          </a:p>
          <a:p>
            <a:pPr lvl="1"/>
            <a:r>
              <a:rPr lang="en-US" b="1" dirty="0">
                <a:latin typeface="Palatino Linotype" panose="02040502050505030304" pitchFamily="18" charset="0"/>
                <a:sym typeface="Wingdings" pitchFamily="2" charset="2"/>
              </a:rPr>
              <a:t>W(A)</a:t>
            </a:r>
            <a:r>
              <a:rPr lang="en-US" dirty="0">
                <a:latin typeface="Palatino Linotype" panose="02040502050505030304" pitchFamily="18" charset="0"/>
                <a:sym typeface="Wingdings" pitchFamily="2" charset="2"/>
              </a:rPr>
              <a:t>  implies Write a data-item/record A.</a:t>
            </a:r>
            <a:endParaRPr lang="en-US" dirty="0">
              <a:latin typeface="Palatino Linotype" panose="02040502050505030304" pitchFamily="18" charset="0"/>
            </a:endParaRPr>
          </a:p>
          <a:p>
            <a:endParaRPr lang="en-US" sz="2400" dirty="0">
              <a:effectLst/>
              <a:latin typeface="Palatino Linotype" panose="02040502050505030304" pitchFamily="18" charset="0"/>
            </a:endParaRPr>
          </a:p>
          <a:p>
            <a:pPr marL="0" indent="0">
              <a:buNone/>
            </a:pPr>
            <a:endParaRPr lang="en-US" sz="2400" dirty="0">
              <a:effectLst/>
              <a:latin typeface="Palatino Linotype" panose="02040502050505030304" pitchFamily="18" charset="0"/>
            </a:endParaRPr>
          </a:p>
          <a:p>
            <a:endParaRPr lang="en-US" sz="2400" dirty="0">
              <a:effectLst/>
              <a:latin typeface="Palatino Linotype" panose="02040502050505030304" pitchFamily="18" charset="0"/>
            </a:endParaRPr>
          </a:p>
          <a:p>
            <a:endParaRPr lang="en-US" sz="2400" dirty="0">
              <a:effectLst/>
              <a:latin typeface="Palatino Linotype" panose="02040502050505030304" pitchFamily="18" charset="0"/>
            </a:endParaRPr>
          </a:p>
          <a:p>
            <a:endParaRPr lang="en-US" sz="2400" dirty="0">
              <a:latin typeface="Palatino Linotype" panose="02040502050505030304" pitchFamily="18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B77927-9548-2F9B-A47C-17ECC26CC7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07290" y="6356350"/>
            <a:ext cx="2743200" cy="365125"/>
          </a:xfrm>
        </p:spPr>
        <p:txBody>
          <a:bodyPr/>
          <a:lstStyle/>
          <a:p>
            <a:fld id="{D0FE24AB-0A3D-3945-A314-A55A03C76B7E}" type="slidenum">
              <a:rPr lang="en-US" smtClean="0">
                <a:latin typeface="Palatino Linotype" panose="02040502050505030304" pitchFamily="18" charset="0"/>
              </a:rPr>
              <a:t>8</a:t>
            </a:fld>
            <a:endParaRPr lang="en-US" dirty="0">
              <a:latin typeface="Palatino Linotype" panose="0204050205050503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9460347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870F28-5DED-50A2-37A5-5B9D9DCE8E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5E637C-A2AF-7AB5-CA56-8D819FBB6E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905091"/>
          </a:xfrm>
        </p:spPr>
        <p:txBody>
          <a:bodyPr>
            <a:normAutofit/>
          </a:bodyPr>
          <a:lstStyle/>
          <a:p>
            <a:pPr algn="ctr"/>
            <a:r>
              <a:rPr lang="en-US" sz="4000" b="1" dirty="0">
                <a:latin typeface="Palatino Linotype" panose="02040502050505030304" pitchFamily="18" charset="0"/>
              </a:rPr>
              <a:t>ACID Properties for a Transaction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83EE56C-215A-679E-63A7-9FF18F0FD0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07290" y="6356350"/>
            <a:ext cx="2743200" cy="365125"/>
          </a:xfrm>
        </p:spPr>
        <p:txBody>
          <a:bodyPr/>
          <a:lstStyle/>
          <a:p>
            <a:fld id="{D0FE24AB-0A3D-3945-A314-A55A03C76B7E}" type="slidenum">
              <a:rPr lang="en-US" smtClean="0">
                <a:latin typeface="Palatino Linotype" panose="02040502050505030304" pitchFamily="18" charset="0"/>
              </a:rPr>
              <a:t>9</a:t>
            </a:fld>
            <a:endParaRPr lang="en-US" dirty="0">
              <a:latin typeface="Palatino Linotype" panose="0204050205050503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AA72C6A-DE1A-BAA8-99AF-CBC1ED0CFECA}"/>
              </a:ext>
            </a:extLst>
          </p:cNvPr>
          <p:cNvSpPr txBox="1"/>
          <p:nvPr/>
        </p:nvSpPr>
        <p:spPr>
          <a:xfrm>
            <a:off x="5924145" y="1624519"/>
            <a:ext cx="2920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404239897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19E9E4-12DD-02C6-16DF-F7D32D8860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0804E6-8F7F-F311-CEDD-0B8D2FB7A6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905091"/>
          </a:xfrm>
        </p:spPr>
        <p:txBody>
          <a:bodyPr>
            <a:normAutofit/>
          </a:bodyPr>
          <a:lstStyle/>
          <a:p>
            <a:pPr algn="ctr"/>
            <a:r>
              <a:rPr lang="en-US" sz="4000" b="1" dirty="0">
                <a:latin typeface="Palatino Linotype" panose="02040502050505030304" pitchFamily="18" charset="0"/>
              </a:rPr>
              <a:t>ACID Properties for a Transaction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C3D88A-C318-BC0B-D1C4-9CC015DCE1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5214" y="1590293"/>
            <a:ext cx="11816785" cy="4387174"/>
          </a:xfrm>
        </p:spPr>
        <p:txBody>
          <a:bodyPr>
            <a:noAutofit/>
          </a:bodyPr>
          <a:lstStyle/>
          <a:p>
            <a:r>
              <a:rPr lang="en-US" sz="2400" dirty="0">
                <a:latin typeface="Palatino Linotype" panose="02040502050505030304" pitchFamily="18" charset="0"/>
              </a:rPr>
              <a:t>Each database should provide the following four properties for transactions :</a:t>
            </a:r>
          </a:p>
          <a:p>
            <a:endParaRPr lang="en-US" sz="2400" dirty="0">
              <a:latin typeface="Palatino Linotype" panose="02040502050505030304" pitchFamily="18" charset="0"/>
            </a:endParaRPr>
          </a:p>
          <a:p>
            <a:r>
              <a:rPr lang="en-US" sz="2400" b="1" dirty="0">
                <a:latin typeface="Palatino Linotype" panose="02040502050505030304" pitchFamily="18" charset="0"/>
              </a:rPr>
              <a:t>Atomicity:</a:t>
            </a:r>
            <a:r>
              <a:rPr lang="en-US" sz="2400" dirty="0">
                <a:latin typeface="Palatino Linotype" panose="02040502050505030304" pitchFamily="18" charset="0"/>
              </a:rPr>
              <a:t> </a:t>
            </a:r>
            <a:r>
              <a:rPr lang="en-US" sz="2400" dirty="0">
                <a:effectLst/>
                <a:latin typeface="Palatino Linotype" panose="02040502050505030304" pitchFamily="18" charset="0"/>
              </a:rPr>
              <a:t>Either all operations of the transaction are reflected properly in the database, or none are.</a:t>
            </a:r>
          </a:p>
          <a:p>
            <a:endParaRPr lang="en-US" sz="2400" dirty="0">
              <a:latin typeface="Palatino Linotype" panose="02040502050505030304" pitchFamily="18" charset="0"/>
            </a:endParaRPr>
          </a:p>
          <a:p>
            <a:endParaRPr lang="en-US" sz="2400" dirty="0">
              <a:latin typeface="Palatino Linotype" panose="02040502050505030304" pitchFamily="18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6A1661F-9845-232A-C7EA-4B5C395914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07290" y="6356350"/>
            <a:ext cx="2743200" cy="365125"/>
          </a:xfrm>
        </p:spPr>
        <p:txBody>
          <a:bodyPr/>
          <a:lstStyle/>
          <a:p>
            <a:fld id="{D0FE24AB-0A3D-3945-A314-A55A03C76B7E}" type="slidenum">
              <a:rPr lang="en-US" smtClean="0">
                <a:latin typeface="Palatino Linotype" panose="02040502050505030304" pitchFamily="18" charset="0"/>
              </a:rPr>
              <a:t>10</a:t>
            </a:fld>
            <a:endParaRPr lang="en-US" dirty="0">
              <a:latin typeface="Palatino Linotype" panose="0204050205050503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898342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F4E392-E02D-4093-9A78-E040AE1C81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3EB3B9-403C-9CD0-CB28-B245346D73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905091"/>
          </a:xfrm>
        </p:spPr>
        <p:txBody>
          <a:bodyPr>
            <a:normAutofit/>
          </a:bodyPr>
          <a:lstStyle/>
          <a:p>
            <a:pPr algn="ctr"/>
            <a:r>
              <a:rPr lang="en-US" sz="4000" b="1" dirty="0">
                <a:latin typeface="Palatino Linotype" panose="02040502050505030304" pitchFamily="18" charset="0"/>
              </a:rPr>
              <a:t>ACID Properties for a Transaction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8F8220-E7A6-3317-E6F5-08EB8A8046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5214" y="1590293"/>
            <a:ext cx="11816785" cy="4387174"/>
          </a:xfrm>
        </p:spPr>
        <p:txBody>
          <a:bodyPr>
            <a:noAutofit/>
          </a:bodyPr>
          <a:lstStyle/>
          <a:p>
            <a:r>
              <a:rPr lang="en-US" sz="2400" dirty="0">
                <a:latin typeface="Palatino Linotype" panose="02040502050505030304" pitchFamily="18" charset="0"/>
              </a:rPr>
              <a:t>Each database should provide the following four properties for transactions:</a:t>
            </a:r>
          </a:p>
          <a:p>
            <a:endParaRPr lang="en-US" sz="2400" dirty="0">
              <a:latin typeface="Palatino Linotype" panose="02040502050505030304" pitchFamily="18" charset="0"/>
            </a:endParaRPr>
          </a:p>
          <a:p>
            <a:r>
              <a:rPr lang="en-US" sz="2400" b="1" dirty="0">
                <a:latin typeface="Palatino Linotype" panose="02040502050505030304" pitchFamily="18" charset="0"/>
              </a:rPr>
              <a:t>Atomicity: </a:t>
            </a:r>
            <a:r>
              <a:rPr lang="en-US" sz="2400" dirty="0">
                <a:effectLst/>
                <a:latin typeface="Palatino Linotype" panose="02040502050505030304" pitchFamily="18" charset="0"/>
              </a:rPr>
              <a:t>Either all operations of the transaction are reflected properly in the database, or none are.</a:t>
            </a:r>
          </a:p>
          <a:p>
            <a:endParaRPr lang="en-US" sz="2400" dirty="0">
              <a:latin typeface="Palatino Linotype" panose="02040502050505030304" pitchFamily="18" charset="0"/>
            </a:endParaRPr>
          </a:p>
          <a:p>
            <a:r>
              <a:rPr lang="en-US" sz="2400" b="1" dirty="0">
                <a:latin typeface="Palatino Linotype" panose="02040502050505030304" pitchFamily="18" charset="0"/>
              </a:rPr>
              <a:t>Consistency:</a:t>
            </a:r>
            <a:r>
              <a:rPr lang="en-US" sz="2400" dirty="0">
                <a:latin typeface="Palatino Linotype" panose="02040502050505030304" pitchFamily="18" charset="0"/>
              </a:rPr>
              <a:t> </a:t>
            </a:r>
            <a:r>
              <a:rPr lang="en-US" sz="2400" dirty="0">
                <a:effectLst/>
                <a:latin typeface="Palatino Linotype" panose="02040502050505030304" pitchFamily="18" charset="0"/>
              </a:rPr>
              <a:t>Execution of a transaction in isolation (that is, with no other</a:t>
            </a:r>
            <a:r>
              <a:rPr lang="en-US" sz="2400" dirty="0">
                <a:latin typeface="Palatino Linotype" panose="02040502050505030304" pitchFamily="18" charset="0"/>
              </a:rPr>
              <a:t> </a:t>
            </a:r>
            <a:r>
              <a:rPr lang="en-US" sz="2400" dirty="0">
                <a:effectLst/>
                <a:latin typeface="Palatino Linotype" panose="02040502050505030304" pitchFamily="18" charset="0"/>
              </a:rPr>
              <a:t>transaction executing concurrently) preserves the consistency of the database.</a:t>
            </a:r>
          </a:p>
          <a:p>
            <a:endParaRPr lang="en-US" sz="2400" dirty="0">
              <a:latin typeface="Palatino Linotype" panose="02040502050505030304" pitchFamily="18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1B1067C-F2F1-D428-FF1A-1EC5CFF4B6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07290" y="6356350"/>
            <a:ext cx="2743200" cy="365125"/>
          </a:xfrm>
        </p:spPr>
        <p:txBody>
          <a:bodyPr/>
          <a:lstStyle/>
          <a:p>
            <a:fld id="{D0FE24AB-0A3D-3945-A314-A55A03C76B7E}" type="slidenum">
              <a:rPr lang="en-US" smtClean="0">
                <a:latin typeface="Palatino Linotype" panose="02040502050505030304" pitchFamily="18" charset="0"/>
              </a:rPr>
              <a:t>11</a:t>
            </a:fld>
            <a:endParaRPr lang="en-US" dirty="0">
              <a:latin typeface="Palatino Linotype" panose="0204050205050503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6684309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1AF105-9093-BEFC-BFEE-34EA27D761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D5617B-1297-280A-9C0F-FBAFC12775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905091"/>
          </a:xfrm>
        </p:spPr>
        <p:txBody>
          <a:bodyPr>
            <a:normAutofit/>
          </a:bodyPr>
          <a:lstStyle/>
          <a:p>
            <a:pPr algn="ctr"/>
            <a:r>
              <a:rPr lang="en-US" sz="4000" b="1" dirty="0">
                <a:latin typeface="Palatino Linotype" panose="02040502050505030304" pitchFamily="18" charset="0"/>
              </a:rPr>
              <a:t>ACID Properties for a Transaction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A98361-4C1C-33A1-865B-BADF65FDD2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5214" y="1175778"/>
            <a:ext cx="11816785" cy="5180571"/>
          </a:xfrm>
        </p:spPr>
        <p:txBody>
          <a:bodyPr>
            <a:noAutofit/>
          </a:bodyPr>
          <a:lstStyle/>
          <a:p>
            <a:r>
              <a:rPr lang="en-US" sz="2400" dirty="0">
                <a:latin typeface="Palatino Linotype" panose="02040502050505030304" pitchFamily="18" charset="0"/>
              </a:rPr>
              <a:t>Each database should provide the following four properties for transactions:</a:t>
            </a:r>
          </a:p>
          <a:p>
            <a:endParaRPr lang="en-US" sz="2400" dirty="0">
              <a:latin typeface="Palatino Linotype" panose="02040502050505030304" pitchFamily="18" charset="0"/>
            </a:endParaRPr>
          </a:p>
          <a:p>
            <a:r>
              <a:rPr lang="en-US" sz="2400" b="1" dirty="0">
                <a:latin typeface="Palatino Linotype" panose="02040502050505030304" pitchFamily="18" charset="0"/>
              </a:rPr>
              <a:t>Atomicity: </a:t>
            </a:r>
            <a:r>
              <a:rPr lang="en-US" sz="2400" dirty="0">
                <a:effectLst/>
                <a:latin typeface="Palatino Linotype" panose="02040502050505030304" pitchFamily="18" charset="0"/>
              </a:rPr>
              <a:t>Either all operations of the transaction are reflected properly in the database, or none are.</a:t>
            </a:r>
          </a:p>
          <a:p>
            <a:endParaRPr lang="en-US" sz="2400" dirty="0">
              <a:latin typeface="Palatino Linotype" panose="02040502050505030304" pitchFamily="18" charset="0"/>
            </a:endParaRPr>
          </a:p>
          <a:p>
            <a:r>
              <a:rPr lang="en-US" sz="2400" b="1" dirty="0">
                <a:latin typeface="Palatino Linotype" panose="02040502050505030304" pitchFamily="18" charset="0"/>
              </a:rPr>
              <a:t>Consistency:</a:t>
            </a:r>
            <a:r>
              <a:rPr lang="en-US" sz="2400" dirty="0">
                <a:latin typeface="Palatino Linotype" panose="02040502050505030304" pitchFamily="18" charset="0"/>
              </a:rPr>
              <a:t> </a:t>
            </a:r>
            <a:r>
              <a:rPr lang="en-US" sz="2400" dirty="0">
                <a:effectLst/>
                <a:latin typeface="Palatino Linotype" panose="02040502050505030304" pitchFamily="18" charset="0"/>
              </a:rPr>
              <a:t>Execution of a transaction in isolation (that is, with no other</a:t>
            </a:r>
            <a:r>
              <a:rPr lang="en-US" sz="2400" dirty="0">
                <a:latin typeface="Palatino Linotype" panose="02040502050505030304" pitchFamily="18" charset="0"/>
              </a:rPr>
              <a:t> </a:t>
            </a:r>
            <a:r>
              <a:rPr lang="en-US" sz="2400" dirty="0">
                <a:effectLst/>
                <a:latin typeface="Palatino Linotype" panose="02040502050505030304" pitchFamily="18" charset="0"/>
              </a:rPr>
              <a:t>transaction executing concurrently) preserves the consistency of the database.</a:t>
            </a:r>
          </a:p>
          <a:p>
            <a:pPr lvl="1"/>
            <a:r>
              <a:rPr lang="en-US" dirty="0">
                <a:latin typeface="Palatino Linotype" panose="02040502050505030304" pitchFamily="18" charset="0"/>
              </a:rPr>
              <a:t>Not referring to database consistency constraints.</a:t>
            </a:r>
            <a:endParaRPr lang="en-US" dirty="0">
              <a:effectLst/>
              <a:latin typeface="Palatino Linotype" panose="02040502050505030304" pitchFamily="18" charset="0"/>
            </a:endParaRPr>
          </a:p>
          <a:p>
            <a:pPr lvl="1"/>
            <a:endParaRPr lang="en-US" dirty="0">
              <a:effectLst/>
              <a:latin typeface="Palatino Linotype" panose="02040502050505030304" pitchFamily="18" charset="0"/>
            </a:endParaRPr>
          </a:p>
          <a:p>
            <a:r>
              <a:rPr lang="en-US" sz="2400" b="1" dirty="0">
                <a:effectLst/>
                <a:latin typeface="Palatino Linotype" panose="02040502050505030304" pitchFamily="18" charset="0"/>
              </a:rPr>
              <a:t>Isolation</a:t>
            </a:r>
            <a:r>
              <a:rPr lang="en-US" sz="2400" dirty="0">
                <a:effectLst/>
                <a:latin typeface="Palatino Linotype" panose="02040502050505030304" pitchFamily="18" charset="0"/>
              </a:rPr>
              <a:t>: For every pair of concurrent  (executing at the same time) transactions Ti and </a:t>
            </a:r>
            <a:r>
              <a:rPr lang="en-US" sz="2400" dirty="0" err="1">
                <a:effectLst/>
                <a:latin typeface="Palatino Linotype" panose="02040502050505030304" pitchFamily="18" charset="0"/>
              </a:rPr>
              <a:t>Tj</a:t>
            </a:r>
            <a:r>
              <a:rPr lang="en-US" sz="2400" dirty="0">
                <a:effectLst/>
                <a:latin typeface="Palatino Linotype" panose="02040502050505030304" pitchFamily="18" charset="0"/>
              </a:rPr>
              <a:t> , either Ti finished execution before </a:t>
            </a:r>
            <a:r>
              <a:rPr lang="en-US" sz="2400" dirty="0" err="1">
                <a:effectLst/>
                <a:latin typeface="Palatino Linotype" panose="02040502050505030304" pitchFamily="18" charset="0"/>
              </a:rPr>
              <a:t>Tj</a:t>
            </a:r>
            <a:r>
              <a:rPr lang="en-US" sz="2400" dirty="0">
                <a:effectLst/>
                <a:latin typeface="Palatino Linotype" panose="02040502050505030304" pitchFamily="18" charset="0"/>
              </a:rPr>
              <a:t> started, or Ti started execution after </a:t>
            </a:r>
            <a:r>
              <a:rPr lang="en-US" sz="2400" dirty="0" err="1">
                <a:effectLst/>
                <a:latin typeface="Palatino Linotype" panose="02040502050505030304" pitchFamily="18" charset="0"/>
              </a:rPr>
              <a:t>Tj</a:t>
            </a:r>
            <a:r>
              <a:rPr lang="en-US" sz="2400" dirty="0">
                <a:effectLst/>
                <a:latin typeface="Palatino Linotype" panose="02040502050505030304" pitchFamily="18" charset="0"/>
              </a:rPr>
              <a:t> finished. </a:t>
            </a:r>
          </a:p>
          <a:p>
            <a:pPr lvl="1"/>
            <a:r>
              <a:rPr lang="en-US" dirty="0">
                <a:latin typeface="Palatino Linotype" panose="02040502050505030304" pitchFamily="18" charset="0"/>
              </a:rPr>
              <a:t>T</a:t>
            </a:r>
            <a:r>
              <a:rPr lang="en-US" dirty="0">
                <a:effectLst/>
                <a:latin typeface="Palatino Linotype" panose="02040502050505030304" pitchFamily="18" charset="0"/>
              </a:rPr>
              <a:t>ransactions are unaware of other transactions executing</a:t>
            </a:r>
            <a:endParaRPr lang="en-US" sz="2400" dirty="0">
              <a:latin typeface="Palatino Linotype" panose="02040502050505030304" pitchFamily="18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8C38BE6-410F-DD54-38CE-A07FF5FC4D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07290" y="6356350"/>
            <a:ext cx="2743200" cy="365125"/>
          </a:xfrm>
        </p:spPr>
        <p:txBody>
          <a:bodyPr/>
          <a:lstStyle/>
          <a:p>
            <a:fld id="{D0FE24AB-0A3D-3945-A314-A55A03C76B7E}" type="slidenum">
              <a:rPr lang="en-US" smtClean="0">
                <a:latin typeface="Palatino Linotype" panose="02040502050505030304" pitchFamily="18" charset="0"/>
              </a:rPr>
              <a:t>12</a:t>
            </a:fld>
            <a:endParaRPr lang="en-US" dirty="0">
              <a:latin typeface="Palatino Linotype" panose="0204050205050503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803442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5FD0E0-32C4-4023-A515-C6D0D1FCB1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2467A3-EA74-4BBD-C9CB-FCC19CADF1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905091"/>
          </a:xfrm>
        </p:spPr>
        <p:txBody>
          <a:bodyPr>
            <a:normAutofit/>
          </a:bodyPr>
          <a:lstStyle/>
          <a:p>
            <a:pPr algn="ctr"/>
            <a:r>
              <a:rPr lang="en-US" sz="4000" b="1" dirty="0">
                <a:latin typeface="Palatino Linotype" panose="02040502050505030304" pitchFamily="18" charset="0"/>
              </a:rPr>
              <a:t>ACID Properties for a Transaction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55AB32-F66C-E361-1F48-E391090697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5214" y="1177047"/>
            <a:ext cx="11816785" cy="5544428"/>
          </a:xfrm>
        </p:spPr>
        <p:txBody>
          <a:bodyPr>
            <a:noAutofit/>
          </a:bodyPr>
          <a:lstStyle/>
          <a:p>
            <a:r>
              <a:rPr lang="en-US" sz="2400" b="1" dirty="0">
                <a:latin typeface="Palatino Linotype" panose="02040502050505030304" pitchFamily="18" charset="0"/>
              </a:rPr>
              <a:t>Atomicity: </a:t>
            </a:r>
            <a:r>
              <a:rPr lang="en-US" sz="2400" dirty="0">
                <a:effectLst/>
                <a:latin typeface="Palatino Linotype" panose="02040502050505030304" pitchFamily="18" charset="0"/>
              </a:rPr>
              <a:t>Either all operations of the transaction are reflected properly in the database, or none are.</a:t>
            </a:r>
          </a:p>
          <a:p>
            <a:endParaRPr lang="en-US" sz="2400" dirty="0">
              <a:latin typeface="Palatino Linotype" panose="02040502050505030304" pitchFamily="18" charset="0"/>
            </a:endParaRPr>
          </a:p>
          <a:p>
            <a:r>
              <a:rPr lang="en-US" sz="2400" b="1" dirty="0">
                <a:latin typeface="Palatino Linotype" panose="02040502050505030304" pitchFamily="18" charset="0"/>
              </a:rPr>
              <a:t>Consistency:</a:t>
            </a:r>
            <a:r>
              <a:rPr lang="en-US" sz="2400" dirty="0">
                <a:latin typeface="Palatino Linotype" panose="02040502050505030304" pitchFamily="18" charset="0"/>
              </a:rPr>
              <a:t> </a:t>
            </a:r>
            <a:r>
              <a:rPr lang="en-US" sz="2400" dirty="0">
                <a:effectLst/>
                <a:latin typeface="Palatino Linotype" panose="02040502050505030304" pitchFamily="18" charset="0"/>
              </a:rPr>
              <a:t>Execution of a transaction in isolation (that is, with no other</a:t>
            </a:r>
            <a:r>
              <a:rPr lang="en-US" sz="2400" dirty="0">
                <a:latin typeface="Palatino Linotype" panose="02040502050505030304" pitchFamily="18" charset="0"/>
              </a:rPr>
              <a:t> </a:t>
            </a:r>
            <a:r>
              <a:rPr lang="en-US" sz="2400" dirty="0">
                <a:effectLst/>
                <a:latin typeface="Palatino Linotype" panose="02040502050505030304" pitchFamily="18" charset="0"/>
              </a:rPr>
              <a:t>transaction executing concurrently) preserves the consistency of the database.</a:t>
            </a:r>
          </a:p>
          <a:p>
            <a:endParaRPr lang="en-US" dirty="0">
              <a:effectLst/>
              <a:latin typeface="Palatino Linotype" panose="02040502050505030304" pitchFamily="18" charset="0"/>
            </a:endParaRPr>
          </a:p>
          <a:p>
            <a:r>
              <a:rPr lang="en-US" sz="2400" b="1" dirty="0">
                <a:effectLst/>
                <a:latin typeface="Palatino Linotype" panose="02040502050505030304" pitchFamily="18" charset="0"/>
              </a:rPr>
              <a:t>Isolation</a:t>
            </a:r>
            <a:r>
              <a:rPr lang="en-US" sz="2400" dirty="0">
                <a:effectLst/>
                <a:latin typeface="Palatino Linotype" panose="02040502050505030304" pitchFamily="18" charset="0"/>
              </a:rPr>
              <a:t>: For every pair of concurrent  (executing at the same time) transactions Ti and </a:t>
            </a:r>
            <a:r>
              <a:rPr lang="en-US" sz="2400" dirty="0" err="1">
                <a:effectLst/>
                <a:latin typeface="Palatino Linotype" panose="02040502050505030304" pitchFamily="18" charset="0"/>
              </a:rPr>
              <a:t>Tj</a:t>
            </a:r>
            <a:r>
              <a:rPr lang="en-US" sz="2400" dirty="0">
                <a:effectLst/>
                <a:latin typeface="Palatino Linotype" panose="02040502050505030304" pitchFamily="18" charset="0"/>
              </a:rPr>
              <a:t> , either Ti finished execution before </a:t>
            </a:r>
            <a:r>
              <a:rPr lang="en-US" sz="2400" dirty="0" err="1">
                <a:effectLst/>
                <a:latin typeface="Palatino Linotype" panose="02040502050505030304" pitchFamily="18" charset="0"/>
              </a:rPr>
              <a:t>Tj</a:t>
            </a:r>
            <a:r>
              <a:rPr lang="en-US" sz="2400" dirty="0">
                <a:effectLst/>
                <a:latin typeface="Palatino Linotype" panose="02040502050505030304" pitchFamily="18" charset="0"/>
              </a:rPr>
              <a:t> started, or Ti started execution after </a:t>
            </a:r>
            <a:r>
              <a:rPr lang="en-US" sz="2400" dirty="0" err="1">
                <a:effectLst/>
                <a:latin typeface="Palatino Linotype" panose="02040502050505030304" pitchFamily="18" charset="0"/>
              </a:rPr>
              <a:t>Tj</a:t>
            </a:r>
            <a:r>
              <a:rPr lang="en-US" sz="2400" dirty="0">
                <a:effectLst/>
                <a:latin typeface="Palatino Linotype" panose="02040502050505030304" pitchFamily="18" charset="0"/>
              </a:rPr>
              <a:t> finished. </a:t>
            </a:r>
          </a:p>
          <a:p>
            <a:pPr lvl="1"/>
            <a:r>
              <a:rPr lang="en-US" dirty="0">
                <a:latin typeface="Palatino Linotype" panose="02040502050505030304" pitchFamily="18" charset="0"/>
              </a:rPr>
              <a:t>T</a:t>
            </a:r>
            <a:r>
              <a:rPr lang="en-US" dirty="0">
                <a:effectLst/>
                <a:latin typeface="Palatino Linotype" panose="02040502050505030304" pitchFamily="18" charset="0"/>
              </a:rPr>
              <a:t>ransactions are unaware of other transactions executing</a:t>
            </a:r>
          </a:p>
          <a:p>
            <a:endParaRPr lang="en-US" sz="2400" dirty="0">
              <a:effectLst/>
              <a:latin typeface="Palatino Linotype" panose="02040502050505030304" pitchFamily="18" charset="0"/>
            </a:endParaRPr>
          </a:p>
          <a:p>
            <a:r>
              <a:rPr lang="en-US" sz="2400" b="1" dirty="0">
                <a:effectLst/>
                <a:latin typeface="Palatino Linotype" panose="02040502050505030304" pitchFamily="18" charset="0"/>
              </a:rPr>
              <a:t>Durability: </a:t>
            </a:r>
            <a:r>
              <a:rPr lang="en-US" sz="2400" dirty="0">
                <a:effectLst/>
                <a:latin typeface="Palatino Linotype" panose="02040502050505030304" pitchFamily="18" charset="0"/>
              </a:rPr>
              <a:t>Once a transaction completes successfully, any changes it made to the database should persist, even if there are system failures.</a:t>
            </a:r>
            <a:endParaRPr lang="en-US" sz="2400" dirty="0">
              <a:latin typeface="Palatino Linotype" panose="02040502050505030304" pitchFamily="18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53B8FD9-BDEA-1BE4-BFA9-88F665F3D5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07290" y="6356350"/>
            <a:ext cx="2743200" cy="365125"/>
          </a:xfrm>
        </p:spPr>
        <p:txBody>
          <a:bodyPr/>
          <a:lstStyle/>
          <a:p>
            <a:fld id="{D0FE24AB-0A3D-3945-A314-A55A03C76B7E}" type="slidenum">
              <a:rPr lang="en-US" smtClean="0">
                <a:latin typeface="Palatino Linotype" panose="02040502050505030304" pitchFamily="18" charset="0"/>
              </a:rPr>
              <a:t>13</a:t>
            </a:fld>
            <a:endParaRPr lang="en-US" dirty="0">
              <a:latin typeface="Palatino Linotype" panose="0204050205050503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3000084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5B6B4A-CE99-BFBF-DD4C-68304D90F3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DEA626-FC17-DAA0-E37C-15BF97B94C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905091"/>
          </a:xfrm>
        </p:spPr>
        <p:txBody>
          <a:bodyPr>
            <a:normAutofit/>
          </a:bodyPr>
          <a:lstStyle/>
          <a:p>
            <a:pPr algn="ctr"/>
            <a:r>
              <a:rPr lang="en-US" sz="4000" b="1" dirty="0">
                <a:latin typeface="Palatino Linotype" panose="02040502050505030304" pitchFamily="18" charset="0"/>
              </a:rPr>
              <a:t>ACID Properties for a Transaction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C5E027-2B92-CD23-1B34-27E8F2C663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5214" y="1177047"/>
            <a:ext cx="11816785" cy="5544428"/>
          </a:xfrm>
        </p:spPr>
        <p:txBody>
          <a:bodyPr>
            <a:noAutofit/>
          </a:bodyPr>
          <a:lstStyle/>
          <a:p>
            <a:r>
              <a:rPr lang="en-US" sz="2400" b="1" dirty="0">
                <a:latin typeface="Palatino Linotype" panose="02040502050505030304" pitchFamily="18" charset="0"/>
              </a:rPr>
              <a:t>When do ACID properties come into play?</a:t>
            </a:r>
          </a:p>
          <a:p>
            <a:endParaRPr lang="en-US" sz="2400" b="1" dirty="0">
              <a:latin typeface="Palatino Linotype" panose="02040502050505030304" pitchFamily="18" charset="0"/>
            </a:endParaRPr>
          </a:p>
          <a:p>
            <a:endParaRPr lang="en-US" sz="2400" b="1" dirty="0">
              <a:effectLst/>
              <a:latin typeface="Palatino Linotype" panose="02040502050505030304" pitchFamily="18" charset="0"/>
            </a:endParaRPr>
          </a:p>
          <a:p>
            <a:endParaRPr lang="en-US" sz="2400" dirty="0">
              <a:effectLst/>
              <a:latin typeface="Palatino Linotype" panose="02040502050505030304" pitchFamily="18" charset="0"/>
            </a:endParaRPr>
          </a:p>
          <a:p>
            <a:endParaRPr lang="en-US" sz="2400" dirty="0">
              <a:effectLst/>
              <a:latin typeface="Palatino Linotype" panose="02040502050505030304" pitchFamily="18" charset="0"/>
            </a:endParaRPr>
          </a:p>
          <a:p>
            <a:endParaRPr lang="en-US" sz="2400" dirty="0">
              <a:latin typeface="Palatino Linotype" panose="02040502050505030304" pitchFamily="18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B77927-9548-2F9B-A47C-17ECC26CC7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07290" y="6356350"/>
            <a:ext cx="2743200" cy="365125"/>
          </a:xfrm>
        </p:spPr>
        <p:txBody>
          <a:bodyPr/>
          <a:lstStyle/>
          <a:p>
            <a:fld id="{D0FE24AB-0A3D-3945-A314-A55A03C76B7E}" type="slidenum">
              <a:rPr lang="en-US" smtClean="0">
                <a:latin typeface="Palatino Linotype" panose="02040502050505030304" pitchFamily="18" charset="0"/>
              </a:rPr>
              <a:t>14</a:t>
            </a:fld>
            <a:endParaRPr lang="en-US" dirty="0">
              <a:latin typeface="Palatino Linotype" panose="0204050205050503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1316455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A864D8-D87A-7A93-1350-61DCEF4EB9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C9AAFB-569C-D566-A9BF-95A90F604B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905091"/>
          </a:xfrm>
        </p:spPr>
        <p:txBody>
          <a:bodyPr>
            <a:normAutofit/>
          </a:bodyPr>
          <a:lstStyle/>
          <a:p>
            <a:pPr algn="ctr"/>
            <a:r>
              <a:rPr lang="en-US" sz="4000" b="1" dirty="0">
                <a:latin typeface="Palatino Linotype" panose="02040502050505030304" pitchFamily="18" charset="0"/>
              </a:rPr>
              <a:t>ACID Properties for a Transaction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2E383C-CF86-6811-CD13-03D993B00A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5214" y="1177047"/>
            <a:ext cx="11816785" cy="5544428"/>
          </a:xfrm>
        </p:spPr>
        <p:txBody>
          <a:bodyPr>
            <a:noAutofit/>
          </a:bodyPr>
          <a:lstStyle/>
          <a:p>
            <a:r>
              <a:rPr lang="en-US" sz="2400" b="1" dirty="0">
                <a:latin typeface="Palatino Linotype" panose="02040502050505030304" pitchFamily="18" charset="0"/>
              </a:rPr>
              <a:t>When do ACID properties come into play?</a:t>
            </a:r>
          </a:p>
          <a:p>
            <a:pPr lvl="1"/>
            <a:r>
              <a:rPr lang="en-US" b="1" dirty="0">
                <a:latin typeface="Palatino Linotype" panose="02040502050505030304" pitchFamily="18" charset="0"/>
              </a:rPr>
              <a:t>Concurrency!</a:t>
            </a:r>
          </a:p>
          <a:p>
            <a:pPr marL="457200" lvl="1" indent="0">
              <a:buNone/>
            </a:pPr>
            <a:endParaRPr lang="en-US" b="1" dirty="0">
              <a:latin typeface="Palatino Linotype" panose="02040502050505030304" pitchFamily="18" charset="0"/>
            </a:endParaRPr>
          </a:p>
          <a:p>
            <a:r>
              <a:rPr lang="en-US" sz="2400" dirty="0">
                <a:latin typeface="Palatino Linotype" panose="02040502050505030304" pitchFamily="18" charset="0"/>
              </a:rPr>
              <a:t>In a concurrent system or database, two or more transactions may attempt to fetch the same data.</a:t>
            </a:r>
          </a:p>
          <a:p>
            <a:endParaRPr lang="en-US" sz="2400" b="1" dirty="0">
              <a:effectLst/>
              <a:latin typeface="Palatino Linotype" panose="02040502050505030304" pitchFamily="18" charset="0"/>
            </a:endParaRPr>
          </a:p>
          <a:p>
            <a:r>
              <a:rPr lang="en-US" sz="2400" b="1" dirty="0">
                <a:effectLst/>
                <a:latin typeface="Palatino Linotype" panose="02040502050505030304" pitchFamily="18" charset="0"/>
              </a:rPr>
              <a:t>But, why is this an issue?</a:t>
            </a:r>
          </a:p>
          <a:p>
            <a:endParaRPr lang="en-US" sz="2400" dirty="0">
              <a:effectLst/>
              <a:latin typeface="Palatino Linotype" panose="02040502050505030304" pitchFamily="18" charset="0"/>
            </a:endParaRPr>
          </a:p>
          <a:p>
            <a:endParaRPr lang="en-US" sz="2400" dirty="0">
              <a:effectLst/>
              <a:latin typeface="Palatino Linotype" panose="02040502050505030304" pitchFamily="18" charset="0"/>
            </a:endParaRPr>
          </a:p>
          <a:p>
            <a:endParaRPr lang="en-US" sz="2400" dirty="0">
              <a:latin typeface="Palatino Linotype" panose="02040502050505030304" pitchFamily="18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F34B109-F467-B9EF-4A06-C1BD5233F9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07290" y="6356350"/>
            <a:ext cx="2743200" cy="365125"/>
          </a:xfrm>
        </p:spPr>
        <p:txBody>
          <a:bodyPr/>
          <a:lstStyle/>
          <a:p>
            <a:fld id="{D0FE24AB-0A3D-3945-A314-A55A03C76B7E}" type="slidenum">
              <a:rPr lang="en-US" smtClean="0">
                <a:latin typeface="Palatino Linotype" panose="02040502050505030304" pitchFamily="18" charset="0"/>
              </a:rPr>
              <a:t>15</a:t>
            </a:fld>
            <a:endParaRPr lang="en-US" dirty="0">
              <a:latin typeface="Palatino Linotype" panose="0204050205050503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153858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8E7D2E-C2CB-A8AC-D61F-560A041F0C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62AD4E-58D6-8533-B0C2-B93835CD8F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905091"/>
          </a:xfrm>
        </p:spPr>
        <p:txBody>
          <a:bodyPr>
            <a:normAutofit/>
          </a:bodyPr>
          <a:lstStyle/>
          <a:p>
            <a:pPr algn="ctr"/>
            <a:r>
              <a:rPr lang="en-US" sz="4000" b="1" dirty="0">
                <a:latin typeface="Palatino Linotype" panose="02040502050505030304" pitchFamily="18" charset="0"/>
              </a:rPr>
              <a:t>ACID Properties for a Transaction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3899BD-9D1E-3063-D6C6-486EE2BC99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5214" y="1177047"/>
            <a:ext cx="11816785" cy="5544428"/>
          </a:xfrm>
        </p:spPr>
        <p:txBody>
          <a:bodyPr>
            <a:noAutofit/>
          </a:bodyPr>
          <a:lstStyle/>
          <a:p>
            <a:r>
              <a:rPr lang="en-US" sz="2400" b="1" dirty="0">
                <a:latin typeface="Palatino Linotype" panose="02040502050505030304" pitchFamily="18" charset="0"/>
              </a:rPr>
              <a:t>When do ACID properties come into play?</a:t>
            </a:r>
          </a:p>
          <a:p>
            <a:pPr lvl="1"/>
            <a:r>
              <a:rPr lang="en-US" b="1" dirty="0">
                <a:latin typeface="Palatino Linotype" panose="02040502050505030304" pitchFamily="18" charset="0"/>
              </a:rPr>
              <a:t>Concurrency!</a:t>
            </a:r>
          </a:p>
          <a:p>
            <a:pPr marL="457200" lvl="1" indent="0">
              <a:buNone/>
            </a:pPr>
            <a:endParaRPr lang="en-US" b="1" dirty="0">
              <a:latin typeface="Palatino Linotype" panose="02040502050505030304" pitchFamily="18" charset="0"/>
            </a:endParaRPr>
          </a:p>
          <a:p>
            <a:r>
              <a:rPr lang="en-US" sz="2400" dirty="0">
                <a:latin typeface="Palatino Linotype" panose="02040502050505030304" pitchFamily="18" charset="0"/>
              </a:rPr>
              <a:t>In a concurrent system or database, two or more transactions may attempt to fetch the same data.</a:t>
            </a:r>
          </a:p>
          <a:p>
            <a:endParaRPr lang="en-US" sz="2400" b="1" dirty="0">
              <a:effectLst/>
              <a:latin typeface="Palatino Linotype" panose="02040502050505030304" pitchFamily="18" charset="0"/>
            </a:endParaRPr>
          </a:p>
          <a:p>
            <a:r>
              <a:rPr lang="en-US" sz="2400" b="1" dirty="0">
                <a:effectLst/>
                <a:latin typeface="Palatino Linotype" panose="02040502050505030304" pitchFamily="18" charset="0"/>
              </a:rPr>
              <a:t>But, why is this an issue?</a:t>
            </a:r>
          </a:p>
          <a:p>
            <a:pPr lvl="1"/>
            <a:r>
              <a:rPr lang="en-US" dirty="0">
                <a:latin typeface="Palatino Linotype" panose="02040502050505030304" pitchFamily="18" charset="0"/>
              </a:rPr>
              <a:t>Concurrency if not handled well can lead to ACID violations.</a:t>
            </a:r>
          </a:p>
          <a:p>
            <a:pPr lvl="1"/>
            <a:r>
              <a:rPr lang="en-US" dirty="0">
                <a:effectLst/>
                <a:latin typeface="Palatino Linotype" panose="02040502050505030304" pitchFamily="18" charset="0"/>
              </a:rPr>
              <a:t>For </a:t>
            </a:r>
            <a:r>
              <a:rPr lang="en-US" dirty="0">
                <a:latin typeface="Palatino Linotype" panose="02040502050505030304" pitchFamily="18" charset="0"/>
              </a:rPr>
              <a:t>instance. </a:t>
            </a:r>
            <a:r>
              <a:rPr lang="en-US" dirty="0">
                <a:latin typeface="Palatino Linotype" panose="02040502050505030304" pitchFamily="18" charset="0"/>
                <a:sym typeface="Wingdings" pitchFamily="2" charset="2"/>
              </a:rPr>
              <a:t> </a:t>
            </a:r>
            <a:r>
              <a:rPr lang="en-US" dirty="0">
                <a:solidFill>
                  <a:srgbClr val="FF0000"/>
                </a:solidFill>
                <a:latin typeface="Palatino Linotype" panose="02040502050505030304" pitchFamily="18" charset="0"/>
                <a:sym typeface="Wingdings" pitchFamily="2" charset="2"/>
              </a:rPr>
              <a:t>Race conditions</a:t>
            </a:r>
            <a:r>
              <a:rPr lang="en-US" dirty="0">
                <a:latin typeface="Palatino Linotype" panose="02040502050505030304" pitchFamily="18" charset="0"/>
                <a:sym typeface="Wingdings" pitchFamily="2" charset="2"/>
              </a:rPr>
              <a:t>!</a:t>
            </a:r>
            <a:endParaRPr lang="en-US" dirty="0">
              <a:effectLst/>
              <a:latin typeface="Palatino Linotype" panose="02040502050505030304" pitchFamily="18" charset="0"/>
            </a:endParaRPr>
          </a:p>
          <a:p>
            <a:endParaRPr lang="en-US" sz="2400" dirty="0">
              <a:effectLst/>
              <a:latin typeface="Palatino Linotype" panose="02040502050505030304" pitchFamily="18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9F8FD55-C72A-8C49-1A72-1E2659DD98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07290" y="6356350"/>
            <a:ext cx="2743200" cy="365125"/>
          </a:xfrm>
        </p:spPr>
        <p:txBody>
          <a:bodyPr/>
          <a:lstStyle/>
          <a:p>
            <a:fld id="{D0FE24AB-0A3D-3945-A314-A55A03C76B7E}" type="slidenum">
              <a:rPr lang="en-US" smtClean="0">
                <a:latin typeface="Palatino Linotype" panose="02040502050505030304" pitchFamily="18" charset="0"/>
              </a:rPr>
              <a:t>16</a:t>
            </a:fld>
            <a:endParaRPr lang="en-US" dirty="0">
              <a:latin typeface="Palatino Linotype" panose="0204050205050503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5852496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FD0D50-B686-1D41-AFAC-FB5359144F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EABA21-90D2-C342-F4E1-6D26ACDA4A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905091"/>
          </a:xfrm>
        </p:spPr>
        <p:txBody>
          <a:bodyPr>
            <a:normAutofit/>
          </a:bodyPr>
          <a:lstStyle/>
          <a:p>
            <a:pPr algn="ctr"/>
            <a:r>
              <a:rPr lang="en-US" sz="4000" b="1" dirty="0">
                <a:latin typeface="Palatino Linotype" panose="02040502050505030304" pitchFamily="18" charset="0"/>
              </a:rPr>
              <a:t>Two Concurrent Transactions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7528975-9FB8-4423-9982-DE02A82F83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07290" y="6356350"/>
            <a:ext cx="2743200" cy="365125"/>
          </a:xfrm>
        </p:spPr>
        <p:txBody>
          <a:bodyPr/>
          <a:lstStyle/>
          <a:p>
            <a:fld id="{D0FE24AB-0A3D-3945-A314-A55A03C76B7E}" type="slidenum">
              <a:rPr lang="en-US" smtClean="0">
                <a:latin typeface="Palatino Linotype" panose="02040502050505030304" pitchFamily="18" charset="0"/>
              </a:rPr>
              <a:t>17</a:t>
            </a:fld>
            <a:endParaRPr lang="en-US" dirty="0">
              <a:latin typeface="Palatino Linotype" panose="02040502050505030304" pitchFamily="18" charset="0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C59C9DC3-6900-4D4F-70F8-39FD202C441B}"/>
              </a:ext>
            </a:extLst>
          </p:cNvPr>
          <p:cNvGraphicFramePr>
            <a:graphicFrameLocks noGrp="1"/>
          </p:cNvGraphicFramePr>
          <p:nvPr/>
        </p:nvGraphicFramePr>
        <p:xfrm>
          <a:off x="1963972" y="1311966"/>
          <a:ext cx="9128098" cy="388818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64049">
                  <a:extLst>
                    <a:ext uri="{9D8B030D-6E8A-4147-A177-3AD203B41FA5}">
                      <a16:colId xmlns:a16="http://schemas.microsoft.com/office/drawing/2014/main" val="282134077"/>
                    </a:ext>
                  </a:extLst>
                </a:gridCol>
                <a:gridCol w="4564049">
                  <a:extLst>
                    <a:ext uri="{9D8B030D-6E8A-4147-A177-3AD203B41FA5}">
                      <a16:colId xmlns:a16="http://schemas.microsoft.com/office/drawing/2014/main" val="4206062769"/>
                    </a:ext>
                  </a:extLst>
                </a:gridCol>
              </a:tblGrid>
              <a:tr h="3888187">
                <a:tc>
                  <a:txBody>
                    <a:bodyPr/>
                    <a:lstStyle/>
                    <a:p>
                      <a:r>
                        <a:rPr lang="en-US" sz="2400" b="1" i="0" dirty="0">
                          <a:solidFill>
                            <a:schemeClr val="tx1"/>
                          </a:solidFill>
                          <a:latin typeface="Palatino Linotype" panose="02040502050505030304" pitchFamily="18" charset="0"/>
                        </a:rPr>
                        <a:t>T1:</a:t>
                      </a:r>
                    </a:p>
                    <a:p>
                      <a:endParaRPr lang="en-US" sz="2400" b="0" i="0" dirty="0">
                        <a:solidFill>
                          <a:schemeClr val="tx1"/>
                        </a:solidFill>
                        <a:latin typeface="Palatino Linotype" panose="02040502050505030304" pitchFamily="18" charset="0"/>
                      </a:endParaRPr>
                    </a:p>
                    <a:p>
                      <a:r>
                        <a:rPr lang="en-US" sz="2400" b="0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read(</a:t>
                      </a:r>
                      <a:r>
                        <a:rPr lang="en-US" sz="2400" b="1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A</a:t>
                      </a:r>
                      <a:r>
                        <a:rPr lang="en-US" sz="2400" b="0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);</a:t>
                      </a:r>
                    </a:p>
                    <a:p>
                      <a:r>
                        <a:rPr lang="en-US" sz="2400" b="1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A</a:t>
                      </a:r>
                      <a:r>
                        <a:rPr lang="en-US" sz="2400" b="0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 = </a:t>
                      </a:r>
                      <a:r>
                        <a:rPr lang="en-US" sz="2400" b="1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A</a:t>
                      </a:r>
                      <a:r>
                        <a:rPr lang="en-US" sz="2400" b="0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 − 50;</a:t>
                      </a:r>
                    </a:p>
                    <a:p>
                      <a:r>
                        <a:rPr lang="en-US" sz="2400" b="0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write(</a:t>
                      </a:r>
                      <a:r>
                        <a:rPr lang="en-US" sz="2400" b="1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A</a:t>
                      </a:r>
                      <a:r>
                        <a:rPr lang="en-US" sz="2400" b="0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);</a:t>
                      </a:r>
                    </a:p>
                    <a:p>
                      <a:r>
                        <a:rPr lang="en-US" sz="2400" b="0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read(</a:t>
                      </a:r>
                      <a:r>
                        <a:rPr lang="en-US" sz="2400" b="1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B</a:t>
                      </a:r>
                      <a:r>
                        <a:rPr lang="en-US" sz="2400" b="0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);</a:t>
                      </a:r>
                    </a:p>
                    <a:p>
                      <a:r>
                        <a:rPr lang="en-US" sz="2400" b="1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B</a:t>
                      </a:r>
                      <a:r>
                        <a:rPr lang="en-US" sz="2400" b="0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 = </a:t>
                      </a:r>
                      <a:r>
                        <a:rPr lang="en-US" sz="2400" b="1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B</a:t>
                      </a:r>
                      <a:r>
                        <a:rPr lang="en-US" sz="2400" b="0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 + 50;</a:t>
                      </a:r>
                    </a:p>
                    <a:p>
                      <a:r>
                        <a:rPr lang="en-US" sz="2400" b="0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write(</a:t>
                      </a:r>
                      <a:r>
                        <a:rPr lang="en-US" sz="2400" b="1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B</a:t>
                      </a:r>
                      <a:r>
                        <a:rPr lang="en-US" sz="2400" b="0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).</a:t>
                      </a:r>
                    </a:p>
                    <a:p>
                      <a:endParaRPr lang="en-US" sz="2400" b="0" i="0" dirty="0">
                        <a:solidFill>
                          <a:schemeClr val="tx1"/>
                        </a:solidFill>
                        <a:latin typeface="Palatino Linotype" panose="0204050205050503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1" i="0" dirty="0">
                          <a:solidFill>
                            <a:schemeClr val="tx1"/>
                          </a:solidFill>
                          <a:latin typeface="Palatino Linotype" panose="02040502050505030304" pitchFamily="18" charset="0"/>
                        </a:rPr>
                        <a:t>T2:</a:t>
                      </a:r>
                    </a:p>
                    <a:p>
                      <a:endParaRPr lang="en-US" sz="2400" b="0" i="0" dirty="0">
                        <a:solidFill>
                          <a:schemeClr val="tx1"/>
                        </a:solidFill>
                        <a:latin typeface="Palatino Linotype" panose="02040502050505030304" pitchFamily="18" charset="0"/>
                      </a:endParaRPr>
                    </a:p>
                    <a:p>
                      <a:r>
                        <a:rPr lang="en-US" sz="2400" b="0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read(</a:t>
                      </a:r>
                      <a:r>
                        <a:rPr lang="en-US" sz="2400" b="1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A</a:t>
                      </a:r>
                      <a:r>
                        <a:rPr lang="en-US" sz="2400" b="0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);</a:t>
                      </a:r>
                    </a:p>
                    <a:p>
                      <a:r>
                        <a:rPr lang="en-US" sz="2400" b="0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temp = </a:t>
                      </a:r>
                      <a:r>
                        <a:rPr lang="en-US" sz="2400" b="1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A</a:t>
                      </a:r>
                      <a:r>
                        <a:rPr lang="en-US" sz="2400" b="0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 * 0.1;</a:t>
                      </a:r>
                    </a:p>
                    <a:p>
                      <a:r>
                        <a:rPr lang="en-US" sz="2400" b="1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A</a:t>
                      </a:r>
                      <a:r>
                        <a:rPr lang="en-US" sz="2400" b="0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 = </a:t>
                      </a:r>
                      <a:r>
                        <a:rPr lang="en-US" sz="2400" b="1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A</a:t>
                      </a:r>
                      <a:r>
                        <a:rPr lang="en-US" sz="2400" b="0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 − temp;</a:t>
                      </a:r>
                    </a:p>
                    <a:p>
                      <a:r>
                        <a:rPr lang="en-US" sz="2400" b="0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write(</a:t>
                      </a:r>
                      <a:r>
                        <a:rPr lang="en-US" sz="2400" b="1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A</a:t>
                      </a:r>
                      <a:r>
                        <a:rPr lang="en-US" sz="2400" b="0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);</a:t>
                      </a:r>
                    </a:p>
                    <a:p>
                      <a:r>
                        <a:rPr lang="en-US" sz="2400" b="0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read(</a:t>
                      </a:r>
                      <a:r>
                        <a:rPr lang="en-US" sz="2400" b="1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B</a:t>
                      </a:r>
                      <a:r>
                        <a:rPr lang="en-US" sz="2400" b="0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);</a:t>
                      </a:r>
                    </a:p>
                    <a:p>
                      <a:r>
                        <a:rPr lang="en-US" sz="2400" b="1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B</a:t>
                      </a:r>
                      <a:r>
                        <a:rPr lang="en-US" sz="2400" b="0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 = </a:t>
                      </a:r>
                      <a:r>
                        <a:rPr lang="en-US" sz="2400" b="1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B</a:t>
                      </a:r>
                      <a:r>
                        <a:rPr lang="en-US" sz="2400" b="0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 + temp;</a:t>
                      </a:r>
                    </a:p>
                    <a:p>
                      <a:r>
                        <a:rPr lang="en-US" sz="2400" b="0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write(</a:t>
                      </a:r>
                      <a:r>
                        <a:rPr lang="en-US" sz="2400" b="1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B</a:t>
                      </a:r>
                      <a:r>
                        <a:rPr lang="en-US" sz="2400" b="0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endParaRPr lang="en-US" sz="2400" b="0" i="0" dirty="0">
                        <a:solidFill>
                          <a:schemeClr val="tx1"/>
                        </a:solidFill>
                        <a:latin typeface="Palatino Linotype" panose="02040502050505030304" pitchFamily="18" charset="0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7499455"/>
                  </a:ext>
                </a:extLst>
              </a:tr>
            </a:tbl>
          </a:graphicData>
        </a:graphic>
      </p:graphicFrame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BC1FEE76-E95C-E4F0-48B2-7D81D450DB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53226" y="5510252"/>
            <a:ext cx="8562052" cy="1114447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400" b="1" dirty="0">
                <a:latin typeface="Palatino Linotype" panose="02040502050505030304" pitchFamily="18" charset="0"/>
              </a:rPr>
              <a:t>Notice that they are accessing the same variables A and B.</a:t>
            </a:r>
          </a:p>
        </p:txBody>
      </p:sp>
    </p:spTree>
    <p:extLst>
      <p:ext uri="{BB962C8B-B14F-4D97-AF65-F5344CB8AC3E}">
        <p14:creationId xmlns:p14="http://schemas.microsoft.com/office/powerpoint/2010/main" val="391795067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82A790-F8C5-8914-8FFE-9DB39BA971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40E4D5-D62B-FFA1-A7B0-CE3EFA953B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905091"/>
          </a:xfrm>
        </p:spPr>
        <p:txBody>
          <a:bodyPr>
            <a:normAutofit/>
          </a:bodyPr>
          <a:lstStyle/>
          <a:p>
            <a:pPr algn="ctr"/>
            <a:r>
              <a:rPr lang="en-US" sz="4000" b="1" dirty="0">
                <a:latin typeface="Palatino Linotype" panose="02040502050505030304" pitchFamily="18" charset="0"/>
              </a:rPr>
              <a:t>Atomicity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AE668A-F88D-7BEA-6F9E-4F41A934CF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5214" y="1177047"/>
            <a:ext cx="11816785" cy="5544428"/>
          </a:xfrm>
        </p:spPr>
        <p:txBody>
          <a:bodyPr>
            <a:noAutofit/>
          </a:bodyPr>
          <a:lstStyle/>
          <a:p>
            <a:r>
              <a:rPr lang="en-US" sz="2400" b="1" dirty="0">
                <a:latin typeface="Palatino Linotype" panose="02040502050505030304" pitchFamily="18" charset="0"/>
              </a:rPr>
              <a:t>What do you think happens at DBMS after you execute a transaction?</a:t>
            </a:r>
            <a:endParaRPr lang="en-US" sz="2400" dirty="0">
              <a:latin typeface="Palatino Linotype" panose="02040502050505030304" pitchFamily="18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0FFD5D8-A70A-4DB8-BB8F-1D62442AF2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07290" y="6356350"/>
            <a:ext cx="2743200" cy="365125"/>
          </a:xfrm>
        </p:spPr>
        <p:txBody>
          <a:bodyPr/>
          <a:lstStyle/>
          <a:p>
            <a:fld id="{D0FE24AB-0A3D-3945-A314-A55A03C76B7E}" type="slidenum">
              <a:rPr lang="en-US" smtClean="0">
                <a:latin typeface="Palatino Linotype" panose="02040502050505030304" pitchFamily="18" charset="0"/>
              </a:rPr>
              <a:t>18</a:t>
            </a:fld>
            <a:endParaRPr lang="en-US" dirty="0">
              <a:latin typeface="Palatino Linotype" panose="0204050205050503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0751725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685986-64DA-EE13-5779-84AFF419B8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818588-6D01-E166-6D55-73BB735BF8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905091"/>
          </a:xfrm>
        </p:spPr>
        <p:txBody>
          <a:bodyPr>
            <a:normAutofit/>
          </a:bodyPr>
          <a:lstStyle/>
          <a:p>
            <a:pPr algn="ctr"/>
            <a:r>
              <a:rPr lang="en-US" sz="4000" b="1" dirty="0">
                <a:latin typeface="Palatino Linotype" panose="02040502050505030304" pitchFamily="18" charset="0"/>
              </a:rPr>
              <a:t>Atomicity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7617D8-F018-183F-9BF5-F85C071688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5214" y="1177047"/>
            <a:ext cx="11816785" cy="5544428"/>
          </a:xfrm>
        </p:spPr>
        <p:txBody>
          <a:bodyPr>
            <a:noAutofit/>
          </a:bodyPr>
          <a:lstStyle/>
          <a:p>
            <a:r>
              <a:rPr lang="en-US" sz="2400" dirty="0">
                <a:latin typeface="Palatino Linotype" panose="02040502050505030304" pitchFamily="18" charset="0"/>
              </a:rPr>
              <a:t>What do you think happens at DBMS after you execute a transaction?</a:t>
            </a:r>
          </a:p>
          <a:p>
            <a:pPr lvl="1"/>
            <a:r>
              <a:rPr lang="en-US" dirty="0">
                <a:latin typeface="Palatino Linotype" panose="02040502050505030304" pitchFamily="18" charset="0"/>
              </a:rPr>
              <a:t>The transaction </a:t>
            </a:r>
            <a:r>
              <a:rPr lang="en-US" b="1" dirty="0">
                <a:latin typeface="Palatino Linotype" panose="02040502050505030304" pitchFamily="18" charset="0"/>
              </a:rPr>
              <a:t>commits</a:t>
            </a:r>
            <a:r>
              <a:rPr lang="en-US" dirty="0">
                <a:latin typeface="Palatino Linotype" panose="02040502050505030304" pitchFamily="18" charset="0"/>
              </a:rPr>
              <a:t> after completing all the operations!</a:t>
            </a:r>
          </a:p>
          <a:p>
            <a:pPr lvl="1"/>
            <a:r>
              <a:rPr lang="en-US" dirty="0">
                <a:latin typeface="Palatino Linotype" panose="02040502050505030304" pitchFamily="18" charset="0"/>
              </a:rPr>
              <a:t>The transaction </a:t>
            </a:r>
            <a:r>
              <a:rPr lang="en-US" b="1" dirty="0">
                <a:latin typeface="Palatino Linotype" panose="02040502050505030304" pitchFamily="18" charset="0"/>
              </a:rPr>
              <a:t>aborts</a:t>
            </a:r>
            <a:r>
              <a:rPr lang="en-US" dirty="0">
                <a:latin typeface="Palatino Linotype" panose="02040502050505030304" pitchFamily="18" charset="0"/>
              </a:rPr>
              <a:t>.</a:t>
            </a:r>
          </a:p>
          <a:p>
            <a:pPr lvl="1"/>
            <a:endParaRPr lang="en-US" dirty="0">
              <a:latin typeface="Palatino Linotype" panose="02040502050505030304" pitchFamily="18" charset="0"/>
            </a:endParaRPr>
          </a:p>
          <a:p>
            <a:endParaRPr lang="en-US" sz="2400" dirty="0">
              <a:latin typeface="Palatino Linotype" panose="02040502050505030304" pitchFamily="18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3043A43-D80B-9EC7-54BB-0A667A078B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07290" y="6356350"/>
            <a:ext cx="2743200" cy="365125"/>
          </a:xfrm>
        </p:spPr>
        <p:txBody>
          <a:bodyPr/>
          <a:lstStyle/>
          <a:p>
            <a:fld id="{D0FE24AB-0A3D-3945-A314-A55A03C76B7E}" type="slidenum">
              <a:rPr lang="en-US" smtClean="0">
                <a:latin typeface="Palatino Linotype" panose="02040502050505030304" pitchFamily="18" charset="0"/>
              </a:rPr>
              <a:t>19</a:t>
            </a:fld>
            <a:endParaRPr lang="en-US" dirty="0">
              <a:latin typeface="Palatino Linotype" panose="0204050205050503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3432565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3ED435-D246-55DD-80A0-3ED522780B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152E3E-A681-34B6-49C2-3A9E9E82E5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905091"/>
          </a:xfrm>
        </p:spPr>
        <p:txBody>
          <a:bodyPr>
            <a:normAutofit/>
          </a:bodyPr>
          <a:lstStyle/>
          <a:p>
            <a:pPr algn="ctr"/>
            <a:r>
              <a:rPr lang="en-US" sz="4000" b="1" dirty="0">
                <a:latin typeface="Palatino Linotype" panose="02040502050505030304" pitchFamily="18" charset="0"/>
              </a:rPr>
              <a:t>Atomicity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640DC3-817C-8F43-092D-18C7E9D3E2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5214" y="1177047"/>
            <a:ext cx="11816785" cy="5544428"/>
          </a:xfrm>
        </p:spPr>
        <p:txBody>
          <a:bodyPr>
            <a:noAutofit/>
          </a:bodyPr>
          <a:lstStyle/>
          <a:p>
            <a:r>
              <a:rPr lang="en-US" sz="2400" dirty="0">
                <a:latin typeface="Palatino Linotype" panose="02040502050505030304" pitchFamily="18" charset="0"/>
              </a:rPr>
              <a:t>What do you think happens at DBMS after you execute a transaction?</a:t>
            </a:r>
          </a:p>
          <a:p>
            <a:pPr lvl="1"/>
            <a:r>
              <a:rPr lang="en-US" dirty="0">
                <a:latin typeface="Palatino Linotype" panose="02040502050505030304" pitchFamily="18" charset="0"/>
              </a:rPr>
              <a:t>The transaction </a:t>
            </a:r>
            <a:r>
              <a:rPr lang="en-US" b="1" dirty="0">
                <a:latin typeface="Palatino Linotype" panose="02040502050505030304" pitchFamily="18" charset="0"/>
              </a:rPr>
              <a:t>commits</a:t>
            </a:r>
            <a:r>
              <a:rPr lang="en-US" dirty="0">
                <a:latin typeface="Palatino Linotype" panose="02040502050505030304" pitchFamily="18" charset="0"/>
              </a:rPr>
              <a:t> after completing all the operations!</a:t>
            </a:r>
          </a:p>
          <a:p>
            <a:pPr lvl="1"/>
            <a:r>
              <a:rPr lang="en-US" dirty="0">
                <a:latin typeface="Palatino Linotype" panose="02040502050505030304" pitchFamily="18" charset="0"/>
              </a:rPr>
              <a:t>The transaction </a:t>
            </a:r>
            <a:r>
              <a:rPr lang="en-US" b="1" dirty="0">
                <a:latin typeface="Palatino Linotype" panose="02040502050505030304" pitchFamily="18" charset="0"/>
              </a:rPr>
              <a:t>aborts</a:t>
            </a:r>
            <a:r>
              <a:rPr lang="en-US" dirty="0">
                <a:latin typeface="Palatino Linotype" panose="02040502050505030304" pitchFamily="18" charset="0"/>
              </a:rPr>
              <a:t>.</a:t>
            </a:r>
          </a:p>
          <a:p>
            <a:pPr lvl="1"/>
            <a:endParaRPr lang="en-US" dirty="0">
              <a:latin typeface="Palatino Linotype" panose="02040502050505030304" pitchFamily="18" charset="0"/>
            </a:endParaRPr>
          </a:p>
          <a:p>
            <a:r>
              <a:rPr lang="en-US" sz="2400" b="1" dirty="0">
                <a:latin typeface="Palatino Linotype" panose="02040502050505030304" pitchFamily="18" charset="0"/>
              </a:rPr>
              <a:t>What is meant by transaction commits or aborts</a:t>
            </a:r>
            <a:r>
              <a:rPr lang="en-US" sz="2400" dirty="0">
                <a:latin typeface="Palatino Linotype" panose="02040502050505030304" pitchFamily="18" charset="0"/>
              </a:rPr>
              <a:t>?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944F95E-8CDC-215C-1B21-B75801CD10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07290" y="6356350"/>
            <a:ext cx="2743200" cy="365125"/>
          </a:xfrm>
        </p:spPr>
        <p:txBody>
          <a:bodyPr/>
          <a:lstStyle/>
          <a:p>
            <a:fld id="{D0FE24AB-0A3D-3945-A314-A55A03C76B7E}" type="slidenum">
              <a:rPr lang="en-US" smtClean="0">
                <a:latin typeface="Palatino Linotype" panose="02040502050505030304" pitchFamily="18" charset="0"/>
              </a:rPr>
              <a:t>20</a:t>
            </a:fld>
            <a:endParaRPr lang="en-US" dirty="0">
              <a:latin typeface="Palatino Linotype" panose="0204050205050503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1596293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F5CEAC-3B71-FB5B-525A-778083C843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31A737-40FC-E524-EA2B-E488F65B7F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905091"/>
          </a:xfrm>
        </p:spPr>
        <p:txBody>
          <a:bodyPr>
            <a:normAutofit/>
          </a:bodyPr>
          <a:lstStyle/>
          <a:p>
            <a:pPr algn="ctr"/>
            <a:r>
              <a:rPr lang="en-US" sz="4000" b="1" dirty="0">
                <a:latin typeface="Palatino Linotype" panose="02040502050505030304" pitchFamily="18" charset="0"/>
              </a:rPr>
              <a:t>Atomicity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AFA159-C282-B7E4-F599-A403389EAE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5214" y="1177047"/>
            <a:ext cx="11816785" cy="5544428"/>
          </a:xfrm>
        </p:spPr>
        <p:txBody>
          <a:bodyPr>
            <a:noAutofit/>
          </a:bodyPr>
          <a:lstStyle/>
          <a:p>
            <a:r>
              <a:rPr lang="en-US" sz="2400" dirty="0">
                <a:latin typeface="Palatino Linotype" panose="02040502050505030304" pitchFamily="18" charset="0"/>
              </a:rPr>
              <a:t>What do you think happens at DBMS after you execute a transaction?</a:t>
            </a:r>
          </a:p>
          <a:p>
            <a:pPr lvl="1"/>
            <a:r>
              <a:rPr lang="en-US" dirty="0">
                <a:latin typeface="Palatino Linotype" panose="02040502050505030304" pitchFamily="18" charset="0"/>
              </a:rPr>
              <a:t>The transaction </a:t>
            </a:r>
            <a:r>
              <a:rPr lang="en-US" b="1" dirty="0">
                <a:latin typeface="Palatino Linotype" panose="02040502050505030304" pitchFamily="18" charset="0"/>
              </a:rPr>
              <a:t>commits</a:t>
            </a:r>
            <a:r>
              <a:rPr lang="en-US" dirty="0">
                <a:latin typeface="Palatino Linotype" panose="02040502050505030304" pitchFamily="18" charset="0"/>
              </a:rPr>
              <a:t> after completing all the operations!</a:t>
            </a:r>
          </a:p>
          <a:p>
            <a:pPr lvl="1"/>
            <a:r>
              <a:rPr lang="en-US" dirty="0">
                <a:latin typeface="Palatino Linotype" panose="02040502050505030304" pitchFamily="18" charset="0"/>
              </a:rPr>
              <a:t>The transaction </a:t>
            </a:r>
            <a:r>
              <a:rPr lang="en-US" b="1" dirty="0">
                <a:latin typeface="Palatino Linotype" panose="02040502050505030304" pitchFamily="18" charset="0"/>
              </a:rPr>
              <a:t>aborts</a:t>
            </a:r>
            <a:r>
              <a:rPr lang="en-US" dirty="0">
                <a:latin typeface="Palatino Linotype" panose="02040502050505030304" pitchFamily="18" charset="0"/>
              </a:rPr>
              <a:t>.</a:t>
            </a:r>
          </a:p>
          <a:p>
            <a:pPr lvl="1"/>
            <a:endParaRPr lang="en-US" dirty="0">
              <a:latin typeface="Palatino Linotype" panose="02040502050505030304" pitchFamily="18" charset="0"/>
            </a:endParaRPr>
          </a:p>
          <a:p>
            <a:r>
              <a:rPr lang="en-US" sz="2400" dirty="0">
                <a:latin typeface="Palatino Linotype" panose="02040502050505030304" pitchFamily="18" charset="0"/>
              </a:rPr>
              <a:t>What is meant by a transaction commits or aborts?</a:t>
            </a:r>
          </a:p>
          <a:p>
            <a:pPr lvl="1"/>
            <a:r>
              <a:rPr lang="en-US" b="1" dirty="0">
                <a:latin typeface="Palatino Linotype" panose="02040502050505030304" pitchFamily="18" charset="0"/>
              </a:rPr>
              <a:t>Commits </a:t>
            </a:r>
            <a:r>
              <a:rPr lang="en-US" dirty="0">
                <a:latin typeface="Palatino Linotype" panose="02040502050505030304" pitchFamily="18" charset="0"/>
                <a:sym typeface="Wingdings" pitchFamily="2" charset="2"/>
              </a:rPr>
              <a:t> The result of executing the transaction will persist.</a:t>
            </a:r>
          </a:p>
          <a:p>
            <a:pPr lvl="1"/>
            <a:r>
              <a:rPr lang="en-US" b="1" dirty="0">
                <a:latin typeface="Palatino Linotype" panose="02040502050505030304" pitchFamily="18" charset="0"/>
                <a:sym typeface="Wingdings" pitchFamily="2" charset="2"/>
              </a:rPr>
              <a:t>Aborts </a:t>
            </a:r>
            <a:r>
              <a:rPr lang="en-US" dirty="0">
                <a:latin typeface="Palatino Linotype" panose="02040502050505030304" pitchFamily="18" charset="0"/>
                <a:sym typeface="Wingdings" pitchFamily="2" charset="2"/>
              </a:rPr>
              <a:t> No trace of the transaction will exist.</a:t>
            </a:r>
            <a:endParaRPr lang="en-US" dirty="0">
              <a:latin typeface="Palatino Linotype" panose="02040502050505030304" pitchFamily="18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3C8ED85-A4EF-AD85-68D8-DF06B856A2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07290" y="6356350"/>
            <a:ext cx="2743200" cy="365125"/>
          </a:xfrm>
        </p:spPr>
        <p:txBody>
          <a:bodyPr/>
          <a:lstStyle/>
          <a:p>
            <a:fld id="{D0FE24AB-0A3D-3945-A314-A55A03C76B7E}" type="slidenum">
              <a:rPr lang="en-US" smtClean="0">
                <a:latin typeface="Palatino Linotype" panose="02040502050505030304" pitchFamily="18" charset="0"/>
              </a:rPr>
              <a:t>21</a:t>
            </a:fld>
            <a:endParaRPr lang="en-US" dirty="0">
              <a:latin typeface="Palatino Linotype" panose="0204050205050503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5929775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4171B1-D835-95BC-69AB-2E0999946D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DA630E-3BDD-0F67-1FD5-CA44D4D4AF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905091"/>
          </a:xfrm>
        </p:spPr>
        <p:txBody>
          <a:bodyPr>
            <a:normAutofit/>
          </a:bodyPr>
          <a:lstStyle/>
          <a:p>
            <a:pPr algn="ctr"/>
            <a:r>
              <a:rPr lang="en-US" sz="4000" b="1" dirty="0">
                <a:latin typeface="Palatino Linotype" panose="02040502050505030304" pitchFamily="18" charset="0"/>
              </a:rPr>
              <a:t>Atomicity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1D1E7A-337E-B51A-0A08-D25C339CAD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5214" y="1177047"/>
            <a:ext cx="11816785" cy="5544428"/>
          </a:xfrm>
        </p:spPr>
        <p:txBody>
          <a:bodyPr>
            <a:noAutofit/>
          </a:bodyPr>
          <a:lstStyle/>
          <a:p>
            <a:r>
              <a:rPr lang="en-US" sz="2400" b="1" dirty="0">
                <a:latin typeface="Palatino Linotype" panose="02040502050505030304" pitchFamily="18" charset="0"/>
              </a:rPr>
              <a:t>DBMS guarantees atomicity.</a:t>
            </a:r>
          </a:p>
          <a:p>
            <a:pPr lvl="1"/>
            <a:r>
              <a:rPr lang="en-US" dirty="0">
                <a:latin typeface="Palatino Linotype" panose="02040502050505030304" pitchFamily="18" charset="0"/>
              </a:rPr>
              <a:t>From a user's point of view: a transaction always either executes all its operations or executes none at all.</a:t>
            </a:r>
            <a:endParaRPr lang="en-US" dirty="0">
              <a:latin typeface="Palatino Linotype" panose="02040502050505030304" pitchFamily="18" charset="0"/>
              <a:sym typeface="Wingdings" pitchFamily="2" charset="2"/>
            </a:endParaRPr>
          </a:p>
          <a:p>
            <a:pPr marL="457200" lvl="1" indent="0">
              <a:buNone/>
            </a:pPr>
            <a:endParaRPr lang="en-US" dirty="0">
              <a:latin typeface="Palatino Linotype" panose="02040502050505030304" pitchFamily="18" charset="0"/>
              <a:sym typeface="Wingdings" pitchFamily="2" charset="2"/>
            </a:endParaRPr>
          </a:p>
          <a:p>
            <a:pPr marL="457200" lvl="1" indent="0">
              <a:buNone/>
            </a:pPr>
            <a:endParaRPr lang="en-US" dirty="0">
              <a:latin typeface="Palatino Linotype" panose="02040502050505030304" pitchFamily="18" charset="0"/>
              <a:sym typeface="Wingdings" pitchFamily="2" charset="2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8AB077C-188B-7B84-D17C-9A9609CBA3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07290" y="6356350"/>
            <a:ext cx="2743200" cy="365125"/>
          </a:xfrm>
        </p:spPr>
        <p:txBody>
          <a:bodyPr/>
          <a:lstStyle/>
          <a:p>
            <a:fld id="{D0FE24AB-0A3D-3945-A314-A55A03C76B7E}" type="slidenum">
              <a:rPr lang="en-US" smtClean="0">
                <a:latin typeface="Palatino Linotype" panose="02040502050505030304" pitchFamily="18" charset="0"/>
              </a:rPr>
              <a:t>22</a:t>
            </a:fld>
            <a:endParaRPr lang="en-US" dirty="0">
              <a:latin typeface="Palatino Linotype" panose="0204050205050503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3834950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1C5E62-547F-C4A1-E0D5-03A7F71280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82892B-8589-1B50-9557-BF092E4D24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905091"/>
          </a:xfrm>
        </p:spPr>
        <p:txBody>
          <a:bodyPr>
            <a:normAutofit/>
          </a:bodyPr>
          <a:lstStyle/>
          <a:p>
            <a:pPr algn="ctr"/>
            <a:r>
              <a:rPr lang="en-US" sz="4000" b="1" dirty="0">
                <a:latin typeface="Palatino Linotype" panose="02040502050505030304" pitchFamily="18" charset="0"/>
              </a:rPr>
              <a:t>Atomicity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6C550B-A111-EDEB-6B3D-E8D1BAE77C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5214" y="1177047"/>
            <a:ext cx="11816785" cy="5544428"/>
          </a:xfrm>
        </p:spPr>
        <p:txBody>
          <a:bodyPr>
            <a:noAutofit/>
          </a:bodyPr>
          <a:lstStyle/>
          <a:p>
            <a:r>
              <a:rPr lang="en-US" sz="2400" b="1" dirty="0">
                <a:latin typeface="Palatino Linotype" panose="02040502050505030304" pitchFamily="18" charset="0"/>
              </a:rPr>
              <a:t>How to provide support for atomicity in the DBMS?</a:t>
            </a:r>
            <a:endParaRPr lang="en-US" dirty="0">
              <a:latin typeface="Palatino Linotype" panose="02040502050505030304" pitchFamily="18" charset="0"/>
              <a:sym typeface="Wingdings" pitchFamily="2" charset="2"/>
            </a:endParaRPr>
          </a:p>
          <a:p>
            <a:pPr marL="457200" lvl="1" indent="0">
              <a:buNone/>
            </a:pPr>
            <a:endParaRPr lang="en-US" dirty="0">
              <a:latin typeface="Palatino Linotype" panose="02040502050505030304" pitchFamily="18" charset="0"/>
              <a:sym typeface="Wingdings" pitchFamily="2" charset="2"/>
            </a:endParaRPr>
          </a:p>
          <a:p>
            <a:pPr marL="457200" lvl="1" indent="0">
              <a:buNone/>
            </a:pPr>
            <a:endParaRPr lang="en-US" dirty="0">
              <a:latin typeface="Palatino Linotype" panose="02040502050505030304" pitchFamily="18" charset="0"/>
              <a:sym typeface="Wingdings" pitchFamily="2" charset="2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1D87D98-B071-227B-1079-F6F8AB09AC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07290" y="6356350"/>
            <a:ext cx="2743200" cy="365125"/>
          </a:xfrm>
        </p:spPr>
        <p:txBody>
          <a:bodyPr/>
          <a:lstStyle/>
          <a:p>
            <a:fld id="{D0FE24AB-0A3D-3945-A314-A55A03C76B7E}" type="slidenum">
              <a:rPr lang="en-US" smtClean="0">
                <a:latin typeface="Palatino Linotype" panose="02040502050505030304" pitchFamily="18" charset="0"/>
              </a:rPr>
              <a:t>23</a:t>
            </a:fld>
            <a:endParaRPr lang="en-US" dirty="0">
              <a:latin typeface="Palatino Linotype" panose="0204050205050503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6997442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3318D0-9CB1-E241-B7B1-A79B773FBE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445211-970D-1AA6-8254-8D8EA9460B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905091"/>
          </a:xfrm>
        </p:spPr>
        <p:txBody>
          <a:bodyPr>
            <a:normAutofit/>
          </a:bodyPr>
          <a:lstStyle/>
          <a:p>
            <a:pPr algn="ctr"/>
            <a:r>
              <a:rPr lang="en-US" sz="4000" b="1" dirty="0">
                <a:latin typeface="Palatino Linotype" panose="02040502050505030304" pitchFamily="18" charset="0"/>
              </a:rPr>
              <a:t>Atomicity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8816F9-E70A-634E-CD76-9EF58AF1C3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5214" y="1177047"/>
            <a:ext cx="11816785" cy="5544428"/>
          </a:xfrm>
        </p:spPr>
        <p:txBody>
          <a:bodyPr>
            <a:noAutofit/>
          </a:bodyPr>
          <a:lstStyle/>
          <a:p>
            <a:r>
              <a:rPr lang="en-US" sz="2400" dirty="0">
                <a:latin typeface="Palatino Linotype" panose="02040502050505030304" pitchFamily="18" charset="0"/>
              </a:rPr>
              <a:t>How to provide support for atomicity in the DBMS?</a:t>
            </a:r>
          </a:p>
          <a:p>
            <a:endParaRPr lang="en-US" sz="2400" dirty="0">
              <a:latin typeface="Palatino Linotype" panose="02040502050505030304" pitchFamily="18" charset="0"/>
              <a:sym typeface="Wingdings" pitchFamily="2" charset="2"/>
            </a:endParaRPr>
          </a:p>
          <a:p>
            <a:r>
              <a:rPr lang="en-US" sz="2400" b="1" dirty="0">
                <a:latin typeface="Palatino Linotype" panose="02040502050505030304" pitchFamily="18" charset="0"/>
                <a:sym typeface="Wingdings" pitchFamily="2" charset="2"/>
              </a:rPr>
              <a:t>Two ways</a:t>
            </a:r>
            <a:r>
              <a:rPr lang="en-US" sz="2400" dirty="0">
                <a:latin typeface="Palatino Linotype" panose="02040502050505030304" pitchFamily="18" charset="0"/>
                <a:sym typeface="Wingdings" pitchFamily="2" charset="2"/>
              </a:rPr>
              <a:t>:</a:t>
            </a:r>
          </a:p>
          <a:p>
            <a:pPr lvl="1"/>
            <a:r>
              <a:rPr lang="en-US" dirty="0">
                <a:latin typeface="Palatino Linotype" panose="02040502050505030304" pitchFamily="18" charset="0"/>
                <a:sym typeface="Wingdings" pitchFamily="2" charset="2"/>
              </a:rPr>
              <a:t>Logging</a:t>
            </a:r>
          </a:p>
          <a:p>
            <a:pPr lvl="1"/>
            <a:r>
              <a:rPr lang="en-US" dirty="0">
                <a:latin typeface="Palatino Linotype" panose="02040502050505030304" pitchFamily="18" charset="0"/>
                <a:sym typeface="Wingdings" pitchFamily="2" charset="2"/>
              </a:rPr>
              <a:t>Shadow Paging (not preferred)</a:t>
            </a:r>
          </a:p>
          <a:p>
            <a:pPr marL="457200" lvl="1" indent="0">
              <a:buNone/>
            </a:pPr>
            <a:endParaRPr lang="en-US" dirty="0">
              <a:latin typeface="Palatino Linotype" panose="02040502050505030304" pitchFamily="18" charset="0"/>
              <a:sym typeface="Wingdings" pitchFamily="2" charset="2"/>
            </a:endParaRPr>
          </a:p>
          <a:p>
            <a:pPr marL="457200" lvl="1" indent="0">
              <a:buNone/>
            </a:pPr>
            <a:endParaRPr lang="en-US" dirty="0">
              <a:latin typeface="Palatino Linotype" panose="02040502050505030304" pitchFamily="18" charset="0"/>
              <a:sym typeface="Wingdings" pitchFamily="2" charset="2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35FECE5-B97E-41DA-C5A9-3F5C15DB26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07290" y="6356350"/>
            <a:ext cx="2743200" cy="365125"/>
          </a:xfrm>
        </p:spPr>
        <p:txBody>
          <a:bodyPr/>
          <a:lstStyle/>
          <a:p>
            <a:fld id="{D0FE24AB-0A3D-3945-A314-A55A03C76B7E}" type="slidenum">
              <a:rPr lang="en-US" smtClean="0">
                <a:latin typeface="Palatino Linotype" panose="02040502050505030304" pitchFamily="18" charset="0"/>
              </a:rPr>
              <a:t>24</a:t>
            </a:fld>
            <a:endParaRPr lang="en-US" dirty="0">
              <a:latin typeface="Palatino Linotype" panose="0204050205050503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6443073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CC4EB9-3C1A-C67D-0DEC-F266E36E74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1BA106-BAD2-9404-20E8-69EBE7B95F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905091"/>
          </a:xfrm>
        </p:spPr>
        <p:txBody>
          <a:bodyPr>
            <a:normAutofit/>
          </a:bodyPr>
          <a:lstStyle/>
          <a:p>
            <a:pPr algn="ctr"/>
            <a:r>
              <a:rPr lang="en-US" sz="4000" b="1" dirty="0">
                <a:latin typeface="Palatino Linotype" panose="02040502050505030304" pitchFamily="18" charset="0"/>
              </a:rPr>
              <a:t>Atomicity Support: Logging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3EE0935-DE9D-3C70-E750-ED615F900D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07290" y="6356350"/>
            <a:ext cx="2743200" cy="365125"/>
          </a:xfrm>
        </p:spPr>
        <p:txBody>
          <a:bodyPr/>
          <a:lstStyle/>
          <a:p>
            <a:fld id="{D0FE24AB-0A3D-3945-A314-A55A03C76B7E}" type="slidenum">
              <a:rPr lang="en-US" smtClean="0">
                <a:latin typeface="Palatino Linotype" panose="02040502050505030304" pitchFamily="18" charset="0"/>
              </a:rPr>
              <a:t>25</a:t>
            </a:fld>
            <a:endParaRPr lang="en-US" dirty="0">
              <a:latin typeface="Palatino Linotype" panose="0204050205050503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819640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B13E52-0974-0C30-A683-B9270DD796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7BCCFB-82C2-1B1E-02BF-8837263BBE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905091"/>
          </a:xfrm>
        </p:spPr>
        <p:txBody>
          <a:bodyPr>
            <a:normAutofit/>
          </a:bodyPr>
          <a:lstStyle/>
          <a:p>
            <a:pPr algn="ctr"/>
            <a:r>
              <a:rPr lang="en-US" sz="4000" b="1" dirty="0">
                <a:latin typeface="Palatino Linotype" panose="02040502050505030304" pitchFamily="18" charset="0"/>
              </a:rPr>
              <a:t>Atomicity Support: Logging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C6D0EE-5592-2BCD-814F-6F82405F55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5214" y="1177047"/>
            <a:ext cx="11816785" cy="5544428"/>
          </a:xfrm>
        </p:spPr>
        <p:txBody>
          <a:bodyPr>
            <a:noAutofit/>
          </a:bodyPr>
          <a:lstStyle/>
          <a:p>
            <a:r>
              <a:rPr lang="en-US" sz="2400" dirty="0">
                <a:latin typeface="Palatino Linotype" panose="02040502050505030304" pitchFamily="18" charset="0"/>
              </a:rPr>
              <a:t>A log is like a ledger or file that records all events or actions.</a:t>
            </a:r>
          </a:p>
          <a:p>
            <a:pPr marL="0" indent="0">
              <a:buNone/>
            </a:pPr>
            <a:endParaRPr lang="en-US" sz="1000" dirty="0">
              <a:latin typeface="Palatino Linotype" panose="02040502050505030304" pitchFamily="18" charset="0"/>
            </a:endParaRPr>
          </a:p>
          <a:p>
            <a:r>
              <a:rPr lang="en-US" sz="2400" dirty="0">
                <a:latin typeface="Palatino Linotype" panose="02040502050505030304" pitchFamily="18" charset="0"/>
              </a:rPr>
              <a:t>DBMS logs every action so that it can undo the actions of aborted transactions.</a:t>
            </a:r>
          </a:p>
          <a:p>
            <a:pPr marL="0" indent="0">
              <a:buNone/>
            </a:pPr>
            <a:endParaRPr lang="en-US" sz="1000" dirty="0">
              <a:latin typeface="Palatino Linotype" panose="02040502050505030304" pitchFamily="18" charset="0"/>
            </a:endParaRPr>
          </a:p>
          <a:p>
            <a:r>
              <a:rPr lang="en-US" sz="2400" dirty="0">
                <a:latin typeface="Palatino Linotype" panose="02040502050505030304" pitchFamily="18" charset="0"/>
              </a:rPr>
              <a:t>Essentially, you are noting down: </a:t>
            </a:r>
          </a:p>
          <a:p>
            <a:pPr lvl="1"/>
            <a:r>
              <a:rPr lang="en-US" dirty="0">
                <a:latin typeface="Palatino Linotype" panose="02040502050505030304" pitchFamily="18" charset="0"/>
              </a:rPr>
              <a:t>All the operations that you executed.</a:t>
            </a:r>
          </a:p>
          <a:p>
            <a:pPr lvl="1"/>
            <a:r>
              <a:rPr lang="en-US" dirty="0">
                <a:latin typeface="Palatino Linotype" panose="02040502050505030304" pitchFamily="18" charset="0"/>
              </a:rPr>
              <a:t>Any record in memory/disk you added/deleted/modified.</a:t>
            </a:r>
          </a:p>
          <a:p>
            <a:pPr lvl="1"/>
            <a:r>
              <a:rPr lang="en-US" dirty="0">
                <a:latin typeface="Palatino Linotype" panose="02040502050505030304" pitchFamily="18" charset="0"/>
              </a:rPr>
              <a:t>And the order of performing these operations.</a:t>
            </a:r>
          </a:p>
          <a:p>
            <a:endParaRPr lang="en-US" sz="1000" dirty="0">
              <a:latin typeface="Palatino Linotype" panose="02040502050505030304" pitchFamily="18" charset="0"/>
            </a:endParaRPr>
          </a:p>
          <a:p>
            <a:r>
              <a:rPr lang="en-US" sz="2400" dirty="0">
                <a:latin typeface="Palatino Linotype" panose="02040502050505030304" pitchFamily="18" charset="0"/>
              </a:rPr>
              <a:t>All of this information is also termed as </a:t>
            </a:r>
            <a:r>
              <a:rPr lang="en-US" sz="2400" b="1" dirty="0">
                <a:latin typeface="Palatino Linotype" panose="02040502050505030304" pitchFamily="18" charset="0"/>
              </a:rPr>
              <a:t>undo records</a:t>
            </a:r>
            <a:r>
              <a:rPr lang="en-US" sz="2400" dirty="0">
                <a:latin typeface="Palatino Linotype" panose="02040502050505030304" pitchFamily="18" charset="0"/>
              </a:rPr>
              <a:t>.</a:t>
            </a:r>
          </a:p>
          <a:p>
            <a:endParaRPr lang="en-US" sz="1000" dirty="0">
              <a:latin typeface="Palatino Linotype" panose="02040502050505030304" pitchFamily="18" charset="0"/>
            </a:endParaRPr>
          </a:p>
          <a:p>
            <a:r>
              <a:rPr lang="en-US" sz="2400" dirty="0">
                <a:latin typeface="Palatino Linotype" panose="02040502050505030304" pitchFamily="18" charset="0"/>
              </a:rPr>
              <a:t>You may have heard of the black box in airplanes </a:t>
            </a:r>
            <a:r>
              <a:rPr lang="en-US" sz="2400" dirty="0">
                <a:latin typeface="Palatino Linotype" panose="02040502050505030304" pitchFamily="18" charset="0"/>
                <a:sym typeface="Wingdings" pitchFamily="2" charset="2"/>
              </a:rPr>
              <a:t> A form of logging.</a:t>
            </a:r>
          </a:p>
          <a:p>
            <a:pPr marL="0" indent="0">
              <a:buNone/>
            </a:pPr>
            <a:endParaRPr lang="en-US" sz="1000" dirty="0">
              <a:latin typeface="Palatino Linotype" panose="02040502050505030304" pitchFamily="18" charset="0"/>
              <a:sym typeface="Wingdings" pitchFamily="2" charset="2"/>
            </a:endParaRPr>
          </a:p>
          <a:p>
            <a:r>
              <a:rPr lang="en-US" sz="2400" dirty="0">
                <a:latin typeface="Palatino Linotype" panose="02040502050505030304" pitchFamily="18" charset="0"/>
              </a:rPr>
              <a:t>Audit Trail? </a:t>
            </a:r>
            <a:r>
              <a:rPr lang="en-US" sz="2400" dirty="0">
                <a:latin typeface="Palatino Linotype" panose="02040502050505030304" pitchFamily="18" charset="0"/>
                <a:sym typeface="Wingdings" pitchFamily="2" charset="2"/>
              </a:rPr>
              <a:t> A form of logging.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F0B4EE4-9B9D-6E53-5909-E5419F94DD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07290" y="6356350"/>
            <a:ext cx="2743200" cy="365125"/>
          </a:xfrm>
        </p:spPr>
        <p:txBody>
          <a:bodyPr/>
          <a:lstStyle/>
          <a:p>
            <a:fld id="{D0FE24AB-0A3D-3945-A314-A55A03C76B7E}" type="slidenum">
              <a:rPr lang="en-US" smtClean="0">
                <a:latin typeface="Palatino Linotype" panose="02040502050505030304" pitchFamily="18" charset="0"/>
              </a:rPr>
              <a:t>26</a:t>
            </a:fld>
            <a:endParaRPr lang="en-US" dirty="0">
              <a:latin typeface="Palatino Linotype" panose="0204050205050503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7900864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411035-A7D4-5AC8-5259-C02584073D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38991E-7936-F087-E52A-0DAF753738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905091"/>
          </a:xfrm>
        </p:spPr>
        <p:txBody>
          <a:bodyPr>
            <a:normAutofit/>
          </a:bodyPr>
          <a:lstStyle/>
          <a:p>
            <a:pPr algn="ctr"/>
            <a:r>
              <a:rPr lang="en-US" sz="4000" b="1" dirty="0">
                <a:latin typeface="Palatino Linotype" panose="02040502050505030304" pitchFamily="18" charset="0"/>
              </a:rPr>
              <a:t>Atomicity Support: Shadow Paging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71C01C1-EC37-8B6A-6208-41FD242D55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07290" y="6356350"/>
            <a:ext cx="2743200" cy="365125"/>
          </a:xfrm>
        </p:spPr>
        <p:txBody>
          <a:bodyPr/>
          <a:lstStyle/>
          <a:p>
            <a:fld id="{D0FE24AB-0A3D-3945-A314-A55A03C76B7E}" type="slidenum">
              <a:rPr lang="en-US" smtClean="0">
                <a:latin typeface="Palatino Linotype" panose="02040502050505030304" pitchFamily="18" charset="0"/>
              </a:rPr>
              <a:t>27</a:t>
            </a:fld>
            <a:endParaRPr lang="en-US" dirty="0">
              <a:latin typeface="Palatino Linotype" panose="0204050205050503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9325526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E40002-8E0B-C968-F34D-CDE45F2654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E4AE30-632E-A7D6-C1EC-F159910457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905091"/>
          </a:xfrm>
        </p:spPr>
        <p:txBody>
          <a:bodyPr>
            <a:normAutofit/>
          </a:bodyPr>
          <a:lstStyle/>
          <a:p>
            <a:pPr algn="ctr"/>
            <a:r>
              <a:rPr lang="en-US" sz="4000" b="1" dirty="0">
                <a:latin typeface="Palatino Linotype" panose="02040502050505030304" pitchFamily="18" charset="0"/>
              </a:rPr>
              <a:t>Atomicity Support: Shadow Paging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31312E-64F8-7F9B-A8AC-B498EEF626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5214" y="1177047"/>
            <a:ext cx="11816785" cy="5544428"/>
          </a:xfrm>
        </p:spPr>
        <p:txBody>
          <a:bodyPr>
            <a:noAutofit/>
          </a:bodyPr>
          <a:lstStyle/>
          <a:p>
            <a:r>
              <a:rPr lang="en-US" sz="2400" b="1" dirty="0">
                <a:latin typeface="Palatino Linotype" panose="02040502050505030304" pitchFamily="18" charset="0"/>
              </a:rPr>
              <a:t>DBMS creates copies of each page</a:t>
            </a:r>
            <a:r>
              <a:rPr lang="en-US" sz="2400" dirty="0">
                <a:latin typeface="Palatino Linotype" panose="02040502050505030304" pitchFamily="18" charset="0"/>
              </a:rPr>
              <a:t>. </a:t>
            </a:r>
          </a:p>
          <a:p>
            <a:endParaRPr lang="en-US" sz="2400" dirty="0">
              <a:latin typeface="Palatino Linotype" panose="02040502050505030304" pitchFamily="18" charset="0"/>
            </a:endParaRPr>
          </a:p>
          <a:p>
            <a:r>
              <a:rPr lang="en-US" sz="2400" dirty="0">
                <a:latin typeface="Palatino Linotype" panose="02040502050505030304" pitchFamily="18" charset="0"/>
              </a:rPr>
              <a:t>Effects of a transaction are applied to a specific copy.</a:t>
            </a:r>
          </a:p>
          <a:p>
            <a:endParaRPr lang="en-US" sz="2400" dirty="0">
              <a:latin typeface="Palatino Linotype" panose="02040502050505030304" pitchFamily="18" charset="0"/>
            </a:endParaRPr>
          </a:p>
          <a:p>
            <a:r>
              <a:rPr lang="en-US" sz="2400" dirty="0">
                <a:latin typeface="Palatino Linotype" panose="02040502050505030304" pitchFamily="18" charset="0"/>
              </a:rPr>
              <a:t>Only when the transaction </a:t>
            </a:r>
            <a:r>
              <a:rPr lang="en-US" sz="2400" b="1" dirty="0">
                <a:latin typeface="Palatino Linotype" panose="02040502050505030304" pitchFamily="18" charset="0"/>
              </a:rPr>
              <a:t>commits</a:t>
            </a:r>
            <a:r>
              <a:rPr lang="en-US" sz="2400" dirty="0">
                <a:latin typeface="Palatino Linotype" panose="02040502050505030304" pitchFamily="18" charset="0"/>
              </a:rPr>
              <a:t>, the page copy is made visible to others.</a:t>
            </a:r>
          </a:p>
          <a:p>
            <a:endParaRPr lang="en-US" sz="2400" dirty="0">
              <a:latin typeface="Palatino Linotype" panose="02040502050505030304" pitchFamily="18" charset="0"/>
              <a:sym typeface="Wingdings" pitchFamily="2" charset="2"/>
            </a:endParaRPr>
          </a:p>
          <a:p>
            <a:r>
              <a:rPr lang="en-US" sz="2400" dirty="0">
                <a:latin typeface="Palatino Linotype" panose="02040502050505030304" pitchFamily="18" charset="0"/>
                <a:sym typeface="Wingdings" pitchFamily="2" charset="2"/>
              </a:rPr>
              <a:t>Clearly, extremely bad in performance!</a:t>
            </a:r>
          </a:p>
          <a:p>
            <a:endParaRPr lang="en-US" sz="2400" dirty="0">
              <a:latin typeface="Palatino Linotype" panose="02040502050505030304" pitchFamily="18" charset="0"/>
              <a:sym typeface="Wingdings" pitchFamily="2" charset="2"/>
            </a:endParaRPr>
          </a:p>
          <a:p>
            <a:r>
              <a:rPr lang="en-US" sz="2400" dirty="0">
                <a:latin typeface="Palatino Linotype" panose="02040502050505030304" pitchFamily="18" charset="0"/>
                <a:sym typeface="Wingdings" pitchFamily="2" charset="2"/>
              </a:rPr>
              <a:t>Hard to maintain and page merge may be necessary.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46EAB7E-8DC6-5CAE-42F3-1EB24393E4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07290" y="6356350"/>
            <a:ext cx="2743200" cy="365125"/>
          </a:xfrm>
        </p:spPr>
        <p:txBody>
          <a:bodyPr/>
          <a:lstStyle/>
          <a:p>
            <a:fld id="{D0FE24AB-0A3D-3945-A314-A55A03C76B7E}" type="slidenum">
              <a:rPr lang="en-US" smtClean="0">
                <a:latin typeface="Palatino Linotype" panose="02040502050505030304" pitchFamily="18" charset="0"/>
              </a:rPr>
              <a:t>28</a:t>
            </a:fld>
            <a:endParaRPr lang="en-US" dirty="0">
              <a:latin typeface="Palatino Linotype" panose="0204050205050503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6736290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94C77D-9504-A6F0-B00B-B88FF4FC47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C5CE3F-8F09-5938-A273-DEDFF87164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905091"/>
          </a:xfrm>
        </p:spPr>
        <p:txBody>
          <a:bodyPr>
            <a:normAutofit/>
          </a:bodyPr>
          <a:lstStyle/>
          <a:p>
            <a:pPr algn="ctr"/>
            <a:r>
              <a:rPr lang="en-US" sz="4000" b="1" dirty="0">
                <a:latin typeface="Palatino Linotype" panose="02040502050505030304" pitchFamily="18" charset="0"/>
              </a:rPr>
              <a:t>Consistency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64DF57-D846-88FD-A716-633E312F1C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5214" y="1177047"/>
            <a:ext cx="11816785" cy="5544428"/>
          </a:xfrm>
        </p:spPr>
        <p:txBody>
          <a:bodyPr>
            <a:noAutofit/>
          </a:bodyPr>
          <a:lstStyle/>
          <a:p>
            <a:r>
              <a:rPr lang="en-US" sz="2400" dirty="0">
                <a:effectLst/>
                <a:latin typeface="Palatino Linotype" panose="02040502050505030304" pitchFamily="18" charset="0"/>
              </a:rPr>
              <a:t>A transaction must preserve database consistency</a:t>
            </a:r>
          </a:p>
          <a:p>
            <a:pPr lvl="1"/>
            <a:r>
              <a:rPr lang="en-US" sz="2000" dirty="0">
                <a:effectLst/>
                <a:latin typeface="Palatino Linotype" panose="02040502050505030304" pitchFamily="18" charset="0"/>
              </a:rPr>
              <a:t>If a </a:t>
            </a:r>
            <a:r>
              <a:rPr lang="en-US" sz="2400" dirty="0">
                <a:effectLst/>
                <a:latin typeface="Palatino Linotype" panose="02040502050505030304" pitchFamily="18" charset="0"/>
              </a:rPr>
              <a:t>transaction is run atomically in isolation starting from a consistent database, the database must again be consistent at the end of the transaction. </a:t>
            </a:r>
          </a:p>
          <a:p>
            <a:pPr marL="457200" lvl="1" indent="0">
              <a:buNone/>
            </a:pPr>
            <a:endParaRPr lang="en-US" dirty="0">
              <a:latin typeface="Palatino Linotype" panose="02040502050505030304" pitchFamily="18" charset="0"/>
            </a:endParaRPr>
          </a:p>
          <a:p>
            <a:r>
              <a:rPr lang="en-US" sz="2400" dirty="0">
                <a:effectLst/>
                <a:latin typeface="Palatino Linotype" panose="02040502050505030304" pitchFamily="18" charset="0"/>
              </a:rPr>
              <a:t>Need to preserve the data integrity constraints like referential integrity, foreign key constraints, etc. </a:t>
            </a:r>
          </a:p>
          <a:p>
            <a:endParaRPr lang="en-US" sz="2400" dirty="0">
              <a:latin typeface="Palatino Linotype" panose="02040502050505030304" pitchFamily="18" charset="0"/>
            </a:endParaRPr>
          </a:p>
          <a:p>
            <a:r>
              <a:rPr lang="en-US" sz="2400" dirty="0">
                <a:effectLst/>
                <a:latin typeface="Palatino Linotype" panose="02040502050505030304" pitchFamily="18" charset="0"/>
              </a:rPr>
              <a:t>Need to preserve application-dependent consistency constraints that are too complex to state using the SQL constructs for data integrity. </a:t>
            </a:r>
          </a:p>
          <a:p>
            <a:endParaRPr lang="en-US" sz="2400" dirty="0">
              <a:latin typeface="Palatino Linotype" panose="02040502050505030304" pitchFamily="18" charset="0"/>
            </a:endParaRPr>
          </a:p>
          <a:p>
            <a:r>
              <a:rPr lang="en-US" sz="2400" b="1" dirty="0">
                <a:effectLst/>
                <a:latin typeface="Palatino Linotype" panose="02040502050505030304" pitchFamily="18" charset="0"/>
              </a:rPr>
              <a:t>Responsibility of the programmer </a:t>
            </a:r>
            <a:r>
              <a:rPr lang="en-US" sz="2400" dirty="0">
                <a:effectLst/>
                <a:latin typeface="Palatino Linotype" panose="02040502050505030304" pitchFamily="18" charset="0"/>
              </a:rPr>
              <a:t>who codes a transaction.</a:t>
            </a:r>
          </a:p>
          <a:p>
            <a:endParaRPr lang="en-US" sz="2400" dirty="0">
              <a:latin typeface="Palatino Linotype" panose="02040502050505030304" pitchFamily="18" charset="0"/>
            </a:endParaRPr>
          </a:p>
          <a:p>
            <a:r>
              <a:rPr lang="en-US" sz="2400" dirty="0">
                <a:effectLst/>
                <a:latin typeface="Palatino Linotype" panose="02040502050505030304" pitchFamily="18" charset="0"/>
              </a:rPr>
              <a:t>Notice that the </a:t>
            </a:r>
            <a:r>
              <a:rPr lang="en-US" sz="2400" b="1" dirty="0">
                <a:effectLst/>
                <a:latin typeface="Palatino Linotype" panose="02040502050505030304" pitchFamily="18" charset="0"/>
              </a:rPr>
              <a:t>C in ACID </a:t>
            </a:r>
            <a:r>
              <a:rPr lang="en-US" sz="2400" dirty="0">
                <a:effectLst/>
                <a:latin typeface="Palatino Linotype" panose="02040502050505030304" pitchFamily="18" charset="0"/>
              </a:rPr>
              <a:t>is the only one that is not under the control of the system! </a:t>
            </a:r>
          </a:p>
        </p:txBody>
      </p:sp>
    </p:spTree>
    <p:extLst>
      <p:ext uri="{BB962C8B-B14F-4D97-AF65-F5344CB8AC3E}">
        <p14:creationId xmlns:p14="http://schemas.microsoft.com/office/powerpoint/2010/main" val="104222564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0D9036-BDA1-8C08-0805-9442077ED2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46D245-0C40-4580-BAC2-98B1370878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905091"/>
          </a:xfrm>
        </p:spPr>
        <p:txBody>
          <a:bodyPr>
            <a:normAutofit/>
          </a:bodyPr>
          <a:lstStyle/>
          <a:p>
            <a:pPr algn="ctr"/>
            <a:r>
              <a:rPr lang="en-US" sz="4000" b="1" dirty="0">
                <a:latin typeface="Palatino Linotype" panose="02040502050505030304" pitchFamily="18" charset="0"/>
              </a:rPr>
              <a:t>Isolation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A55DE9D-CBB1-0DA4-F664-C032538816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07290" y="6356350"/>
            <a:ext cx="2743200" cy="365125"/>
          </a:xfrm>
        </p:spPr>
        <p:txBody>
          <a:bodyPr/>
          <a:lstStyle/>
          <a:p>
            <a:fld id="{D0FE24AB-0A3D-3945-A314-A55A03C76B7E}" type="slidenum">
              <a:rPr lang="en-US" smtClean="0">
                <a:latin typeface="Palatino Linotype" panose="02040502050505030304" pitchFamily="18" charset="0"/>
              </a:rPr>
              <a:t>30</a:t>
            </a:fld>
            <a:endParaRPr lang="en-US" dirty="0">
              <a:latin typeface="Palatino Linotype" panose="0204050205050503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E93A2B-682A-4A59-6A37-4EDDA29149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5214" y="1177047"/>
            <a:ext cx="11816785" cy="5544428"/>
          </a:xfrm>
        </p:spPr>
        <p:txBody>
          <a:bodyPr>
            <a:noAutofit/>
          </a:bodyPr>
          <a:lstStyle/>
          <a:p>
            <a:r>
              <a:rPr lang="en-US" sz="2400" dirty="0">
                <a:latin typeface="Palatino Linotype" panose="02040502050505030304" pitchFamily="18" charset="0"/>
              </a:rPr>
              <a:t>Users submit transactions.</a:t>
            </a:r>
          </a:p>
          <a:p>
            <a:endParaRPr lang="en-US" sz="2400" dirty="0">
              <a:latin typeface="Palatino Linotype" panose="02040502050505030304" pitchFamily="18" charset="0"/>
            </a:endParaRPr>
          </a:p>
          <a:p>
            <a:r>
              <a:rPr lang="en-US" sz="2400" dirty="0">
                <a:latin typeface="Palatino Linotype" panose="02040502050505030304" pitchFamily="18" charset="0"/>
              </a:rPr>
              <a:t>Each transaction should execute as if it is running by itself. </a:t>
            </a:r>
          </a:p>
          <a:p>
            <a:endParaRPr lang="en-US" sz="2400" dirty="0">
              <a:latin typeface="Palatino Linotype" panose="0204050205050503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6192367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6E123A-59D0-32E7-7ECE-0C1CD7DAF0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A1016E-236D-C328-A7D1-8745798646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905091"/>
          </a:xfrm>
        </p:spPr>
        <p:txBody>
          <a:bodyPr>
            <a:normAutofit/>
          </a:bodyPr>
          <a:lstStyle/>
          <a:p>
            <a:pPr algn="ctr"/>
            <a:r>
              <a:rPr lang="en-US" sz="4000" b="1" dirty="0">
                <a:latin typeface="Palatino Linotype" panose="02040502050505030304" pitchFamily="18" charset="0"/>
              </a:rPr>
              <a:t>Isolation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1CD2A19-415A-68F3-7BEB-BFFE335A25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07290" y="6356350"/>
            <a:ext cx="2743200" cy="365125"/>
          </a:xfrm>
        </p:spPr>
        <p:txBody>
          <a:bodyPr/>
          <a:lstStyle/>
          <a:p>
            <a:fld id="{D0FE24AB-0A3D-3945-A314-A55A03C76B7E}" type="slidenum">
              <a:rPr lang="en-US" smtClean="0">
                <a:latin typeface="Palatino Linotype" panose="02040502050505030304" pitchFamily="18" charset="0"/>
              </a:rPr>
              <a:t>31</a:t>
            </a:fld>
            <a:endParaRPr lang="en-US" dirty="0">
              <a:latin typeface="Palatino Linotype" panose="0204050205050503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EC5CCE-62FF-85E7-D85A-889F441185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5214" y="1177047"/>
            <a:ext cx="11816785" cy="5544428"/>
          </a:xfrm>
        </p:spPr>
        <p:txBody>
          <a:bodyPr>
            <a:noAutofit/>
          </a:bodyPr>
          <a:lstStyle/>
          <a:p>
            <a:r>
              <a:rPr lang="en-US" sz="2400" dirty="0">
                <a:latin typeface="Palatino Linotype" panose="02040502050505030304" pitchFamily="18" charset="0"/>
              </a:rPr>
              <a:t>Users submit transactions.</a:t>
            </a:r>
          </a:p>
          <a:p>
            <a:endParaRPr lang="en-US" sz="2400" dirty="0">
              <a:latin typeface="Palatino Linotype" panose="02040502050505030304" pitchFamily="18" charset="0"/>
            </a:endParaRPr>
          </a:p>
          <a:p>
            <a:r>
              <a:rPr lang="en-US" sz="2400" dirty="0">
                <a:latin typeface="Palatino Linotype" panose="02040502050505030304" pitchFamily="18" charset="0"/>
              </a:rPr>
              <a:t>Each transaction should execute as if it is running by itself. </a:t>
            </a:r>
          </a:p>
          <a:p>
            <a:endParaRPr lang="en-US" sz="2400" dirty="0">
              <a:latin typeface="Palatino Linotype" panose="02040502050505030304" pitchFamily="18" charset="0"/>
            </a:endParaRPr>
          </a:p>
          <a:p>
            <a:r>
              <a:rPr lang="en-US" sz="2400" dirty="0">
                <a:latin typeface="Palatino Linotype" panose="02040502050505030304" pitchFamily="18" charset="0"/>
              </a:rPr>
              <a:t>But </a:t>
            </a:r>
            <a:r>
              <a:rPr lang="en-US" sz="2400" dirty="0">
                <a:solidFill>
                  <a:srgbClr val="FF0000"/>
                </a:solidFill>
                <a:latin typeface="Palatino Linotype" panose="02040502050505030304" pitchFamily="18" charset="0"/>
              </a:rPr>
              <a:t>running one transactions at a time will give poor performance</a:t>
            </a:r>
            <a:r>
              <a:rPr lang="en-US" sz="2400" dirty="0">
                <a:latin typeface="Palatino Linotype" panose="02040502050505030304" pitchFamily="18" charset="0"/>
              </a:rPr>
              <a:t>.</a:t>
            </a:r>
          </a:p>
          <a:p>
            <a:endParaRPr lang="en-US" sz="2400" dirty="0">
              <a:latin typeface="Palatino Linotype" panose="0204050205050503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0734071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45080D-6A0F-B6C3-0C4A-7074AE0E0D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F3AD7D-1F28-C756-0FCA-F72605650B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905091"/>
          </a:xfrm>
        </p:spPr>
        <p:txBody>
          <a:bodyPr>
            <a:normAutofit/>
          </a:bodyPr>
          <a:lstStyle/>
          <a:p>
            <a:pPr algn="ctr"/>
            <a:r>
              <a:rPr lang="en-US" sz="4000" b="1" dirty="0">
                <a:latin typeface="Palatino Linotype" panose="02040502050505030304" pitchFamily="18" charset="0"/>
              </a:rPr>
              <a:t>Isolation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A0A5EB5-C743-D67F-769A-D2543B2604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07290" y="6356350"/>
            <a:ext cx="2743200" cy="365125"/>
          </a:xfrm>
        </p:spPr>
        <p:txBody>
          <a:bodyPr/>
          <a:lstStyle/>
          <a:p>
            <a:fld id="{D0FE24AB-0A3D-3945-A314-A55A03C76B7E}" type="slidenum">
              <a:rPr lang="en-US" smtClean="0">
                <a:latin typeface="Palatino Linotype" panose="02040502050505030304" pitchFamily="18" charset="0"/>
              </a:rPr>
              <a:t>32</a:t>
            </a:fld>
            <a:endParaRPr lang="en-US" dirty="0">
              <a:latin typeface="Palatino Linotype" panose="0204050205050503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A9DA24-491D-9102-205B-E29824112A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5214" y="1177047"/>
            <a:ext cx="11816785" cy="5544428"/>
          </a:xfrm>
        </p:spPr>
        <p:txBody>
          <a:bodyPr>
            <a:noAutofit/>
          </a:bodyPr>
          <a:lstStyle/>
          <a:p>
            <a:r>
              <a:rPr lang="en-US" sz="2400" dirty="0">
                <a:latin typeface="Palatino Linotype" panose="02040502050505030304" pitchFamily="18" charset="0"/>
              </a:rPr>
              <a:t>Users submit transactions.</a:t>
            </a:r>
          </a:p>
          <a:p>
            <a:endParaRPr lang="en-US" sz="1000" dirty="0">
              <a:latin typeface="Palatino Linotype" panose="02040502050505030304" pitchFamily="18" charset="0"/>
            </a:endParaRPr>
          </a:p>
          <a:p>
            <a:r>
              <a:rPr lang="en-US" sz="2400" dirty="0">
                <a:latin typeface="Palatino Linotype" panose="02040502050505030304" pitchFamily="18" charset="0"/>
              </a:rPr>
              <a:t>Each transaction should execute as if it were running by itself. </a:t>
            </a:r>
          </a:p>
          <a:p>
            <a:endParaRPr lang="en-US" sz="1000" dirty="0">
              <a:latin typeface="Palatino Linotype" panose="02040502050505030304" pitchFamily="18" charset="0"/>
            </a:endParaRPr>
          </a:p>
          <a:p>
            <a:r>
              <a:rPr lang="en-US" sz="2400" dirty="0">
                <a:latin typeface="Palatino Linotype" panose="02040502050505030304" pitchFamily="18" charset="0"/>
              </a:rPr>
              <a:t>But </a:t>
            </a:r>
            <a:r>
              <a:rPr lang="en-US" sz="2400" dirty="0">
                <a:solidFill>
                  <a:srgbClr val="FF0000"/>
                </a:solidFill>
                <a:latin typeface="Palatino Linotype" panose="02040502050505030304" pitchFamily="18" charset="0"/>
              </a:rPr>
              <a:t>running one transactions at a time will give poor performance</a:t>
            </a:r>
            <a:r>
              <a:rPr lang="en-US" sz="2400" dirty="0">
                <a:latin typeface="Palatino Linotype" panose="02040502050505030304" pitchFamily="18" charset="0"/>
              </a:rPr>
              <a:t>.</a:t>
            </a:r>
          </a:p>
          <a:p>
            <a:endParaRPr lang="en-US" sz="1000" dirty="0">
              <a:latin typeface="Palatino Linotype" panose="02040502050505030304" pitchFamily="18" charset="0"/>
            </a:endParaRPr>
          </a:p>
          <a:p>
            <a:r>
              <a:rPr lang="en-US" sz="2400" dirty="0">
                <a:latin typeface="Palatino Linotype" panose="02040502050505030304" pitchFamily="18" charset="0"/>
              </a:rPr>
              <a:t>With the prevalence of multi-core architecture, DBMS should take advantage of the multiple cores.</a:t>
            </a:r>
          </a:p>
          <a:p>
            <a:endParaRPr lang="en-US" sz="1000" dirty="0">
              <a:latin typeface="Palatino Linotype" panose="02040502050505030304" pitchFamily="18" charset="0"/>
            </a:endParaRPr>
          </a:p>
          <a:p>
            <a:r>
              <a:rPr lang="en-US" sz="2400" dirty="0">
                <a:solidFill>
                  <a:srgbClr val="00B050"/>
                </a:solidFill>
                <a:latin typeface="Palatino Linotype" panose="02040502050505030304" pitchFamily="18" charset="0"/>
              </a:rPr>
              <a:t>Concurrency permits interleaving the transaction </a:t>
            </a:r>
            <a:r>
              <a:rPr lang="en-US" sz="2400" dirty="0">
                <a:latin typeface="Palatino Linotype" panose="02040502050505030304" pitchFamily="18" charset="0"/>
              </a:rPr>
              <a:t>operations. </a:t>
            </a:r>
          </a:p>
          <a:p>
            <a:pPr lvl="1"/>
            <a:r>
              <a:rPr lang="en-US" dirty="0">
                <a:latin typeface="Palatino Linotype" panose="02040502050505030304" pitchFamily="18" charset="0"/>
              </a:rPr>
              <a:t>Interleaving transactions also permits running one transaction when another is waiting for some resource (I/O, user input, or fetching data from disk).</a:t>
            </a:r>
          </a:p>
          <a:p>
            <a:pPr marL="457200" lvl="1" indent="0">
              <a:buNone/>
            </a:pPr>
            <a:endParaRPr lang="en-US" sz="1000" dirty="0">
              <a:latin typeface="Palatino Linotype" panose="02040502050505030304" pitchFamily="18" charset="0"/>
            </a:endParaRPr>
          </a:p>
          <a:p>
            <a:pPr lvl="1"/>
            <a:r>
              <a:rPr lang="en-US" dirty="0">
                <a:latin typeface="Palatino Linotype" panose="02040502050505030304" pitchFamily="18" charset="0"/>
              </a:rPr>
              <a:t>Need a mechanism to interleave transactions but make it appear as if they ran one-at-a-time.</a:t>
            </a:r>
            <a:endParaRPr lang="en-US" dirty="0">
              <a:effectLst/>
              <a:latin typeface="Palatino Linotype" panose="0204050205050503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5269376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FD0D50-B686-1D41-AFAC-FB5359144F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EABA21-90D2-C342-F4E1-6D26ACDA4A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905091"/>
          </a:xfrm>
        </p:spPr>
        <p:txBody>
          <a:bodyPr>
            <a:normAutofit/>
          </a:bodyPr>
          <a:lstStyle/>
          <a:p>
            <a:pPr algn="ctr"/>
            <a:r>
              <a:rPr lang="en-US" sz="4000" b="1" dirty="0">
                <a:latin typeface="Palatino Linotype" panose="02040502050505030304" pitchFamily="18" charset="0"/>
              </a:rPr>
              <a:t>Concurrent Transactions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7528975-9FB8-4423-9982-DE02A82F83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07290" y="6356350"/>
            <a:ext cx="2743200" cy="365125"/>
          </a:xfrm>
        </p:spPr>
        <p:txBody>
          <a:bodyPr/>
          <a:lstStyle/>
          <a:p>
            <a:fld id="{D0FE24AB-0A3D-3945-A314-A55A03C76B7E}" type="slidenum">
              <a:rPr lang="en-US" smtClean="0">
                <a:latin typeface="Palatino Linotype" panose="02040502050505030304" pitchFamily="18" charset="0"/>
              </a:rPr>
              <a:t>33</a:t>
            </a:fld>
            <a:endParaRPr lang="en-US" dirty="0">
              <a:latin typeface="Palatino Linotype" panose="02040502050505030304" pitchFamily="18" charset="0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C59C9DC3-6900-4D4F-70F8-39FD202C441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31640981"/>
              </p:ext>
            </p:extLst>
          </p:nvPr>
        </p:nvGraphicFramePr>
        <p:xfrm>
          <a:off x="2671639" y="3564720"/>
          <a:ext cx="9128098" cy="306956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64049">
                  <a:extLst>
                    <a:ext uri="{9D8B030D-6E8A-4147-A177-3AD203B41FA5}">
                      <a16:colId xmlns:a16="http://schemas.microsoft.com/office/drawing/2014/main" val="282134077"/>
                    </a:ext>
                  </a:extLst>
                </a:gridCol>
                <a:gridCol w="4564049">
                  <a:extLst>
                    <a:ext uri="{9D8B030D-6E8A-4147-A177-3AD203B41FA5}">
                      <a16:colId xmlns:a16="http://schemas.microsoft.com/office/drawing/2014/main" val="4206062769"/>
                    </a:ext>
                  </a:extLst>
                </a:gridCol>
              </a:tblGrid>
              <a:tr h="3069561">
                <a:tc>
                  <a:txBody>
                    <a:bodyPr/>
                    <a:lstStyle/>
                    <a:p>
                      <a:r>
                        <a:rPr lang="en-US" sz="2400" b="1" i="0" dirty="0">
                          <a:solidFill>
                            <a:schemeClr val="tx1"/>
                          </a:solidFill>
                          <a:latin typeface="Palatino Linotype" panose="02040502050505030304" pitchFamily="18" charset="0"/>
                        </a:rPr>
                        <a:t>T1:</a:t>
                      </a:r>
                    </a:p>
                    <a:p>
                      <a:endParaRPr lang="en-US" sz="2400" b="0" i="0" dirty="0">
                        <a:solidFill>
                          <a:schemeClr val="tx1"/>
                        </a:solidFill>
                        <a:latin typeface="Palatino Linotype" panose="02040502050505030304" pitchFamily="18" charset="0"/>
                      </a:endParaRPr>
                    </a:p>
                    <a:p>
                      <a:r>
                        <a:rPr lang="en-US" sz="2400" b="0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read(</a:t>
                      </a:r>
                      <a:r>
                        <a:rPr lang="en-US" sz="2400" b="1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A</a:t>
                      </a:r>
                      <a:r>
                        <a:rPr lang="en-US" sz="2400" b="0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);</a:t>
                      </a:r>
                    </a:p>
                    <a:p>
                      <a:r>
                        <a:rPr lang="en-US" sz="2400" b="1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A</a:t>
                      </a:r>
                      <a:r>
                        <a:rPr lang="en-US" sz="2400" b="0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 = </a:t>
                      </a:r>
                      <a:r>
                        <a:rPr lang="en-US" sz="2400" b="1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A</a:t>
                      </a:r>
                      <a:r>
                        <a:rPr lang="en-US" sz="2400" b="0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 − 50;</a:t>
                      </a:r>
                    </a:p>
                    <a:p>
                      <a:r>
                        <a:rPr lang="en-US" sz="2400" b="0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write(</a:t>
                      </a:r>
                      <a:r>
                        <a:rPr lang="en-US" sz="2400" b="1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A</a:t>
                      </a:r>
                      <a:r>
                        <a:rPr lang="en-US" sz="2400" b="0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);</a:t>
                      </a:r>
                    </a:p>
                    <a:p>
                      <a:r>
                        <a:rPr lang="en-US" sz="2400" b="0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read(</a:t>
                      </a:r>
                      <a:r>
                        <a:rPr lang="en-US" sz="2400" b="1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B</a:t>
                      </a:r>
                      <a:r>
                        <a:rPr lang="en-US" sz="2400" b="0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);</a:t>
                      </a:r>
                    </a:p>
                    <a:p>
                      <a:r>
                        <a:rPr lang="en-US" sz="2400" b="1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B</a:t>
                      </a:r>
                      <a:r>
                        <a:rPr lang="en-US" sz="2400" b="0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 = </a:t>
                      </a:r>
                      <a:r>
                        <a:rPr lang="en-US" sz="2400" b="1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B</a:t>
                      </a:r>
                      <a:r>
                        <a:rPr lang="en-US" sz="2400" b="0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 + 50;</a:t>
                      </a:r>
                    </a:p>
                    <a:p>
                      <a:r>
                        <a:rPr lang="en-US" sz="2400" b="0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write(</a:t>
                      </a:r>
                      <a:r>
                        <a:rPr lang="en-US" sz="2400" b="1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B</a:t>
                      </a:r>
                      <a:r>
                        <a:rPr lang="en-US" sz="2400" b="0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).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1" i="0" dirty="0">
                          <a:solidFill>
                            <a:schemeClr val="tx1"/>
                          </a:solidFill>
                          <a:latin typeface="Palatino Linotype" panose="02040502050505030304" pitchFamily="18" charset="0"/>
                        </a:rPr>
                        <a:t>T2:</a:t>
                      </a:r>
                    </a:p>
                    <a:p>
                      <a:endParaRPr lang="en-US" sz="2400" b="0" i="0" dirty="0">
                        <a:solidFill>
                          <a:schemeClr val="tx1"/>
                        </a:solidFill>
                        <a:latin typeface="Palatino Linotype" panose="02040502050505030304" pitchFamily="18" charset="0"/>
                      </a:endParaRPr>
                    </a:p>
                    <a:p>
                      <a:r>
                        <a:rPr lang="en-US" sz="2400" b="0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read(</a:t>
                      </a:r>
                      <a:r>
                        <a:rPr lang="en-US" sz="2400" b="1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A</a:t>
                      </a:r>
                      <a:r>
                        <a:rPr lang="en-US" sz="2400" b="0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);</a:t>
                      </a:r>
                    </a:p>
                    <a:p>
                      <a:r>
                        <a:rPr lang="en-US" sz="2400" b="1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A</a:t>
                      </a:r>
                      <a:r>
                        <a:rPr lang="en-US" sz="2400" b="0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 = </a:t>
                      </a:r>
                      <a:r>
                        <a:rPr lang="en-US" sz="2400" b="1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A</a:t>
                      </a:r>
                      <a:r>
                        <a:rPr lang="en-US" sz="2400" b="0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 * 0.95;</a:t>
                      </a:r>
                    </a:p>
                    <a:p>
                      <a:r>
                        <a:rPr lang="en-US" sz="2400" b="0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write(</a:t>
                      </a:r>
                      <a:r>
                        <a:rPr lang="en-US" sz="2400" b="1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A</a:t>
                      </a:r>
                      <a:r>
                        <a:rPr lang="en-US" sz="2400" b="0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);</a:t>
                      </a:r>
                    </a:p>
                    <a:p>
                      <a:r>
                        <a:rPr lang="en-US" sz="2400" b="0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read(</a:t>
                      </a:r>
                      <a:r>
                        <a:rPr lang="en-US" sz="2400" b="1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B</a:t>
                      </a:r>
                      <a:r>
                        <a:rPr lang="en-US" sz="2400" b="0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);</a:t>
                      </a:r>
                    </a:p>
                    <a:p>
                      <a:r>
                        <a:rPr lang="en-US" sz="2400" b="1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B</a:t>
                      </a:r>
                      <a:r>
                        <a:rPr lang="en-US" sz="2400" b="0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 = </a:t>
                      </a:r>
                      <a:r>
                        <a:rPr lang="en-US" sz="2400" b="1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B</a:t>
                      </a:r>
                      <a:r>
                        <a:rPr lang="en-US" sz="2400" b="0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 * 1.05 ;</a:t>
                      </a:r>
                    </a:p>
                    <a:p>
                      <a:r>
                        <a:rPr lang="en-US" sz="2400" b="0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write(</a:t>
                      </a:r>
                      <a:r>
                        <a:rPr lang="en-US" sz="2400" b="1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B</a:t>
                      </a:r>
                      <a:r>
                        <a:rPr lang="en-US" sz="2400" b="0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)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7499455"/>
                  </a:ext>
                </a:extLst>
              </a:tr>
            </a:tbl>
          </a:graphicData>
        </a:graphic>
      </p:graphicFrame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BC1FEE76-E95C-E4F0-48B2-7D81D450DB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11963"/>
            <a:ext cx="10595776" cy="1590263"/>
          </a:xfrm>
        </p:spPr>
        <p:txBody>
          <a:bodyPr>
            <a:noAutofit/>
          </a:bodyPr>
          <a:lstStyle/>
          <a:p>
            <a:r>
              <a:rPr lang="en-US" sz="2400" dirty="0">
                <a:latin typeface="Palatino Linotype" panose="02040502050505030304" pitchFamily="18" charset="0"/>
              </a:rPr>
              <a:t>Assume that these two transactions are undergoing concurrent execution.</a:t>
            </a:r>
          </a:p>
          <a:p>
            <a:endParaRPr lang="en-US" sz="2400" dirty="0">
              <a:latin typeface="Palatino Linotype" panose="02040502050505030304" pitchFamily="18" charset="0"/>
            </a:endParaRPr>
          </a:p>
          <a:p>
            <a:r>
              <a:rPr lang="en-US" sz="2400" b="1" dirty="0">
                <a:latin typeface="Palatino Linotype" panose="02040502050505030304" pitchFamily="18" charset="0"/>
              </a:rPr>
              <a:t>What are the possible interleaving of these two transactions</a:t>
            </a:r>
            <a:r>
              <a:rPr lang="en-US" sz="2400" dirty="0">
                <a:latin typeface="Palatino Linotype" panose="02040502050505030304" pitchFamily="18" charset="0"/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185072721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45A14D-18F8-4FED-6CAD-A00C28DE5A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2D5CDA-D47C-2578-B72E-4C7A36DF9F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905091"/>
          </a:xfrm>
        </p:spPr>
        <p:txBody>
          <a:bodyPr>
            <a:normAutofit/>
          </a:bodyPr>
          <a:lstStyle/>
          <a:p>
            <a:pPr algn="ctr"/>
            <a:r>
              <a:rPr lang="en-US" sz="4000" b="1" dirty="0">
                <a:latin typeface="Palatino Linotype" panose="02040502050505030304" pitchFamily="18" charset="0"/>
              </a:rPr>
              <a:t>Concurrent Transactions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FCB55D2-4524-5E6F-2857-71BE38948A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07290" y="6356350"/>
            <a:ext cx="2743200" cy="365125"/>
          </a:xfrm>
        </p:spPr>
        <p:txBody>
          <a:bodyPr/>
          <a:lstStyle/>
          <a:p>
            <a:fld id="{D0FE24AB-0A3D-3945-A314-A55A03C76B7E}" type="slidenum">
              <a:rPr lang="en-US" smtClean="0">
                <a:latin typeface="Palatino Linotype" panose="02040502050505030304" pitchFamily="18" charset="0"/>
              </a:rPr>
              <a:t>34</a:t>
            </a:fld>
            <a:endParaRPr lang="en-US" dirty="0">
              <a:latin typeface="Palatino Linotype" panose="02040502050505030304" pitchFamily="18" charset="0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805EF22C-C6AA-A8B6-6547-9A7CC76E845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18633488"/>
              </p:ext>
            </p:extLst>
          </p:nvPr>
        </p:nvGraphicFramePr>
        <p:xfrm>
          <a:off x="2671639" y="3564720"/>
          <a:ext cx="9128098" cy="306956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64049">
                  <a:extLst>
                    <a:ext uri="{9D8B030D-6E8A-4147-A177-3AD203B41FA5}">
                      <a16:colId xmlns:a16="http://schemas.microsoft.com/office/drawing/2014/main" val="282134077"/>
                    </a:ext>
                  </a:extLst>
                </a:gridCol>
                <a:gridCol w="4564049">
                  <a:extLst>
                    <a:ext uri="{9D8B030D-6E8A-4147-A177-3AD203B41FA5}">
                      <a16:colId xmlns:a16="http://schemas.microsoft.com/office/drawing/2014/main" val="4206062769"/>
                    </a:ext>
                  </a:extLst>
                </a:gridCol>
              </a:tblGrid>
              <a:tr h="3069561">
                <a:tc>
                  <a:txBody>
                    <a:bodyPr/>
                    <a:lstStyle/>
                    <a:p>
                      <a:r>
                        <a:rPr lang="en-US" sz="2400" b="1" i="0" dirty="0">
                          <a:solidFill>
                            <a:schemeClr val="tx1"/>
                          </a:solidFill>
                          <a:latin typeface="Palatino Linotype" panose="02040502050505030304" pitchFamily="18" charset="0"/>
                        </a:rPr>
                        <a:t>T1:</a:t>
                      </a:r>
                    </a:p>
                    <a:p>
                      <a:endParaRPr lang="en-US" sz="2400" b="0" i="0" dirty="0">
                        <a:solidFill>
                          <a:schemeClr val="tx1"/>
                        </a:solidFill>
                        <a:latin typeface="Palatino Linotype" panose="02040502050505030304" pitchFamily="18" charset="0"/>
                      </a:endParaRPr>
                    </a:p>
                    <a:p>
                      <a:r>
                        <a:rPr lang="en-US" sz="2400" b="0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read(</a:t>
                      </a:r>
                      <a:r>
                        <a:rPr lang="en-US" sz="2400" b="1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A</a:t>
                      </a:r>
                      <a:r>
                        <a:rPr lang="en-US" sz="2400" b="0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);</a:t>
                      </a:r>
                    </a:p>
                    <a:p>
                      <a:r>
                        <a:rPr lang="en-US" sz="2400" b="1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A</a:t>
                      </a:r>
                      <a:r>
                        <a:rPr lang="en-US" sz="2400" b="0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 = </a:t>
                      </a:r>
                      <a:r>
                        <a:rPr lang="en-US" sz="2400" b="1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A</a:t>
                      </a:r>
                      <a:r>
                        <a:rPr lang="en-US" sz="2400" b="0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 − 50;</a:t>
                      </a:r>
                    </a:p>
                    <a:p>
                      <a:r>
                        <a:rPr lang="en-US" sz="2400" b="0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write(</a:t>
                      </a:r>
                      <a:r>
                        <a:rPr lang="en-US" sz="2400" b="1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A</a:t>
                      </a:r>
                      <a:r>
                        <a:rPr lang="en-US" sz="2400" b="0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);</a:t>
                      </a:r>
                    </a:p>
                    <a:p>
                      <a:r>
                        <a:rPr lang="en-US" sz="2400" b="0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read(</a:t>
                      </a:r>
                      <a:r>
                        <a:rPr lang="en-US" sz="2400" b="1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B</a:t>
                      </a:r>
                      <a:r>
                        <a:rPr lang="en-US" sz="2400" b="0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);</a:t>
                      </a:r>
                    </a:p>
                    <a:p>
                      <a:r>
                        <a:rPr lang="en-US" sz="2400" b="1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B</a:t>
                      </a:r>
                      <a:r>
                        <a:rPr lang="en-US" sz="2400" b="0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 = </a:t>
                      </a:r>
                      <a:r>
                        <a:rPr lang="en-US" sz="2400" b="1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B</a:t>
                      </a:r>
                      <a:r>
                        <a:rPr lang="en-US" sz="2400" b="0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 + 50;</a:t>
                      </a:r>
                    </a:p>
                    <a:p>
                      <a:r>
                        <a:rPr lang="en-US" sz="2400" b="0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write(</a:t>
                      </a:r>
                      <a:r>
                        <a:rPr lang="en-US" sz="2400" b="1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B</a:t>
                      </a:r>
                      <a:r>
                        <a:rPr lang="en-US" sz="2400" b="0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).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1" i="0" dirty="0">
                          <a:solidFill>
                            <a:schemeClr val="tx1"/>
                          </a:solidFill>
                          <a:latin typeface="Palatino Linotype" panose="02040502050505030304" pitchFamily="18" charset="0"/>
                        </a:rPr>
                        <a:t>T2:</a:t>
                      </a:r>
                    </a:p>
                    <a:p>
                      <a:endParaRPr lang="en-US" sz="2400" b="0" i="0" dirty="0">
                        <a:solidFill>
                          <a:schemeClr val="tx1"/>
                        </a:solidFill>
                        <a:latin typeface="Palatino Linotype" panose="02040502050505030304" pitchFamily="18" charset="0"/>
                      </a:endParaRPr>
                    </a:p>
                    <a:p>
                      <a:r>
                        <a:rPr lang="en-US" sz="2400" b="0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read(</a:t>
                      </a:r>
                      <a:r>
                        <a:rPr lang="en-US" sz="2400" b="1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A</a:t>
                      </a:r>
                      <a:r>
                        <a:rPr lang="en-US" sz="2400" b="0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);</a:t>
                      </a:r>
                    </a:p>
                    <a:p>
                      <a:r>
                        <a:rPr lang="en-US" sz="2400" b="1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A</a:t>
                      </a:r>
                      <a:r>
                        <a:rPr lang="en-US" sz="2400" b="0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 = </a:t>
                      </a:r>
                      <a:r>
                        <a:rPr lang="en-US" sz="2400" b="1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A</a:t>
                      </a:r>
                      <a:r>
                        <a:rPr lang="en-US" sz="2400" b="0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 * 1.05;</a:t>
                      </a:r>
                    </a:p>
                    <a:p>
                      <a:r>
                        <a:rPr lang="en-US" sz="2400" b="0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write(</a:t>
                      </a:r>
                      <a:r>
                        <a:rPr lang="en-US" sz="2400" b="1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A</a:t>
                      </a:r>
                      <a:r>
                        <a:rPr lang="en-US" sz="2400" b="0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);</a:t>
                      </a:r>
                    </a:p>
                    <a:p>
                      <a:r>
                        <a:rPr lang="en-US" sz="2400" b="0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read(</a:t>
                      </a:r>
                      <a:r>
                        <a:rPr lang="en-US" sz="2400" b="1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B</a:t>
                      </a:r>
                      <a:r>
                        <a:rPr lang="en-US" sz="2400" b="0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);</a:t>
                      </a:r>
                    </a:p>
                    <a:p>
                      <a:r>
                        <a:rPr lang="en-US" sz="2400" b="1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B</a:t>
                      </a:r>
                      <a:r>
                        <a:rPr lang="en-US" sz="2400" b="0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 = </a:t>
                      </a:r>
                      <a:r>
                        <a:rPr lang="en-US" sz="2400" b="1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B</a:t>
                      </a:r>
                      <a:r>
                        <a:rPr lang="en-US" sz="2400" b="0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 * 1.05 ;</a:t>
                      </a:r>
                    </a:p>
                    <a:p>
                      <a:r>
                        <a:rPr lang="en-US" sz="2400" b="0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write(</a:t>
                      </a:r>
                      <a:r>
                        <a:rPr lang="en-US" sz="2400" b="1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B</a:t>
                      </a:r>
                      <a:r>
                        <a:rPr lang="en-US" sz="2400" b="0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)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7499455"/>
                  </a:ext>
                </a:extLst>
              </a:tr>
            </a:tbl>
          </a:graphicData>
        </a:graphic>
      </p:graphicFrame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BCF19C5F-D4A3-A355-6A9F-A6CDB1F5F5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4543" y="1311963"/>
            <a:ext cx="11235193" cy="1981317"/>
          </a:xfrm>
        </p:spPr>
        <p:txBody>
          <a:bodyPr>
            <a:noAutofit/>
          </a:bodyPr>
          <a:lstStyle/>
          <a:p>
            <a:r>
              <a:rPr lang="en-US" sz="2400" dirty="0">
                <a:latin typeface="Palatino Linotype" panose="02040502050505030304" pitchFamily="18" charset="0"/>
              </a:rPr>
              <a:t>Before we determine possible inter-leavings, we need to do a bunch of tasks.</a:t>
            </a:r>
          </a:p>
          <a:p>
            <a:endParaRPr lang="en-US" sz="1000" dirty="0">
              <a:latin typeface="Palatino Linotype" panose="02040502050505030304" pitchFamily="18" charset="0"/>
            </a:endParaRPr>
          </a:p>
          <a:p>
            <a:r>
              <a:rPr lang="en-US" sz="2400" dirty="0">
                <a:latin typeface="Palatino Linotype" panose="02040502050505030304" pitchFamily="18" charset="0"/>
              </a:rPr>
              <a:t>First, we need to know the </a:t>
            </a:r>
            <a:r>
              <a:rPr lang="en-US" sz="2400" b="1" dirty="0">
                <a:latin typeface="Palatino Linotype" panose="02040502050505030304" pitchFamily="18" charset="0"/>
              </a:rPr>
              <a:t>possible set of values for A and B </a:t>
            </a:r>
            <a:r>
              <a:rPr lang="en-US" sz="2400" dirty="0">
                <a:latin typeface="Palatino Linotype" panose="02040502050505030304" pitchFamily="18" charset="0"/>
              </a:rPr>
              <a:t>at the end of running these transactions (Say, </a:t>
            </a:r>
            <a:r>
              <a:rPr lang="en-US" sz="2400" b="1" dirty="0">
                <a:latin typeface="Palatino Linotype" panose="02040502050505030304" pitchFamily="18" charset="0"/>
              </a:rPr>
              <a:t>initially A = B = 50):</a:t>
            </a:r>
          </a:p>
          <a:p>
            <a:pPr lvl="1"/>
            <a:r>
              <a:rPr lang="en-US" b="1" dirty="0">
                <a:latin typeface="Palatino Linotype" panose="02040502050505030304" pitchFamily="18" charset="0"/>
              </a:rPr>
              <a:t>A + B = 100 * 1.05 = 105</a:t>
            </a:r>
          </a:p>
        </p:txBody>
      </p:sp>
    </p:spTree>
    <p:extLst>
      <p:ext uri="{BB962C8B-B14F-4D97-AF65-F5344CB8AC3E}">
        <p14:creationId xmlns:p14="http://schemas.microsoft.com/office/powerpoint/2010/main" val="340339685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02B1E2-CFED-8482-DF77-D34EEF3AC3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46D996-D2A7-9848-E1A5-1DE6A6881F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905091"/>
          </a:xfrm>
        </p:spPr>
        <p:txBody>
          <a:bodyPr>
            <a:normAutofit/>
          </a:bodyPr>
          <a:lstStyle/>
          <a:p>
            <a:pPr algn="ctr"/>
            <a:r>
              <a:rPr lang="en-US" sz="4000" b="1" dirty="0">
                <a:latin typeface="Palatino Linotype" panose="02040502050505030304" pitchFamily="18" charset="0"/>
              </a:rPr>
              <a:t>Concurrent Transactions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C2BCE1B-096D-A32C-8967-C59636FAC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07290" y="6356350"/>
            <a:ext cx="2743200" cy="365125"/>
          </a:xfrm>
        </p:spPr>
        <p:txBody>
          <a:bodyPr/>
          <a:lstStyle/>
          <a:p>
            <a:fld id="{D0FE24AB-0A3D-3945-A314-A55A03C76B7E}" type="slidenum">
              <a:rPr lang="en-US" smtClean="0">
                <a:latin typeface="Palatino Linotype" panose="02040502050505030304" pitchFamily="18" charset="0"/>
              </a:rPr>
              <a:t>35</a:t>
            </a:fld>
            <a:endParaRPr lang="en-US" dirty="0">
              <a:latin typeface="Palatino Linotype" panose="02040502050505030304" pitchFamily="18" charset="0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C6F1C16E-7DBF-47B8-D6D5-D83073BAD97C}"/>
              </a:ext>
            </a:extLst>
          </p:cNvPr>
          <p:cNvGraphicFramePr>
            <a:graphicFrameLocks noGrp="1"/>
          </p:cNvGraphicFramePr>
          <p:nvPr/>
        </p:nvGraphicFramePr>
        <p:xfrm>
          <a:off x="2671639" y="3564720"/>
          <a:ext cx="9128098" cy="306956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64049">
                  <a:extLst>
                    <a:ext uri="{9D8B030D-6E8A-4147-A177-3AD203B41FA5}">
                      <a16:colId xmlns:a16="http://schemas.microsoft.com/office/drawing/2014/main" val="282134077"/>
                    </a:ext>
                  </a:extLst>
                </a:gridCol>
                <a:gridCol w="4564049">
                  <a:extLst>
                    <a:ext uri="{9D8B030D-6E8A-4147-A177-3AD203B41FA5}">
                      <a16:colId xmlns:a16="http://schemas.microsoft.com/office/drawing/2014/main" val="4206062769"/>
                    </a:ext>
                  </a:extLst>
                </a:gridCol>
              </a:tblGrid>
              <a:tr h="3069561">
                <a:tc>
                  <a:txBody>
                    <a:bodyPr/>
                    <a:lstStyle/>
                    <a:p>
                      <a:r>
                        <a:rPr lang="en-US" sz="2400" b="1" i="0" dirty="0">
                          <a:solidFill>
                            <a:schemeClr val="tx1"/>
                          </a:solidFill>
                          <a:latin typeface="Palatino Linotype" panose="02040502050505030304" pitchFamily="18" charset="0"/>
                        </a:rPr>
                        <a:t>T1:</a:t>
                      </a:r>
                    </a:p>
                    <a:p>
                      <a:endParaRPr lang="en-US" sz="2400" b="0" i="0" dirty="0">
                        <a:solidFill>
                          <a:schemeClr val="tx1"/>
                        </a:solidFill>
                        <a:latin typeface="Palatino Linotype" panose="02040502050505030304" pitchFamily="18" charset="0"/>
                      </a:endParaRPr>
                    </a:p>
                    <a:p>
                      <a:r>
                        <a:rPr lang="en-US" sz="2400" b="0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read(</a:t>
                      </a:r>
                      <a:r>
                        <a:rPr lang="en-US" sz="2400" b="1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A</a:t>
                      </a:r>
                      <a:r>
                        <a:rPr lang="en-US" sz="2400" b="0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);</a:t>
                      </a:r>
                    </a:p>
                    <a:p>
                      <a:r>
                        <a:rPr lang="en-US" sz="2400" b="1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A</a:t>
                      </a:r>
                      <a:r>
                        <a:rPr lang="en-US" sz="2400" b="0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 = </a:t>
                      </a:r>
                      <a:r>
                        <a:rPr lang="en-US" sz="2400" b="1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A</a:t>
                      </a:r>
                      <a:r>
                        <a:rPr lang="en-US" sz="2400" b="0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 − 50;</a:t>
                      </a:r>
                    </a:p>
                    <a:p>
                      <a:r>
                        <a:rPr lang="en-US" sz="2400" b="0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write(</a:t>
                      </a:r>
                      <a:r>
                        <a:rPr lang="en-US" sz="2400" b="1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A</a:t>
                      </a:r>
                      <a:r>
                        <a:rPr lang="en-US" sz="2400" b="0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);</a:t>
                      </a:r>
                    </a:p>
                    <a:p>
                      <a:r>
                        <a:rPr lang="en-US" sz="2400" b="0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read(</a:t>
                      </a:r>
                      <a:r>
                        <a:rPr lang="en-US" sz="2400" b="1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B</a:t>
                      </a:r>
                      <a:r>
                        <a:rPr lang="en-US" sz="2400" b="0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);</a:t>
                      </a:r>
                    </a:p>
                    <a:p>
                      <a:r>
                        <a:rPr lang="en-US" sz="2400" b="1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B</a:t>
                      </a:r>
                      <a:r>
                        <a:rPr lang="en-US" sz="2400" b="0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 = </a:t>
                      </a:r>
                      <a:r>
                        <a:rPr lang="en-US" sz="2400" b="1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B</a:t>
                      </a:r>
                      <a:r>
                        <a:rPr lang="en-US" sz="2400" b="0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 + 50;</a:t>
                      </a:r>
                    </a:p>
                    <a:p>
                      <a:r>
                        <a:rPr lang="en-US" sz="2400" b="0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write(</a:t>
                      </a:r>
                      <a:r>
                        <a:rPr lang="en-US" sz="2400" b="1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B</a:t>
                      </a:r>
                      <a:r>
                        <a:rPr lang="en-US" sz="2400" b="0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).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1" i="0" dirty="0">
                          <a:solidFill>
                            <a:schemeClr val="tx1"/>
                          </a:solidFill>
                          <a:latin typeface="Palatino Linotype" panose="02040502050505030304" pitchFamily="18" charset="0"/>
                        </a:rPr>
                        <a:t>T2:</a:t>
                      </a:r>
                    </a:p>
                    <a:p>
                      <a:endParaRPr lang="en-US" sz="2400" b="0" i="0" dirty="0">
                        <a:solidFill>
                          <a:schemeClr val="tx1"/>
                        </a:solidFill>
                        <a:latin typeface="Palatino Linotype" panose="02040502050505030304" pitchFamily="18" charset="0"/>
                      </a:endParaRPr>
                    </a:p>
                    <a:p>
                      <a:r>
                        <a:rPr lang="en-US" sz="2400" b="0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read(</a:t>
                      </a:r>
                      <a:r>
                        <a:rPr lang="en-US" sz="2400" b="1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A</a:t>
                      </a:r>
                      <a:r>
                        <a:rPr lang="en-US" sz="2400" b="0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);</a:t>
                      </a:r>
                    </a:p>
                    <a:p>
                      <a:r>
                        <a:rPr lang="en-US" sz="2400" b="1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A</a:t>
                      </a:r>
                      <a:r>
                        <a:rPr lang="en-US" sz="2400" b="0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 = </a:t>
                      </a:r>
                      <a:r>
                        <a:rPr lang="en-US" sz="2400" b="1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A</a:t>
                      </a:r>
                      <a:r>
                        <a:rPr lang="en-US" sz="2400" b="0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 * 0.95;</a:t>
                      </a:r>
                    </a:p>
                    <a:p>
                      <a:r>
                        <a:rPr lang="en-US" sz="2400" b="0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write(</a:t>
                      </a:r>
                      <a:r>
                        <a:rPr lang="en-US" sz="2400" b="1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A</a:t>
                      </a:r>
                      <a:r>
                        <a:rPr lang="en-US" sz="2400" b="0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);</a:t>
                      </a:r>
                    </a:p>
                    <a:p>
                      <a:r>
                        <a:rPr lang="en-US" sz="2400" b="0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read(</a:t>
                      </a:r>
                      <a:r>
                        <a:rPr lang="en-US" sz="2400" b="1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B</a:t>
                      </a:r>
                      <a:r>
                        <a:rPr lang="en-US" sz="2400" b="0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);</a:t>
                      </a:r>
                    </a:p>
                    <a:p>
                      <a:r>
                        <a:rPr lang="en-US" sz="2400" b="1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B</a:t>
                      </a:r>
                      <a:r>
                        <a:rPr lang="en-US" sz="2400" b="0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 = </a:t>
                      </a:r>
                      <a:r>
                        <a:rPr lang="en-US" sz="2400" b="1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B</a:t>
                      </a:r>
                      <a:r>
                        <a:rPr lang="en-US" sz="2400" b="0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 * 1.05 ;</a:t>
                      </a:r>
                    </a:p>
                    <a:p>
                      <a:r>
                        <a:rPr lang="en-US" sz="2400" b="0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write(</a:t>
                      </a:r>
                      <a:r>
                        <a:rPr lang="en-US" sz="2400" b="1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B</a:t>
                      </a:r>
                      <a:r>
                        <a:rPr lang="en-US" sz="2400" b="0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)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7499455"/>
                  </a:ext>
                </a:extLst>
              </a:tr>
            </a:tbl>
          </a:graphicData>
        </a:graphic>
      </p:graphicFrame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8D28869A-8D43-DFEA-3E49-6D79153EF5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11963"/>
            <a:ext cx="10595776" cy="1590263"/>
          </a:xfrm>
        </p:spPr>
        <p:txBody>
          <a:bodyPr>
            <a:noAutofit/>
          </a:bodyPr>
          <a:lstStyle/>
          <a:p>
            <a:r>
              <a:rPr lang="en-US" sz="2400" dirty="0">
                <a:latin typeface="Palatino Linotype" panose="02040502050505030304" pitchFamily="18" charset="0"/>
              </a:rPr>
              <a:t>Next, we </a:t>
            </a:r>
            <a:r>
              <a:rPr lang="en-US" sz="2400" b="1" dirty="0">
                <a:latin typeface="Palatino Linotype" panose="02040502050505030304" pitchFamily="18" charset="0"/>
              </a:rPr>
              <a:t>transform these transactions</a:t>
            </a:r>
            <a:r>
              <a:rPr lang="en-US" sz="2400" dirty="0">
                <a:latin typeface="Palatino Linotype" panose="02040502050505030304" pitchFamily="18" charset="0"/>
              </a:rPr>
              <a:t> to the database perspective.</a:t>
            </a:r>
          </a:p>
          <a:p>
            <a:endParaRPr lang="en-US" sz="1000" dirty="0">
              <a:latin typeface="Palatino Linotype" panose="02040502050505030304" pitchFamily="18" charset="0"/>
            </a:endParaRPr>
          </a:p>
          <a:p>
            <a:r>
              <a:rPr lang="en-US" sz="2400" dirty="0">
                <a:latin typeface="Palatino Linotype" panose="02040502050505030304" pitchFamily="18" charset="0"/>
              </a:rPr>
              <a:t>Specifically, we need to worry only about read/write operations as only those impact the database. </a:t>
            </a:r>
          </a:p>
        </p:txBody>
      </p:sp>
    </p:spTree>
    <p:extLst>
      <p:ext uri="{BB962C8B-B14F-4D97-AF65-F5344CB8AC3E}">
        <p14:creationId xmlns:p14="http://schemas.microsoft.com/office/powerpoint/2010/main" val="7324164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7628DB-A0C2-6275-33F9-1136B79C76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5D9465-CC07-B1D7-6678-83B8A4F80C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905091"/>
          </a:xfrm>
        </p:spPr>
        <p:txBody>
          <a:bodyPr>
            <a:normAutofit/>
          </a:bodyPr>
          <a:lstStyle/>
          <a:p>
            <a:pPr algn="ctr"/>
            <a:r>
              <a:rPr lang="en-US" sz="4000" b="1" dirty="0">
                <a:latin typeface="Palatino Linotype" panose="02040502050505030304" pitchFamily="18" charset="0"/>
              </a:rPr>
              <a:t>Concurrent Transactions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B359F74-7BBF-CC61-98B0-C3A48DFEF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07290" y="6356350"/>
            <a:ext cx="2743200" cy="365125"/>
          </a:xfrm>
        </p:spPr>
        <p:txBody>
          <a:bodyPr/>
          <a:lstStyle/>
          <a:p>
            <a:fld id="{D0FE24AB-0A3D-3945-A314-A55A03C76B7E}" type="slidenum">
              <a:rPr lang="en-US" smtClean="0">
                <a:latin typeface="Palatino Linotype" panose="02040502050505030304" pitchFamily="18" charset="0"/>
              </a:rPr>
              <a:t>36</a:t>
            </a:fld>
            <a:endParaRPr lang="en-US" dirty="0">
              <a:latin typeface="Palatino Linotype" panose="02040502050505030304" pitchFamily="18" charset="0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9A02DC35-4E12-F46B-9FF3-32DB0989611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73586245"/>
              </p:ext>
            </p:extLst>
          </p:nvPr>
        </p:nvGraphicFramePr>
        <p:xfrm>
          <a:off x="2671639" y="3564720"/>
          <a:ext cx="9128098" cy="306956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64049">
                  <a:extLst>
                    <a:ext uri="{9D8B030D-6E8A-4147-A177-3AD203B41FA5}">
                      <a16:colId xmlns:a16="http://schemas.microsoft.com/office/drawing/2014/main" val="282134077"/>
                    </a:ext>
                  </a:extLst>
                </a:gridCol>
                <a:gridCol w="4564049">
                  <a:extLst>
                    <a:ext uri="{9D8B030D-6E8A-4147-A177-3AD203B41FA5}">
                      <a16:colId xmlns:a16="http://schemas.microsoft.com/office/drawing/2014/main" val="4206062769"/>
                    </a:ext>
                  </a:extLst>
                </a:gridCol>
              </a:tblGrid>
              <a:tr h="3069561">
                <a:tc>
                  <a:txBody>
                    <a:bodyPr/>
                    <a:lstStyle/>
                    <a:p>
                      <a:r>
                        <a:rPr lang="en-US" sz="2400" b="1" i="0" dirty="0">
                          <a:solidFill>
                            <a:schemeClr val="tx1"/>
                          </a:solidFill>
                          <a:latin typeface="Palatino Linotype" panose="02040502050505030304" pitchFamily="18" charset="0"/>
                        </a:rPr>
                        <a:t>T1:</a:t>
                      </a:r>
                    </a:p>
                    <a:p>
                      <a:endParaRPr lang="en-US" sz="2400" b="0" i="0" dirty="0">
                        <a:solidFill>
                          <a:schemeClr val="tx1"/>
                        </a:solidFill>
                        <a:latin typeface="Palatino Linotype" panose="02040502050505030304" pitchFamily="18" charset="0"/>
                      </a:endParaRPr>
                    </a:p>
                    <a:p>
                      <a:r>
                        <a:rPr lang="en-US" sz="2400" b="1" i="0" dirty="0">
                          <a:solidFill>
                            <a:schemeClr val="tx1"/>
                          </a:solidFill>
                          <a:latin typeface="Palatino Linotype" panose="02040502050505030304" pitchFamily="18" charset="0"/>
                        </a:rPr>
                        <a:t>Begin</a:t>
                      </a:r>
                    </a:p>
                    <a:p>
                      <a:r>
                        <a:rPr lang="en-US" sz="2400" b="0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read(</a:t>
                      </a:r>
                      <a:r>
                        <a:rPr lang="en-US" sz="2400" b="1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A</a:t>
                      </a:r>
                      <a:r>
                        <a:rPr lang="en-US" sz="2400" b="0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r>
                        <a:rPr lang="en-US" sz="2400" b="0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write(</a:t>
                      </a:r>
                      <a:r>
                        <a:rPr lang="en-US" sz="2400" b="1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A</a:t>
                      </a:r>
                      <a:r>
                        <a:rPr lang="en-US" sz="2400" b="0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r>
                        <a:rPr lang="en-US" sz="2400" b="0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read(</a:t>
                      </a:r>
                      <a:r>
                        <a:rPr lang="en-US" sz="2400" b="1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B</a:t>
                      </a:r>
                      <a:r>
                        <a:rPr lang="en-US" sz="2400" b="0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r>
                        <a:rPr lang="en-US" sz="2400" b="0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write(</a:t>
                      </a:r>
                      <a:r>
                        <a:rPr lang="en-US" sz="2400" b="1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B</a:t>
                      </a:r>
                      <a:r>
                        <a:rPr lang="en-US" sz="2400" b="0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r>
                        <a:rPr lang="en-US" sz="2400" b="1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End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1" i="0" dirty="0">
                          <a:solidFill>
                            <a:schemeClr val="tx1"/>
                          </a:solidFill>
                          <a:latin typeface="Palatino Linotype" panose="02040502050505030304" pitchFamily="18" charset="0"/>
                        </a:rPr>
                        <a:t>T2:</a:t>
                      </a:r>
                    </a:p>
                    <a:p>
                      <a:endParaRPr lang="en-US" sz="2400" b="0" i="0" dirty="0">
                        <a:solidFill>
                          <a:schemeClr val="tx1"/>
                        </a:solidFill>
                        <a:latin typeface="Palatino Linotype" panose="02040502050505030304" pitchFamily="18" charset="0"/>
                      </a:endParaRPr>
                    </a:p>
                    <a:p>
                      <a:r>
                        <a:rPr lang="en-US" sz="2400" b="1" i="0" dirty="0">
                          <a:solidFill>
                            <a:schemeClr val="tx1"/>
                          </a:solidFill>
                          <a:latin typeface="Palatino Linotype" panose="02040502050505030304" pitchFamily="18" charset="0"/>
                        </a:rPr>
                        <a:t>Begin</a:t>
                      </a:r>
                    </a:p>
                    <a:p>
                      <a:r>
                        <a:rPr lang="en-US" sz="2400" b="0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read(</a:t>
                      </a:r>
                      <a:r>
                        <a:rPr lang="en-US" sz="2400" b="1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A</a:t>
                      </a:r>
                      <a:r>
                        <a:rPr lang="en-US" sz="2400" b="0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r>
                        <a:rPr lang="en-US" sz="2400" b="0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write(</a:t>
                      </a:r>
                      <a:r>
                        <a:rPr lang="en-US" sz="2400" b="1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A</a:t>
                      </a:r>
                      <a:r>
                        <a:rPr lang="en-US" sz="2400" b="0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r>
                        <a:rPr lang="en-US" sz="2400" b="0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read(</a:t>
                      </a:r>
                      <a:r>
                        <a:rPr lang="en-US" sz="2400" b="1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B</a:t>
                      </a:r>
                      <a:r>
                        <a:rPr lang="en-US" sz="2400" b="0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r>
                        <a:rPr lang="en-US" sz="2400" b="0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write(</a:t>
                      </a:r>
                      <a:r>
                        <a:rPr lang="en-US" sz="2400" b="1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B</a:t>
                      </a:r>
                      <a:r>
                        <a:rPr lang="en-US" sz="2400" b="0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r>
                        <a:rPr lang="en-US" sz="2400" b="1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End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7499455"/>
                  </a:ext>
                </a:extLst>
              </a:tr>
            </a:tbl>
          </a:graphicData>
        </a:graphic>
      </p:graphicFrame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6443DD8F-C3E2-B916-E844-06F031C60B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11963"/>
            <a:ext cx="10595776" cy="1590263"/>
          </a:xfrm>
        </p:spPr>
        <p:txBody>
          <a:bodyPr>
            <a:noAutofit/>
          </a:bodyPr>
          <a:lstStyle/>
          <a:p>
            <a:r>
              <a:rPr lang="en-US" sz="2400" dirty="0">
                <a:latin typeface="Palatino Linotype" panose="02040502050505030304" pitchFamily="18" charset="0"/>
              </a:rPr>
              <a:t>We need to worry only about read/write operations as only those impact the database.</a:t>
            </a:r>
          </a:p>
          <a:p>
            <a:endParaRPr lang="en-US" sz="2400" dirty="0">
              <a:latin typeface="Palatino Linotype" panose="02040502050505030304" pitchFamily="18" charset="0"/>
            </a:endParaRPr>
          </a:p>
          <a:p>
            <a:r>
              <a:rPr lang="en-US" sz="2400" dirty="0">
                <a:latin typeface="Palatino Linotype" panose="02040502050505030304" pitchFamily="18" charset="0"/>
              </a:rPr>
              <a:t>So, we </a:t>
            </a:r>
            <a:r>
              <a:rPr lang="en-US" sz="2400" b="1" dirty="0">
                <a:latin typeface="Palatino Linotype" panose="02040502050505030304" pitchFamily="18" charset="0"/>
              </a:rPr>
              <a:t>re-write these transactions </a:t>
            </a:r>
            <a:r>
              <a:rPr lang="en-US" sz="2400" dirty="0">
                <a:latin typeface="Palatino Linotype" panose="02040502050505030304" pitchFamily="18" charset="0"/>
              </a:rPr>
              <a:t>as just a set of read/write operations. </a:t>
            </a:r>
          </a:p>
        </p:txBody>
      </p:sp>
    </p:spTree>
    <p:extLst>
      <p:ext uri="{BB962C8B-B14F-4D97-AF65-F5344CB8AC3E}">
        <p14:creationId xmlns:p14="http://schemas.microsoft.com/office/powerpoint/2010/main" val="155230592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AE2117-D9EC-B683-7291-1C7E398B53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7A0DC0-DC6F-1737-9C15-0091E68DE8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905091"/>
          </a:xfrm>
        </p:spPr>
        <p:txBody>
          <a:bodyPr>
            <a:normAutofit/>
          </a:bodyPr>
          <a:lstStyle/>
          <a:p>
            <a:pPr algn="ctr"/>
            <a:r>
              <a:rPr lang="en-US" sz="4000" b="1" dirty="0">
                <a:latin typeface="Palatino Linotype" panose="02040502050505030304" pitchFamily="18" charset="0"/>
              </a:rPr>
              <a:t>Serial Execution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A31D41A-1F67-28A4-06D0-9A903A49ED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07290" y="6356350"/>
            <a:ext cx="2743200" cy="365125"/>
          </a:xfrm>
        </p:spPr>
        <p:txBody>
          <a:bodyPr/>
          <a:lstStyle/>
          <a:p>
            <a:fld id="{D0FE24AB-0A3D-3945-A314-A55A03C76B7E}" type="slidenum">
              <a:rPr lang="en-US" smtClean="0">
                <a:latin typeface="Palatino Linotype" panose="02040502050505030304" pitchFamily="18" charset="0"/>
              </a:rPr>
              <a:t>37</a:t>
            </a:fld>
            <a:endParaRPr lang="en-US" dirty="0">
              <a:latin typeface="Palatino Linotype" panose="02040502050505030304" pitchFamily="18" charset="0"/>
            </a:endParaRP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C39A847B-ACB9-2E10-B5D4-C70FC04E69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11963"/>
            <a:ext cx="10595776" cy="1981317"/>
          </a:xfrm>
        </p:spPr>
        <p:txBody>
          <a:bodyPr>
            <a:noAutofit/>
          </a:bodyPr>
          <a:lstStyle/>
          <a:p>
            <a:r>
              <a:rPr lang="en-US" sz="2400" dirty="0">
                <a:latin typeface="Palatino Linotype" panose="02040502050505030304" pitchFamily="18" charset="0"/>
              </a:rPr>
              <a:t>One legal interleaving is </a:t>
            </a:r>
            <a:r>
              <a:rPr lang="en-US" sz="2400" b="1" dirty="0">
                <a:latin typeface="Palatino Linotype" panose="02040502050505030304" pitchFamily="18" charset="0"/>
              </a:rPr>
              <a:t>serial execution</a:t>
            </a:r>
            <a:r>
              <a:rPr lang="en-US" sz="2400" dirty="0">
                <a:latin typeface="Palatino Linotype" panose="02040502050505030304" pitchFamily="18" charset="0"/>
              </a:rPr>
              <a:t>:</a:t>
            </a:r>
          </a:p>
          <a:p>
            <a:pPr marL="0" indent="0">
              <a:buNone/>
            </a:pPr>
            <a:endParaRPr lang="en-US" sz="1000" dirty="0">
              <a:latin typeface="Palatino Linotype" panose="02040502050505030304" pitchFamily="18" charset="0"/>
            </a:endParaRPr>
          </a:p>
          <a:p>
            <a:r>
              <a:rPr lang="en-US" sz="2400" dirty="0">
                <a:latin typeface="Palatino Linotype" panose="02040502050505030304" pitchFamily="18" charset="0"/>
              </a:rPr>
              <a:t>Either T1 </a:t>
            </a:r>
            <a:r>
              <a:rPr lang="en-US" sz="2400" dirty="0">
                <a:latin typeface="Palatino Linotype" panose="02040502050505030304" pitchFamily="18" charset="0"/>
                <a:sym typeface="Wingdings" pitchFamily="2" charset="2"/>
              </a:rPr>
              <a:t> T2, or T2  T1.</a:t>
            </a:r>
            <a:r>
              <a:rPr lang="en-US" sz="2400" dirty="0">
                <a:latin typeface="Palatino Linotype" panose="02040502050505030304" pitchFamily="18" charset="0"/>
              </a:rPr>
              <a:t> </a:t>
            </a:r>
          </a:p>
          <a:p>
            <a:pPr lvl="1"/>
            <a:r>
              <a:rPr lang="en-US" dirty="0">
                <a:latin typeface="Palatino Linotype" panose="02040502050505030304" pitchFamily="18" charset="0"/>
              </a:rPr>
              <a:t>Here, the notation T1 </a:t>
            </a:r>
            <a:r>
              <a:rPr lang="en-US" dirty="0">
                <a:latin typeface="Palatino Linotype" panose="02040502050505030304" pitchFamily="18" charset="0"/>
                <a:sym typeface="Wingdings" pitchFamily="2" charset="2"/>
              </a:rPr>
              <a:t> T2 states that first execute transaction T1, and then execute T2.</a:t>
            </a:r>
            <a:endParaRPr lang="en-US" dirty="0">
              <a:latin typeface="Palatino Linotype" panose="0204050205050503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2216225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2B3366-CFEC-2B45-95BD-5CB0876312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E3B577-019C-ABA9-655C-4DDB4B21B6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905091"/>
          </a:xfrm>
        </p:spPr>
        <p:txBody>
          <a:bodyPr>
            <a:normAutofit/>
          </a:bodyPr>
          <a:lstStyle/>
          <a:p>
            <a:pPr algn="ctr"/>
            <a:r>
              <a:rPr lang="en-US" sz="4000" b="1" dirty="0">
                <a:latin typeface="Palatino Linotype" panose="02040502050505030304" pitchFamily="18" charset="0"/>
              </a:rPr>
              <a:t>Serial Execution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B18ED2E-4157-CAB1-4BF4-4DBAF595FE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07290" y="6356350"/>
            <a:ext cx="2743200" cy="365125"/>
          </a:xfrm>
        </p:spPr>
        <p:txBody>
          <a:bodyPr/>
          <a:lstStyle/>
          <a:p>
            <a:fld id="{D0FE24AB-0A3D-3945-A314-A55A03C76B7E}" type="slidenum">
              <a:rPr lang="en-US" smtClean="0">
                <a:latin typeface="Palatino Linotype" panose="02040502050505030304" pitchFamily="18" charset="0"/>
              </a:rPr>
              <a:t>38</a:t>
            </a:fld>
            <a:endParaRPr lang="en-US" dirty="0">
              <a:latin typeface="Palatino Linotype" panose="02040502050505030304" pitchFamily="18" charset="0"/>
            </a:endParaRP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07FC248F-20A6-27E3-28FE-6D2383F1AA7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38090387"/>
              </p:ext>
            </p:extLst>
          </p:nvPr>
        </p:nvGraphicFramePr>
        <p:xfrm>
          <a:off x="1351723" y="1570024"/>
          <a:ext cx="3856382" cy="466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79874">
                  <a:extLst>
                    <a:ext uri="{9D8B030D-6E8A-4147-A177-3AD203B41FA5}">
                      <a16:colId xmlns:a16="http://schemas.microsoft.com/office/drawing/2014/main" val="282134077"/>
                    </a:ext>
                  </a:extLst>
                </a:gridCol>
                <a:gridCol w="1876508">
                  <a:extLst>
                    <a:ext uri="{9D8B030D-6E8A-4147-A177-3AD203B41FA5}">
                      <a16:colId xmlns:a16="http://schemas.microsoft.com/office/drawing/2014/main" val="4206062769"/>
                    </a:ext>
                  </a:extLst>
                </a:gridCol>
              </a:tblGrid>
              <a:tr h="3069561">
                <a:tc>
                  <a:txBody>
                    <a:bodyPr/>
                    <a:lstStyle/>
                    <a:p>
                      <a:pPr algn="l"/>
                      <a:r>
                        <a:rPr lang="en-US" sz="2000" b="1" i="0" dirty="0">
                          <a:solidFill>
                            <a:schemeClr val="tx1"/>
                          </a:solidFill>
                          <a:latin typeface="Palatino Linotype" panose="02040502050505030304" pitchFamily="18" charset="0"/>
                        </a:rPr>
                        <a:t>T1:</a:t>
                      </a:r>
                    </a:p>
                    <a:p>
                      <a:pPr algn="l"/>
                      <a:endParaRPr lang="en-US" sz="2000" b="0" i="0" dirty="0">
                        <a:solidFill>
                          <a:schemeClr val="tx1"/>
                        </a:solidFill>
                        <a:latin typeface="Palatino Linotype" panose="02040502050505030304" pitchFamily="18" charset="0"/>
                      </a:endParaRPr>
                    </a:p>
                    <a:p>
                      <a:pPr algn="l"/>
                      <a:r>
                        <a:rPr lang="en-US" sz="2000" b="1" i="0" dirty="0">
                          <a:solidFill>
                            <a:schemeClr val="tx1"/>
                          </a:solidFill>
                          <a:latin typeface="Palatino Linotype" panose="02040502050505030304" pitchFamily="18" charset="0"/>
                        </a:rPr>
                        <a:t>Begin</a:t>
                      </a:r>
                    </a:p>
                    <a:p>
                      <a:pPr algn="l"/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read(</a:t>
                      </a:r>
                      <a:r>
                        <a:rPr lang="en-US" sz="2000" b="1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A</a:t>
                      </a:r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algn="l"/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write(</a:t>
                      </a:r>
                      <a:r>
                        <a:rPr lang="en-US" sz="2000" b="1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A</a:t>
                      </a:r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algn="l"/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read(</a:t>
                      </a:r>
                      <a:r>
                        <a:rPr lang="en-US" sz="2000" b="1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B</a:t>
                      </a:r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algn="l"/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write(</a:t>
                      </a:r>
                      <a:r>
                        <a:rPr lang="en-US" sz="2000" b="1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B</a:t>
                      </a:r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algn="l"/>
                      <a:r>
                        <a:rPr lang="en-US" sz="2000" b="1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End</a:t>
                      </a: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b="1" i="0" dirty="0">
                          <a:solidFill>
                            <a:schemeClr val="tx1"/>
                          </a:solidFill>
                          <a:latin typeface="Palatino Linotype" panose="02040502050505030304" pitchFamily="18" charset="0"/>
                        </a:rPr>
                        <a:t>T2:</a:t>
                      </a:r>
                    </a:p>
                    <a:p>
                      <a:pPr algn="l"/>
                      <a:endParaRPr lang="en-US" sz="2000" b="0" i="0" dirty="0">
                        <a:solidFill>
                          <a:schemeClr val="tx1"/>
                        </a:solidFill>
                        <a:latin typeface="Palatino Linotype" panose="02040502050505030304" pitchFamily="18" charset="0"/>
                      </a:endParaRPr>
                    </a:p>
                    <a:p>
                      <a:pPr algn="l"/>
                      <a:endParaRPr lang="en-US" sz="2000" b="0" i="0" dirty="0">
                        <a:solidFill>
                          <a:schemeClr val="tx1"/>
                        </a:solidFill>
                        <a:latin typeface="Palatino Linotype" panose="02040502050505030304" pitchFamily="18" charset="0"/>
                      </a:endParaRPr>
                    </a:p>
                    <a:p>
                      <a:pPr algn="l"/>
                      <a:endParaRPr lang="en-US" sz="2000" b="0" i="0" dirty="0">
                        <a:solidFill>
                          <a:schemeClr val="tx1"/>
                        </a:solidFill>
                        <a:latin typeface="Palatino Linotype" panose="02040502050505030304" pitchFamily="18" charset="0"/>
                      </a:endParaRPr>
                    </a:p>
                    <a:p>
                      <a:pPr algn="l"/>
                      <a:endParaRPr lang="en-US" sz="2000" b="0" i="0" dirty="0">
                        <a:solidFill>
                          <a:schemeClr val="tx1"/>
                        </a:solidFill>
                        <a:latin typeface="Palatino Linotype" panose="02040502050505030304" pitchFamily="18" charset="0"/>
                      </a:endParaRPr>
                    </a:p>
                    <a:p>
                      <a:pPr algn="l"/>
                      <a:endParaRPr lang="en-US" sz="2000" b="0" i="0" dirty="0">
                        <a:solidFill>
                          <a:schemeClr val="tx1"/>
                        </a:solidFill>
                        <a:latin typeface="Palatino Linotype" panose="02040502050505030304" pitchFamily="18" charset="0"/>
                      </a:endParaRPr>
                    </a:p>
                    <a:p>
                      <a:pPr algn="l"/>
                      <a:endParaRPr lang="en-US" sz="2000" b="0" i="0" dirty="0">
                        <a:solidFill>
                          <a:schemeClr val="tx1"/>
                        </a:solidFill>
                        <a:latin typeface="Palatino Linotype" panose="02040502050505030304" pitchFamily="18" charset="0"/>
                      </a:endParaRPr>
                    </a:p>
                    <a:p>
                      <a:pPr algn="l"/>
                      <a:endParaRPr lang="en-US" sz="2000" b="0" i="0" dirty="0">
                        <a:solidFill>
                          <a:schemeClr val="tx1"/>
                        </a:solidFill>
                        <a:latin typeface="Palatino Linotype" panose="02040502050505030304" pitchFamily="18" charset="0"/>
                      </a:endParaRPr>
                    </a:p>
                    <a:p>
                      <a:pPr algn="l"/>
                      <a:endParaRPr lang="en-US" sz="2000" b="0" i="0" dirty="0">
                        <a:solidFill>
                          <a:schemeClr val="tx1"/>
                        </a:solidFill>
                        <a:latin typeface="Palatino Linotype" panose="02040502050505030304" pitchFamily="18" charset="0"/>
                      </a:endParaRPr>
                    </a:p>
                    <a:p>
                      <a:pPr algn="l"/>
                      <a:r>
                        <a:rPr lang="en-US" sz="2000" b="1" i="0" dirty="0">
                          <a:solidFill>
                            <a:schemeClr val="tx1"/>
                          </a:solidFill>
                          <a:latin typeface="Palatino Linotype" panose="02040502050505030304" pitchFamily="18" charset="0"/>
                        </a:rPr>
                        <a:t>Begin</a:t>
                      </a:r>
                    </a:p>
                    <a:p>
                      <a:pPr algn="l"/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read(</a:t>
                      </a:r>
                      <a:r>
                        <a:rPr lang="en-US" sz="2000" b="1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A</a:t>
                      </a:r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algn="l"/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write(</a:t>
                      </a:r>
                      <a:r>
                        <a:rPr lang="en-US" sz="2000" b="1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A</a:t>
                      </a:r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algn="l"/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read(</a:t>
                      </a:r>
                      <a:r>
                        <a:rPr lang="en-US" sz="2000" b="1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B</a:t>
                      </a:r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algn="l"/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write(</a:t>
                      </a:r>
                      <a:r>
                        <a:rPr lang="en-US" sz="2000" b="1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B</a:t>
                      </a:r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algn="l"/>
                      <a:r>
                        <a:rPr lang="en-US" sz="2000" b="1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End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7499455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C5D461F3-7026-5512-5283-72C8760F7DE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0137036"/>
              </p:ext>
            </p:extLst>
          </p:nvPr>
        </p:nvGraphicFramePr>
        <p:xfrm>
          <a:off x="7704812" y="1570024"/>
          <a:ext cx="3856382" cy="466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79874">
                  <a:extLst>
                    <a:ext uri="{9D8B030D-6E8A-4147-A177-3AD203B41FA5}">
                      <a16:colId xmlns:a16="http://schemas.microsoft.com/office/drawing/2014/main" val="282134077"/>
                    </a:ext>
                  </a:extLst>
                </a:gridCol>
                <a:gridCol w="1876508">
                  <a:extLst>
                    <a:ext uri="{9D8B030D-6E8A-4147-A177-3AD203B41FA5}">
                      <a16:colId xmlns:a16="http://schemas.microsoft.com/office/drawing/2014/main" val="4206062769"/>
                    </a:ext>
                  </a:extLst>
                </a:gridCol>
              </a:tblGrid>
              <a:tr h="3069561">
                <a:tc>
                  <a:txBody>
                    <a:bodyPr/>
                    <a:lstStyle/>
                    <a:p>
                      <a:pPr algn="l"/>
                      <a:r>
                        <a:rPr lang="en-US" sz="2000" b="1" i="0" dirty="0">
                          <a:solidFill>
                            <a:schemeClr val="tx1"/>
                          </a:solidFill>
                          <a:latin typeface="Palatino Linotype" panose="02040502050505030304" pitchFamily="18" charset="0"/>
                        </a:rPr>
                        <a:t>T1:</a:t>
                      </a:r>
                    </a:p>
                    <a:p>
                      <a:pPr algn="l"/>
                      <a:endParaRPr lang="en-US" sz="2000" b="0" i="0" dirty="0">
                        <a:solidFill>
                          <a:schemeClr val="tx1"/>
                        </a:solidFill>
                        <a:latin typeface="Palatino Linotype" panose="02040502050505030304" pitchFamily="18" charset="0"/>
                      </a:endParaRPr>
                    </a:p>
                    <a:p>
                      <a:pPr algn="l"/>
                      <a:endParaRPr lang="en-US" sz="2000" b="0" i="0" dirty="0">
                        <a:solidFill>
                          <a:schemeClr val="tx1"/>
                        </a:solidFill>
                        <a:latin typeface="Palatino Linotype" panose="02040502050505030304" pitchFamily="18" charset="0"/>
                      </a:endParaRPr>
                    </a:p>
                    <a:p>
                      <a:pPr algn="l"/>
                      <a:endParaRPr lang="en-US" sz="2000" b="0" i="0" dirty="0">
                        <a:solidFill>
                          <a:schemeClr val="tx1"/>
                        </a:solidFill>
                        <a:latin typeface="Palatino Linotype" panose="02040502050505030304" pitchFamily="18" charset="0"/>
                      </a:endParaRPr>
                    </a:p>
                    <a:p>
                      <a:pPr algn="l"/>
                      <a:endParaRPr lang="en-US" sz="2000" b="0" i="0" dirty="0">
                        <a:solidFill>
                          <a:schemeClr val="tx1"/>
                        </a:solidFill>
                        <a:latin typeface="Palatino Linotype" panose="02040502050505030304" pitchFamily="18" charset="0"/>
                      </a:endParaRPr>
                    </a:p>
                    <a:p>
                      <a:pPr algn="l"/>
                      <a:endParaRPr lang="en-US" sz="2000" b="0" i="0" dirty="0">
                        <a:solidFill>
                          <a:schemeClr val="tx1"/>
                        </a:solidFill>
                        <a:latin typeface="Palatino Linotype" panose="02040502050505030304" pitchFamily="18" charset="0"/>
                      </a:endParaRPr>
                    </a:p>
                    <a:p>
                      <a:pPr algn="l"/>
                      <a:endParaRPr lang="en-US" sz="2000" b="0" i="0" dirty="0">
                        <a:solidFill>
                          <a:schemeClr val="tx1"/>
                        </a:solidFill>
                        <a:latin typeface="Palatino Linotype" panose="02040502050505030304" pitchFamily="18" charset="0"/>
                      </a:endParaRPr>
                    </a:p>
                    <a:p>
                      <a:pPr algn="l"/>
                      <a:endParaRPr lang="en-US" sz="2000" b="0" i="0" dirty="0">
                        <a:solidFill>
                          <a:schemeClr val="tx1"/>
                        </a:solidFill>
                        <a:latin typeface="Palatino Linotype" panose="02040502050505030304" pitchFamily="18" charset="0"/>
                      </a:endParaRPr>
                    </a:p>
                    <a:p>
                      <a:pPr algn="l"/>
                      <a:endParaRPr lang="en-US" sz="2000" b="0" i="0" dirty="0">
                        <a:solidFill>
                          <a:schemeClr val="tx1"/>
                        </a:solidFill>
                        <a:latin typeface="Palatino Linotype" panose="02040502050505030304" pitchFamily="18" charset="0"/>
                      </a:endParaRPr>
                    </a:p>
                    <a:p>
                      <a:pPr algn="l"/>
                      <a:r>
                        <a:rPr lang="en-US" sz="2000" b="1" i="0" dirty="0">
                          <a:solidFill>
                            <a:schemeClr val="tx1"/>
                          </a:solidFill>
                          <a:latin typeface="Palatino Linotype" panose="02040502050505030304" pitchFamily="18" charset="0"/>
                        </a:rPr>
                        <a:t>Begin</a:t>
                      </a:r>
                    </a:p>
                    <a:p>
                      <a:pPr algn="l"/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read(</a:t>
                      </a:r>
                      <a:r>
                        <a:rPr lang="en-US" sz="2000" b="1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A</a:t>
                      </a:r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algn="l"/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write(</a:t>
                      </a:r>
                      <a:r>
                        <a:rPr lang="en-US" sz="2000" b="1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A</a:t>
                      </a:r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algn="l"/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read(</a:t>
                      </a:r>
                      <a:r>
                        <a:rPr lang="en-US" sz="2000" b="1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B</a:t>
                      </a:r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algn="l"/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write(</a:t>
                      </a:r>
                      <a:r>
                        <a:rPr lang="en-US" sz="2000" b="1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B</a:t>
                      </a:r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algn="l"/>
                      <a:r>
                        <a:rPr lang="en-US" sz="2000" b="1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End</a:t>
                      </a: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b="1" i="0" dirty="0">
                          <a:solidFill>
                            <a:schemeClr val="tx1"/>
                          </a:solidFill>
                          <a:latin typeface="Palatino Linotype" panose="02040502050505030304" pitchFamily="18" charset="0"/>
                        </a:rPr>
                        <a:t>T2:</a:t>
                      </a:r>
                    </a:p>
                    <a:p>
                      <a:pPr algn="l"/>
                      <a:endParaRPr lang="en-US" sz="2000" b="0" i="0" dirty="0">
                        <a:solidFill>
                          <a:schemeClr val="tx1"/>
                        </a:solidFill>
                        <a:latin typeface="Palatino Linotype" panose="02040502050505030304" pitchFamily="18" charset="0"/>
                      </a:endParaRPr>
                    </a:p>
                    <a:p>
                      <a:pPr algn="l"/>
                      <a:r>
                        <a:rPr lang="en-US" sz="2000" b="1" i="0" dirty="0">
                          <a:solidFill>
                            <a:schemeClr val="tx1"/>
                          </a:solidFill>
                          <a:latin typeface="Palatino Linotype" panose="02040502050505030304" pitchFamily="18" charset="0"/>
                        </a:rPr>
                        <a:t>Begin</a:t>
                      </a:r>
                    </a:p>
                    <a:p>
                      <a:pPr algn="l"/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read(</a:t>
                      </a:r>
                      <a:r>
                        <a:rPr lang="en-US" sz="2000" b="1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A</a:t>
                      </a:r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algn="l"/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write(</a:t>
                      </a:r>
                      <a:r>
                        <a:rPr lang="en-US" sz="2000" b="1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A</a:t>
                      </a:r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algn="l"/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read(</a:t>
                      </a:r>
                      <a:r>
                        <a:rPr lang="en-US" sz="2000" b="1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B</a:t>
                      </a:r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algn="l"/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write(</a:t>
                      </a:r>
                      <a:r>
                        <a:rPr lang="en-US" sz="2000" b="1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B</a:t>
                      </a:r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algn="l"/>
                      <a:r>
                        <a:rPr lang="en-US" sz="2000" b="1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End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7499455"/>
                  </a:ext>
                </a:extLst>
              </a:tr>
            </a:tbl>
          </a:graphicData>
        </a:graphic>
      </p:graphicFrame>
      <p:grpSp>
        <p:nvGrpSpPr>
          <p:cNvPr id="15" name="Group 14">
            <a:extLst>
              <a:ext uri="{FF2B5EF4-FFF2-40B4-BE49-F238E27FC236}">
                <a16:creationId xmlns:a16="http://schemas.microsoft.com/office/drawing/2014/main" id="{927E00BE-BACB-3400-42F7-E5076B79B0F2}"/>
              </a:ext>
            </a:extLst>
          </p:cNvPr>
          <p:cNvGrpSpPr/>
          <p:nvPr/>
        </p:nvGrpSpPr>
        <p:grpSpPr>
          <a:xfrm>
            <a:off x="272373" y="1701579"/>
            <a:ext cx="817645" cy="4531885"/>
            <a:chOff x="272373" y="1701579"/>
            <a:chExt cx="817645" cy="4531885"/>
          </a:xfrm>
        </p:grpSpPr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EB4AC8AE-30E7-F0B2-71F5-E10516903E08}"/>
                </a:ext>
              </a:extLst>
            </p:cNvPr>
            <p:cNvCxnSpPr>
              <a:cxnSpLocks/>
            </p:cNvCxnSpPr>
            <p:nvPr/>
          </p:nvCxnSpPr>
          <p:spPr>
            <a:xfrm>
              <a:off x="1081378" y="1701579"/>
              <a:ext cx="0" cy="4531885"/>
            </a:xfrm>
            <a:prstGeom prst="straightConnector1">
              <a:avLst/>
            </a:prstGeom>
            <a:ln w="31750">
              <a:solidFill>
                <a:schemeClr val="accent2">
                  <a:lumMod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45C34324-3767-8F24-E226-E8833A1C8B9B}"/>
                </a:ext>
              </a:extLst>
            </p:cNvPr>
            <p:cNvSpPr txBox="1"/>
            <p:nvPr/>
          </p:nvSpPr>
          <p:spPr>
            <a:xfrm>
              <a:off x="272373" y="3501634"/>
              <a:ext cx="817645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b="1" dirty="0">
                  <a:solidFill>
                    <a:schemeClr val="accent2">
                      <a:lumMod val="50000"/>
                    </a:schemeClr>
                  </a:solidFill>
                  <a:latin typeface="Palatino Linotype" panose="02040502050505030304" pitchFamily="18" charset="0"/>
                </a:rPr>
                <a:t>Time</a:t>
              </a:r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DFBF2125-622C-434B-F424-3DCAA612D0EC}"/>
              </a:ext>
            </a:extLst>
          </p:cNvPr>
          <p:cNvGrpSpPr/>
          <p:nvPr/>
        </p:nvGrpSpPr>
        <p:grpSpPr>
          <a:xfrm>
            <a:off x="6575074" y="1701579"/>
            <a:ext cx="817645" cy="4531885"/>
            <a:chOff x="272373" y="1701579"/>
            <a:chExt cx="817645" cy="4531885"/>
          </a:xfrm>
        </p:grpSpPr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117A66DB-597E-8A13-DB3C-FDD575144A74}"/>
                </a:ext>
              </a:extLst>
            </p:cNvPr>
            <p:cNvCxnSpPr>
              <a:cxnSpLocks/>
            </p:cNvCxnSpPr>
            <p:nvPr/>
          </p:nvCxnSpPr>
          <p:spPr>
            <a:xfrm>
              <a:off x="1081378" y="1701579"/>
              <a:ext cx="0" cy="4531885"/>
            </a:xfrm>
            <a:prstGeom prst="straightConnector1">
              <a:avLst/>
            </a:prstGeom>
            <a:ln w="31750">
              <a:solidFill>
                <a:schemeClr val="accent2">
                  <a:lumMod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D8B49FF3-6F74-F3DA-B478-27B26E32D899}"/>
                </a:ext>
              </a:extLst>
            </p:cNvPr>
            <p:cNvSpPr txBox="1"/>
            <p:nvPr/>
          </p:nvSpPr>
          <p:spPr>
            <a:xfrm>
              <a:off x="272373" y="3501634"/>
              <a:ext cx="817645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b="1" dirty="0">
                  <a:solidFill>
                    <a:schemeClr val="accent2">
                      <a:lumMod val="50000"/>
                    </a:schemeClr>
                  </a:solidFill>
                  <a:latin typeface="Palatino Linotype" panose="02040502050505030304" pitchFamily="18" charset="0"/>
                </a:rPr>
                <a:t>Time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69084068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1128CC-A0AB-D464-F87F-4329AA15CE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11DBA2-99E5-3373-F453-7D1F953D3D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905091"/>
          </a:xfrm>
        </p:spPr>
        <p:txBody>
          <a:bodyPr>
            <a:normAutofit/>
          </a:bodyPr>
          <a:lstStyle/>
          <a:p>
            <a:pPr algn="ctr"/>
            <a:r>
              <a:rPr lang="en-US" sz="4000" b="1" dirty="0">
                <a:latin typeface="Palatino Linotype" panose="02040502050505030304" pitchFamily="18" charset="0"/>
              </a:rPr>
              <a:t>Serial Execution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69D8C00-45BE-0576-533B-974FA2D9F0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07290" y="6356350"/>
            <a:ext cx="2743200" cy="365125"/>
          </a:xfrm>
        </p:spPr>
        <p:txBody>
          <a:bodyPr/>
          <a:lstStyle/>
          <a:p>
            <a:fld id="{D0FE24AB-0A3D-3945-A314-A55A03C76B7E}" type="slidenum">
              <a:rPr lang="en-US" smtClean="0">
                <a:latin typeface="Palatino Linotype" panose="02040502050505030304" pitchFamily="18" charset="0"/>
              </a:rPr>
              <a:t>39</a:t>
            </a:fld>
            <a:endParaRPr lang="en-US" dirty="0">
              <a:latin typeface="Palatino Linotype" panose="0204050205050503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B0ACA2-40A5-B049-7EA8-320E86DC76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11963"/>
            <a:ext cx="10595776" cy="2552371"/>
          </a:xfrm>
        </p:spPr>
        <p:txBody>
          <a:bodyPr>
            <a:noAutofit/>
          </a:bodyPr>
          <a:lstStyle/>
          <a:p>
            <a:r>
              <a:rPr lang="en-US" sz="2400" b="1" dirty="0">
                <a:latin typeface="Palatino Linotype" panose="02040502050505030304" pitchFamily="18" charset="0"/>
              </a:rPr>
              <a:t>Serial execution</a:t>
            </a:r>
            <a:r>
              <a:rPr lang="en-US" sz="2400" dirty="0">
                <a:latin typeface="Palatino Linotype" panose="02040502050505030304" pitchFamily="18" charset="0"/>
              </a:rPr>
              <a:t> is a legal interleaving:</a:t>
            </a:r>
          </a:p>
          <a:p>
            <a:endParaRPr lang="en-US" sz="2400" dirty="0">
              <a:latin typeface="Palatino Linotype" panose="02040502050505030304" pitchFamily="18" charset="0"/>
            </a:endParaRPr>
          </a:p>
          <a:p>
            <a:r>
              <a:rPr lang="en-US" sz="2400" dirty="0">
                <a:latin typeface="Palatino Linotype" panose="02040502050505030304" pitchFamily="18" charset="0"/>
              </a:rPr>
              <a:t>It guarantees </a:t>
            </a:r>
            <a:r>
              <a:rPr lang="en-US" sz="2400" b="1" dirty="0">
                <a:latin typeface="Palatino Linotype" panose="02040502050505030304" pitchFamily="18" charset="0"/>
              </a:rPr>
              <a:t>isolation</a:t>
            </a:r>
            <a:r>
              <a:rPr lang="en-US" sz="2400" dirty="0">
                <a:latin typeface="Palatino Linotype" panose="02040502050505030304" pitchFamily="18" charset="0"/>
              </a:rPr>
              <a:t>.</a:t>
            </a:r>
          </a:p>
          <a:p>
            <a:endParaRPr lang="en-US" sz="2400" dirty="0">
              <a:latin typeface="Palatino Linotype" panose="02040502050505030304" pitchFamily="18" charset="0"/>
            </a:endParaRPr>
          </a:p>
          <a:p>
            <a:r>
              <a:rPr lang="en-US" sz="2400" dirty="0">
                <a:latin typeface="Palatino Linotype" panose="02040502050505030304" pitchFamily="18" charset="0"/>
              </a:rPr>
              <a:t>But, serial execution does not take advantage of multi-core architecture.</a:t>
            </a:r>
            <a:endParaRPr lang="en-US" dirty="0">
              <a:latin typeface="Palatino Linotype" panose="0204050205050503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4488883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BE2862-DB9A-3326-55D0-5D3DF0E937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9B287C-DF70-3080-4B9B-E7DD499AA4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905091"/>
          </a:xfrm>
        </p:spPr>
        <p:txBody>
          <a:bodyPr>
            <a:normAutofit/>
          </a:bodyPr>
          <a:lstStyle/>
          <a:p>
            <a:pPr algn="ctr"/>
            <a:r>
              <a:rPr lang="en-US" sz="4000" b="1" dirty="0">
                <a:latin typeface="Palatino Linotype" panose="02040502050505030304" pitchFamily="18" charset="0"/>
              </a:rPr>
              <a:t>Schedule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3C9A71-441A-2572-5A68-6E4FB0A498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07290" y="6356350"/>
            <a:ext cx="2743200" cy="365125"/>
          </a:xfrm>
        </p:spPr>
        <p:txBody>
          <a:bodyPr/>
          <a:lstStyle/>
          <a:p>
            <a:fld id="{D0FE24AB-0A3D-3945-A314-A55A03C76B7E}" type="slidenum">
              <a:rPr lang="en-US" smtClean="0">
                <a:latin typeface="Palatino Linotype" panose="02040502050505030304" pitchFamily="18" charset="0"/>
              </a:rPr>
              <a:t>40</a:t>
            </a:fld>
            <a:endParaRPr lang="en-US" dirty="0">
              <a:latin typeface="Palatino Linotype" panose="02040502050505030304" pitchFamily="18" charset="0"/>
            </a:endParaRP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05B50EB2-DF9F-7B69-837A-B9C0CFE83FE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20268583"/>
              </p:ext>
            </p:extLst>
          </p:nvPr>
        </p:nvGraphicFramePr>
        <p:xfrm>
          <a:off x="8194108" y="1299000"/>
          <a:ext cx="3856382" cy="466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79874">
                  <a:extLst>
                    <a:ext uri="{9D8B030D-6E8A-4147-A177-3AD203B41FA5}">
                      <a16:colId xmlns:a16="http://schemas.microsoft.com/office/drawing/2014/main" val="282134077"/>
                    </a:ext>
                  </a:extLst>
                </a:gridCol>
                <a:gridCol w="1876508">
                  <a:extLst>
                    <a:ext uri="{9D8B030D-6E8A-4147-A177-3AD203B41FA5}">
                      <a16:colId xmlns:a16="http://schemas.microsoft.com/office/drawing/2014/main" val="4206062769"/>
                    </a:ext>
                  </a:extLst>
                </a:gridCol>
              </a:tblGrid>
              <a:tr h="3069561">
                <a:tc>
                  <a:txBody>
                    <a:bodyPr/>
                    <a:lstStyle/>
                    <a:p>
                      <a:pPr algn="l"/>
                      <a:r>
                        <a:rPr lang="en-US" sz="2000" b="1" i="0" dirty="0">
                          <a:solidFill>
                            <a:schemeClr val="tx1"/>
                          </a:solidFill>
                          <a:latin typeface="Palatino Linotype" panose="02040502050505030304" pitchFamily="18" charset="0"/>
                        </a:rPr>
                        <a:t>T1:</a:t>
                      </a:r>
                    </a:p>
                    <a:p>
                      <a:pPr algn="l"/>
                      <a:endParaRPr lang="en-US" sz="2000" b="0" i="0" dirty="0">
                        <a:solidFill>
                          <a:schemeClr val="tx1"/>
                        </a:solidFill>
                        <a:latin typeface="Palatino Linotype" panose="02040502050505030304" pitchFamily="18" charset="0"/>
                      </a:endParaRPr>
                    </a:p>
                    <a:p>
                      <a:pPr algn="l"/>
                      <a:r>
                        <a:rPr lang="en-US" sz="2000" b="1" i="0" dirty="0">
                          <a:solidFill>
                            <a:schemeClr val="tx1"/>
                          </a:solidFill>
                          <a:latin typeface="Palatino Linotype" panose="02040502050505030304" pitchFamily="18" charset="0"/>
                        </a:rPr>
                        <a:t>Begin</a:t>
                      </a:r>
                    </a:p>
                    <a:p>
                      <a:pPr algn="l"/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read(</a:t>
                      </a:r>
                      <a:r>
                        <a:rPr lang="en-US" sz="2000" b="1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A</a:t>
                      </a:r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algn="l"/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write(</a:t>
                      </a:r>
                      <a:r>
                        <a:rPr lang="en-US" sz="2000" b="1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A</a:t>
                      </a:r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algn="l"/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read(</a:t>
                      </a:r>
                      <a:r>
                        <a:rPr lang="en-US" sz="2000" b="1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B</a:t>
                      </a:r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algn="l"/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write(</a:t>
                      </a:r>
                      <a:r>
                        <a:rPr lang="en-US" sz="2000" b="1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B</a:t>
                      </a:r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algn="l"/>
                      <a:r>
                        <a:rPr lang="en-US" sz="2000" b="1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End</a:t>
                      </a: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b="1" i="0" dirty="0">
                          <a:solidFill>
                            <a:schemeClr val="tx1"/>
                          </a:solidFill>
                          <a:latin typeface="Palatino Linotype" panose="02040502050505030304" pitchFamily="18" charset="0"/>
                        </a:rPr>
                        <a:t>T2:</a:t>
                      </a:r>
                    </a:p>
                    <a:p>
                      <a:pPr algn="l"/>
                      <a:endParaRPr lang="en-US" sz="2000" b="0" i="0" dirty="0">
                        <a:solidFill>
                          <a:schemeClr val="tx1"/>
                        </a:solidFill>
                        <a:latin typeface="Palatino Linotype" panose="02040502050505030304" pitchFamily="18" charset="0"/>
                      </a:endParaRPr>
                    </a:p>
                    <a:p>
                      <a:pPr algn="l"/>
                      <a:endParaRPr lang="en-US" sz="2000" b="0" i="0" dirty="0">
                        <a:solidFill>
                          <a:schemeClr val="tx1"/>
                        </a:solidFill>
                        <a:latin typeface="Palatino Linotype" panose="02040502050505030304" pitchFamily="18" charset="0"/>
                      </a:endParaRPr>
                    </a:p>
                    <a:p>
                      <a:pPr algn="l"/>
                      <a:endParaRPr lang="en-US" sz="2000" b="0" i="0" dirty="0">
                        <a:solidFill>
                          <a:schemeClr val="tx1"/>
                        </a:solidFill>
                        <a:latin typeface="Palatino Linotype" panose="02040502050505030304" pitchFamily="18" charset="0"/>
                      </a:endParaRPr>
                    </a:p>
                    <a:p>
                      <a:pPr algn="l"/>
                      <a:endParaRPr lang="en-US" sz="2000" b="0" i="0" dirty="0">
                        <a:solidFill>
                          <a:schemeClr val="tx1"/>
                        </a:solidFill>
                        <a:latin typeface="Palatino Linotype" panose="02040502050505030304" pitchFamily="18" charset="0"/>
                      </a:endParaRPr>
                    </a:p>
                    <a:p>
                      <a:pPr algn="l"/>
                      <a:endParaRPr lang="en-US" sz="2000" b="0" i="0" dirty="0">
                        <a:solidFill>
                          <a:schemeClr val="tx1"/>
                        </a:solidFill>
                        <a:latin typeface="Palatino Linotype" panose="02040502050505030304" pitchFamily="18" charset="0"/>
                      </a:endParaRPr>
                    </a:p>
                    <a:p>
                      <a:pPr algn="l"/>
                      <a:endParaRPr lang="en-US" sz="2000" b="0" i="0" dirty="0">
                        <a:solidFill>
                          <a:schemeClr val="tx1"/>
                        </a:solidFill>
                        <a:latin typeface="Palatino Linotype" panose="02040502050505030304" pitchFamily="18" charset="0"/>
                      </a:endParaRPr>
                    </a:p>
                    <a:p>
                      <a:pPr algn="l"/>
                      <a:endParaRPr lang="en-US" sz="2000" b="0" i="0" dirty="0">
                        <a:solidFill>
                          <a:schemeClr val="tx1"/>
                        </a:solidFill>
                        <a:latin typeface="Palatino Linotype" panose="02040502050505030304" pitchFamily="18" charset="0"/>
                      </a:endParaRPr>
                    </a:p>
                    <a:p>
                      <a:pPr algn="l"/>
                      <a:endParaRPr lang="en-US" sz="2000" b="0" i="0" dirty="0">
                        <a:solidFill>
                          <a:schemeClr val="tx1"/>
                        </a:solidFill>
                        <a:latin typeface="Palatino Linotype" panose="02040502050505030304" pitchFamily="18" charset="0"/>
                      </a:endParaRPr>
                    </a:p>
                    <a:p>
                      <a:pPr algn="l"/>
                      <a:r>
                        <a:rPr lang="en-US" sz="2000" b="1" i="0" dirty="0">
                          <a:solidFill>
                            <a:schemeClr val="tx1"/>
                          </a:solidFill>
                          <a:latin typeface="Palatino Linotype" panose="02040502050505030304" pitchFamily="18" charset="0"/>
                        </a:rPr>
                        <a:t>Begin</a:t>
                      </a:r>
                    </a:p>
                    <a:p>
                      <a:pPr algn="l"/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read(</a:t>
                      </a:r>
                      <a:r>
                        <a:rPr lang="en-US" sz="2000" b="1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A</a:t>
                      </a:r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algn="l"/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write(</a:t>
                      </a:r>
                      <a:r>
                        <a:rPr lang="en-US" sz="2000" b="1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A</a:t>
                      </a:r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algn="l"/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read(</a:t>
                      </a:r>
                      <a:r>
                        <a:rPr lang="en-US" sz="2000" b="1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B</a:t>
                      </a:r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algn="l"/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write(</a:t>
                      </a:r>
                      <a:r>
                        <a:rPr lang="en-US" sz="2000" b="1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B</a:t>
                      </a:r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algn="l"/>
                      <a:r>
                        <a:rPr lang="en-US" sz="2000" b="1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End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7499455"/>
                  </a:ext>
                </a:extLst>
              </a:tr>
            </a:tbl>
          </a:graphicData>
        </a:graphic>
      </p:graphicFrame>
      <p:grpSp>
        <p:nvGrpSpPr>
          <p:cNvPr id="15" name="Group 14">
            <a:extLst>
              <a:ext uri="{FF2B5EF4-FFF2-40B4-BE49-F238E27FC236}">
                <a16:creationId xmlns:a16="http://schemas.microsoft.com/office/drawing/2014/main" id="{5D3EC67F-CF94-F100-8D33-44B0CE73D8BF}"/>
              </a:ext>
            </a:extLst>
          </p:cNvPr>
          <p:cNvGrpSpPr/>
          <p:nvPr/>
        </p:nvGrpSpPr>
        <p:grpSpPr>
          <a:xfrm>
            <a:off x="7114758" y="1430555"/>
            <a:ext cx="817645" cy="4531885"/>
            <a:chOff x="272373" y="1701579"/>
            <a:chExt cx="817645" cy="4531885"/>
          </a:xfrm>
        </p:grpSpPr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0D50D39B-58C4-FE1C-89E9-87D1F1054891}"/>
                </a:ext>
              </a:extLst>
            </p:cNvPr>
            <p:cNvCxnSpPr>
              <a:cxnSpLocks/>
            </p:cNvCxnSpPr>
            <p:nvPr/>
          </p:nvCxnSpPr>
          <p:spPr>
            <a:xfrm>
              <a:off x="1081378" y="1701579"/>
              <a:ext cx="0" cy="4531885"/>
            </a:xfrm>
            <a:prstGeom prst="straightConnector1">
              <a:avLst/>
            </a:prstGeom>
            <a:ln w="31750">
              <a:solidFill>
                <a:schemeClr val="accent2">
                  <a:lumMod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297F6B21-2704-A801-3640-9BEEC36118B8}"/>
                </a:ext>
              </a:extLst>
            </p:cNvPr>
            <p:cNvSpPr txBox="1"/>
            <p:nvPr/>
          </p:nvSpPr>
          <p:spPr>
            <a:xfrm>
              <a:off x="272373" y="3501634"/>
              <a:ext cx="817645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b="1" dirty="0">
                  <a:solidFill>
                    <a:schemeClr val="accent2">
                      <a:lumMod val="50000"/>
                    </a:schemeClr>
                  </a:solidFill>
                  <a:latin typeface="Palatino Linotype" panose="02040502050505030304" pitchFamily="18" charset="0"/>
                </a:rPr>
                <a:t>Time</a:t>
              </a:r>
            </a:p>
          </p:txBody>
        </p:sp>
      </p:grp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A137BD-6672-36E1-4C28-CE83F8A370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11963"/>
            <a:ext cx="4541196" cy="5127748"/>
          </a:xfrm>
        </p:spPr>
        <p:txBody>
          <a:bodyPr>
            <a:noAutofit/>
          </a:bodyPr>
          <a:lstStyle/>
          <a:p>
            <a:pPr algn="just"/>
            <a:r>
              <a:rPr lang="en-US" sz="2400" dirty="0">
                <a:latin typeface="Palatino Linotype" panose="02040502050505030304" pitchFamily="18" charset="0"/>
              </a:rPr>
              <a:t>A </a:t>
            </a:r>
            <a:r>
              <a:rPr lang="en-US" sz="2400" b="1" dirty="0">
                <a:latin typeface="Palatino Linotype" panose="02040502050505030304" pitchFamily="18" charset="0"/>
              </a:rPr>
              <a:t>schedule</a:t>
            </a:r>
            <a:r>
              <a:rPr lang="en-US" sz="2400" dirty="0">
                <a:latin typeface="Palatino Linotype" panose="02040502050505030304" pitchFamily="18" charset="0"/>
              </a:rPr>
              <a:t> states the </a:t>
            </a:r>
            <a:r>
              <a:rPr lang="en-US" sz="2400" b="1" dirty="0">
                <a:latin typeface="Palatino Linotype" panose="02040502050505030304" pitchFamily="18" charset="0"/>
              </a:rPr>
              <a:t>order of executing</a:t>
            </a:r>
            <a:r>
              <a:rPr lang="en-US" sz="2400" dirty="0">
                <a:latin typeface="Palatino Linotype" panose="02040502050505030304" pitchFamily="18" charset="0"/>
              </a:rPr>
              <a:t> different operations of a transaction.</a:t>
            </a:r>
          </a:p>
          <a:p>
            <a:pPr algn="just"/>
            <a:endParaRPr lang="en-US" sz="2400" dirty="0">
              <a:latin typeface="Palatino Linotype" panose="02040502050505030304" pitchFamily="18" charset="0"/>
            </a:endParaRPr>
          </a:p>
          <a:p>
            <a:pPr marL="0" indent="0" algn="just">
              <a:buNone/>
            </a:pPr>
            <a:endParaRPr lang="en-US" sz="2400" dirty="0">
              <a:latin typeface="Palatino Linotype" panose="02040502050505030304" pitchFamily="18" charset="0"/>
            </a:endParaRPr>
          </a:p>
          <a:p>
            <a:pPr algn="just"/>
            <a:r>
              <a:rPr lang="en-US" sz="2400" dirty="0">
                <a:latin typeface="Palatino Linotype" panose="02040502050505030304" pitchFamily="18" charset="0"/>
              </a:rPr>
              <a:t>The following is a </a:t>
            </a:r>
            <a:r>
              <a:rPr lang="en-US" sz="2400" b="1" dirty="0">
                <a:latin typeface="Palatino Linotype" panose="02040502050505030304" pitchFamily="18" charset="0"/>
              </a:rPr>
              <a:t>serial schedule </a:t>
            </a:r>
            <a:r>
              <a:rPr lang="en-US" sz="2400" dirty="0">
                <a:latin typeface="Palatino Linotype" panose="02040502050505030304" pitchFamily="18" charset="0"/>
              </a:rPr>
              <a:t>as it </a:t>
            </a:r>
            <a:r>
              <a:rPr lang="en-US" sz="2400" b="1" dirty="0">
                <a:latin typeface="Palatino Linotype" panose="02040502050505030304" pitchFamily="18" charset="0"/>
              </a:rPr>
              <a:t>does not interleave</a:t>
            </a:r>
            <a:r>
              <a:rPr lang="en-US" sz="2400" dirty="0">
                <a:latin typeface="Palatino Linotype" panose="02040502050505030304" pitchFamily="18" charset="0"/>
              </a:rPr>
              <a:t> the operations of different transactions.</a:t>
            </a:r>
            <a:endParaRPr lang="en-US" dirty="0">
              <a:latin typeface="Palatino Linotype" panose="0204050205050503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2377186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DDCA1D-2034-26BF-5BB5-9E36C6C0DE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07DB2B-CF97-D3F4-7E89-2C29FA6FB7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905091"/>
          </a:xfrm>
        </p:spPr>
        <p:txBody>
          <a:bodyPr>
            <a:normAutofit/>
          </a:bodyPr>
          <a:lstStyle/>
          <a:p>
            <a:pPr algn="ctr"/>
            <a:r>
              <a:rPr lang="en-US" sz="4000" b="1" dirty="0">
                <a:latin typeface="Palatino Linotype" panose="02040502050505030304" pitchFamily="18" charset="0"/>
              </a:rPr>
              <a:t>Another Interleaving (I)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5D88023-38D4-7E6E-8A98-CD2283953A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07290" y="6356350"/>
            <a:ext cx="2743200" cy="365125"/>
          </a:xfrm>
        </p:spPr>
        <p:txBody>
          <a:bodyPr/>
          <a:lstStyle/>
          <a:p>
            <a:fld id="{D0FE24AB-0A3D-3945-A314-A55A03C76B7E}" type="slidenum">
              <a:rPr lang="en-US" smtClean="0">
                <a:latin typeface="Palatino Linotype" panose="02040502050505030304" pitchFamily="18" charset="0"/>
              </a:rPr>
              <a:t>41</a:t>
            </a:fld>
            <a:endParaRPr lang="en-US" dirty="0">
              <a:latin typeface="Palatino Linotype" panose="02040502050505030304" pitchFamily="18" charset="0"/>
            </a:endParaRP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050A241B-9129-76EC-C3B3-67181615347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5950568"/>
              </p:ext>
            </p:extLst>
          </p:nvPr>
        </p:nvGraphicFramePr>
        <p:xfrm>
          <a:off x="4405024" y="1633634"/>
          <a:ext cx="3856382" cy="4358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79874">
                  <a:extLst>
                    <a:ext uri="{9D8B030D-6E8A-4147-A177-3AD203B41FA5}">
                      <a16:colId xmlns:a16="http://schemas.microsoft.com/office/drawing/2014/main" val="282134077"/>
                    </a:ext>
                  </a:extLst>
                </a:gridCol>
                <a:gridCol w="1876508">
                  <a:extLst>
                    <a:ext uri="{9D8B030D-6E8A-4147-A177-3AD203B41FA5}">
                      <a16:colId xmlns:a16="http://schemas.microsoft.com/office/drawing/2014/main" val="4206062769"/>
                    </a:ext>
                  </a:extLst>
                </a:gridCol>
              </a:tblGrid>
              <a:tr h="4235036">
                <a:tc>
                  <a:txBody>
                    <a:bodyPr/>
                    <a:lstStyle/>
                    <a:p>
                      <a:pPr algn="l"/>
                      <a:r>
                        <a:rPr lang="en-US" sz="2000" b="1" i="0" dirty="0">
                          <a:solidFill>
                            <a:schemeClr val="tx1"/>
                          </a:solidFill>
                          <a:latin typeface="Palatino Linotype" panose="02040502050505030304" pitchFamily="18" charset="0"/>
                        </a:rPr>
                        <a:t>T1:</a:t>
                      </a:r>
                    </a:p>
                    <a:p>
                      <a:pPr algn="l"/>
                      <a:endParaRPr lang="en-US" sz="2000" b="0" i="0" dirty="0">
                        <a:solidFill>
                          <a:schemeClr val="tx1"/>
                        </a:solidFill>
                        <a:latin typeface="Palatino Linotype" panose="02040502050505030304" pitchFamily="18" charset="0"/>
                      </a:endParaRPr>
                    </a:p>
                    <a:p>
                      <a:pPr algn="l"/>
                      <a:r>
                        <a:rPr lang="en-US" sz="2000" b="1" i="0" dirty="0">
                          <a:solidFill>
                            <a:schemeClr val="tx1"/>
                          </a:solidFill>
                          <a:latin typeface="Palatino Linotype" panose="02040502050505030304" pitchFamily="18" charset="0"/>
                        </a:rPr>
                        <a:t>Begin</a:t>
                      </a:r>
                    </a:p>
                    <a:p>
                      <a:pPr algn="l"/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read(</a:t>
                      </a:r>
                      <a:r>
                        <a:rPr lang="en-US" sz="2000" b="1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A</a:t>
                      </a:r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algn="l"/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write(</a:t>
                      </a:r>
                      <a:r>
                        <a:rPr lang="en-US" sz="2000" b="1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A</a:t>
                      </a:r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algn="l"/>
                      <a:endParaRPr lang="en-US" sz="2000" b="0" i="0" kern="1200" dirty="0">
                        <a:solidFill>
                          <a:schemeClr val="tx1"/>
                        </a:solidFill>
                        <a:effectLst/>
                        <a:latin typeface="Palatino Linotype" panose="02040502050505030304" pitchFamily="18" charset="0"/>
                        <a:ea typeface="+mn-ea"/>
                        <a:cs typeface="+mn-cs"/>
                      </a:endParaRPr>
                    </a:p>
                    <a:p>
                      <a:pPr algn="l"/>
                      <a:endParaRPr lang="en-US" sz="2000" b="0" i="0" kern="1200" dirty="0">
                        <a:solidFill>
                          <a:schemeClr val="tx1"/>
                        </a:solidFill>
                        <a:effectLst/>
                        <a:latin typeface="Palatino Linotype" panose="02040502050505030304" pitchFamily="18" charset="0"/>
                        <a:ea typeface="+mn-ea"/>
                        <a:cs typeface="+mn-cs"/>
                      </a:endParaRPr>
                    </a:p>
                    <a:p>
                      <a:pPr algn="l"/>
                      <a:endParaRPr lang="en-US" sz="2000" b="0" i="0" kern="1200" dirty="0">
                        <a:solidFill>
                          <a:schemeClr val="tx1"/>
                        </a:solidFill>
                        <a:effectLst/>
                        <a:latin typeface="Palatino Linotype" panose="02040502050505030304" pitchFamily="18" charset="0"/>
                        <a:ea typeface="+mn-ea"/>
                        <a:cs typeface="+mn-cs"/>
                      </a:endParaRPr>
                    </a:p>
                    <a:p>
                      <a:pPr algn="l"/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read(</a:t>
                      </a:r>
                      <a:r>
                        <a:rPr lang="en-US" sz="2000" b="1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B</a:t>
                      </a:r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algn="l"/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write(</a:t>
                      </a:r>
                      <a:r>
                        <a:rPr lang="en-US" sz="2000" b="1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B</a:t>
                      </a:r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algn="l"/>
                      <a:r>
                        <a:rPr lang="en-US" sz="2000" b="1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End</a:t>
                      </a: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b="1" i="0" dirty="0">
                          <a:solidFill>
                            <a:schemeClr val="tx1"/>
                          </a:solidFill>
                          <a:latin typeface="Palatino Linotype" panose="02040502050505030304" pitchFamily="18" charset="0"/>
                        </a:rPr>
                        <a:t>T2:</a:t>
                      </a:r>
                    </a:p>
                    <a:p>
                      <a:pPr algn="l"/>
                      <a:endParaRPr lang="en-US" sz="2000" b="0" i="0" dirty="0">
                        <a:solidFill>
                          <a:schemeClr val="tx1"/>
                        </a:solidFill>
                        <a:latin typeface="Palatino Linotype" panose="02040502050505030304" pitchFamily="18" charset="0"/>
                      </a:endParaRPr>
                    </a:p>
                    <a:p>
                      <a:pPr algn="l"/>
                      <a:endParaRPr lang="en-US" sz="2000" b="0" i="0" dirty="0">
                        <a:solidFill>
                          <a:schemeClr val="tx1"/>
                        </a:solidFill>
                        <a:latin typeface="Palatino Linotype" panose="02040502050505030304" pitchFamily="18" charset="0"/>
                      </a:endParaRPr>
                    </a:p>
                    <a:p>
                      <a:pPr algn="l"/>
                      <a:endParaRPr lang="en-US" sz="2000" b="0" i="0" dirty="0">
                        <a:solidFill>
                          <a:schemeClr val="tx1"/>
                        </a:solidFill>
                        <a:latin typeface="Palatino Linotype" panose="02040502050505030304" pitchFamily="18" charset="0"/>
                      </a:endParaRPr>
                    </a:p>
                    <a:p>
                      <a:pPr algn="l"/>
                      <a:endParaRPr lang="en-US" sz="2000" b="0" i="0" dirty="0">
                        <a:solidFill>
                          <a:schemeClr val="tx1"/>
                        </a:solidFill>
                        <a:latin typeface="Palatino Linotype" panose="02040502050505030304" pitchFamily="18" charset="0"/>
                      </a:endParaRPr>
                    </a:p>
                    <a:p>
                      <a:pPr algn="l"/>
                      <a:r>
                        <a:rPr lang="en-US" sz="2000" b="1" i="0" dirty="0">
                          <a:solidFill>
                            <a:schemeClr val="tx1"/>
                          </a:solidFill>
                          <a:latin typeface="Palatino Linotype" panose="02040502050505030304" pitchFamily="18" charset="0"/>
                        </a:rPr>
                        <a:t>Begin</a:t>
                      </a:r>
                    </a:p>
                    <a:p>
                      <a:pPr algn="l"/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read(</a:t>
                      </a:r>
                      <a:r>
                        <a:rPr lang="en-US" sz="2000" b="1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A</a:t>
                      </a:r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algn="l"/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write(</a:t>
                      </a:r>
                      <a:r>
                        <a:rPr lang="en-US" sz="2000" b="1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A</a:t>
                      </a:r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)</a:t>
                      </a:r>
                      <a:endParaRPr lang="en-US" sz="2000" b="1" i="0" dirty="0">
                        <a:solidFill>
                          <a:schemeClr val="tx1"/>
                        </a:solidFill>
                        <a:latin typeface="Palatino Linotype" panose="02040502050505030304" pitchFamily="18" charset="0"/>
                      </a:endParaRPr>
                    </a:p>
                    <a:p>
                      <a:pPr algn="l"/>
                      <a:endParaRPr lang="en-US" sz="2000" b="0" i="0" dirty="0">
                        <a:solidFill>
                          <a:schemeClr val="tx1"/>
                        </a:solidFill>
                        <a:latin typeface="Palatino Linotype" panose="02040502050505030304" pitchFamily="18" charset="0"/>
                      </a:endParaRPr>
                    </a:p>
                    <a:p>
                      <a:pPr algn="l"/>
                      <a:endParaRPr lang="en-US" sz="2000" b="0" i="0" dirty="0">
                        <a:solidFill>
                          <a:schemeClr val="tx1"/>
                        </a:solidFill>
                        <a:latin typeface="Palatino Linotype" panose="02040502050505030304" pitchFamily="18" charset="0"/>
                      </a:endParaRPr>
                    </a:p>
                    <a:p>
                      <a:pPr algn="l"/>
                      <a:endParaRPr lang="en-US" sz="2000" b="0" i="0" dirty="0">
                        <a:solidFill>
                          <a:schemeClr val="tx1"/>
                        </a:solidFill>
                        <a:latin typeface="Palatino Linotype" panose="02040502050505030304" pitchFamily="18" charset="0"/>
                      </a:endParaRPr>
                    </a:p>
                    <a:p>
                      <a:pPr algn="l"/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read(</a:t>
                      </a:r>
                      <a:r>
                        <a:rPr lang="en-US" sz="2000" b="1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B</a:t>
                      </a:r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algn="l"/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write(</a:t>
                      </a:r>
                      <a:r>
                        <a:rPr lang="en-US" sz="2000" b="1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B</a:t>
                      </a:r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algn="l"/>
                      <a:r>
                        <a:rPr lang="en-US" sz="2000" b="1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End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7499455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10DF3A99-D866-8E89-7A0E-E5A11C32763B}"/>
              </a:ext>
            </a:extLst>
          </p:cNvPr>
          <p:cNvSpPr txBox="1"/>
          <p:nvPr/>
        </p:nvSpPr>
        <p:spPr>
          <a:xfrm>
            <a:off x="9430247" y="2939669"/>
            <a:ext cx="204348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Palatino Linotype" panose="02040502050505030304" pitchFamily="18" charset="0"/>
              </a:rPr>
              <a:t>Is this a legal interleaving?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DD5BEF8C-E27F-C389-5A96-F1D519747D31}"/>
              </a:ext>
            </a:extLst>
          </p:cNvPr>
          <p:cNvGrpSpPr/>
          <p:nvPr/>
        </p:nvGrpSpPr>
        <p:grpSpPr>
          <a:xfrm>
            <a:off x="3236183" y="1633634"/>
            <a:ext cx="817645" cy="4531885"/>
            <a:chOff x="272373" y="1701579"/>
            <a:chExt cx="817645" cy="4531885"/>
          </a:xfrm>
        </p:grpSpPr>
        <p:cxnSp>
          <p:nvCxnSpPr>
            <p:cNvPr id="6" name="Straight Arrow Connector 5">
              <a:extLst>
                <a:ext uri="{FF2B5EF4-FFF2-40B4-BE49-F238E27FC236}">
                  <a16:creationId xmlns:a16="http://schemas.microsoft.com/office/drawing/2014/main" id="{5F6943A0-D1D1-80BF-EAE2-E1FCE4D4D9BC}"/>
                </a:ext>
              </a:extLst>
            </p:cNvPr>
            <p:cNvCxnSpPr>
              <a:cxnSpLocks/>
            </p:cNvCxnSpPr>
            <p:nvPr/>
          </p:nvCxnSpPr>
          <p:spPr>
            <a:xfrm>
              <a:off x="1081378" y="1701579"/>
              <a:ext cx="0" cy="4531885"/>
            </a:xfrm>
            <a:prstGeom prst="straightConnector1">
              <a:avLst/>
            </a:prstGeom>
            <a:ln w="31750">
              <a:solidFill>
                <a:schemeClr val="accent2">
                  <a:lumMod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BA449C83-3BCA-3626-62B2-A243C0BFF52E}"/>
                </a:ext>
              </a:extLst>
            </p:cNvPr>
            <p:cNvSpPr txBox="1"/>
            <p:nvPr/>
          </p:nvSpPr>
          <p:spPr>
            <a:xfrm>
              <a:off x="272373" y="3501634"/>
              <a:ext cx="817645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b="1" dirty="0">
                  <a:solidFill>
                    <a:schemeClr val="accent2">
                      <a:lumMod val="50000"/>
                    </a:schemeClr>
                  </a:solidFill>
                  <a:latin typeface="Palatino Linotype" panose="02040502050505030304" pitchFamily="18" charset="0"/>
                </a:rPr>
                <a:t>Time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198017240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50AEFD-D341-CC70-030C-71F97C48E7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E1F38B-00FC-C608-CE49-1621A5B02E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905091"/>
          </a:xfrm>
        </p:spPr>
        <p:txBody>
          <a:bodyPr>
            <a:normAutofit/>
          </a:bodyPr>
          <a:lstStyle/>
          <a:p>
            <a:pPr algn="ctr"/>
            <a:r>
              <a:rPr lang="en-US" sz="4000" b="1" dirty="0">
                <a:latin typeface="Palatino Linotype" panose="02040502050505030304" pitchFamily="18" charset="0"/>
              </a:rPr>
              <a:t>Another Interleaving (I)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E037030-8350-0428-C8A9-D5C120E949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07290" y="6356350"/>
            <a:ext cx="2743200" cy="365125"/>
          </a:xfrm>
        </p:spPr>
        <p:txBody>
          <a:bodyPr/>
          <a:lstStyle/>
          <a:p>
            <a:fld id="{D0FE24AB-0A3D-3945-A314-A55A03C76B7E}" type="slidenum">
              <a:rPr lang="en-US" smtClean="0">
                <a:latin typeface="Palatino Linotype" panose="02040502050505030304" pitchFamily="18" charset="0"/>
              </a:rPr>
              <a:t>42</a:t>
            </a:fld>
            <a:endParaRPr lang="en-US" dirty="0">
              <a:latin typeface="Palatino Linotype" panose="02040502050505030304" pitchFamily="18" charset="0"/>
            </a:endParaRP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4ECC0F33-075F-B84D-1154-13F8F641B14B}"/>
              </a:ext>
            </a:extLst>
          </p:cNvPr>
          <p:cNvGraphicFramePr>
            <a:graphicFrameLocks noGrp="1"/>
          </p:cNvGraphicFramePr>
          <p:nvPr/>
        </p:nvGraphicFramePr>
        <p:xfrm>
          <a:off x="4405024" y="1633634"/>
          <a:ext cx="3856382" cy="4358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79874">
                  <a:extLst>
                    <a:ext uri="{9D8B030D-6E8A-4147-A177-3AD203B41FA5}">
                      <a16:colId xmlns:a16="http://schemas.microsoft.com/office/drawing/2014/main" val="282134077"/>
                    </a:ext>
                  </a:extLst>
                </a:gridCol>
                <a:gridCol w="1876508">
                  <a:extLst>
                    <a:ext uri="{9D8B030D-6E8A-4147-A177-3AD203B41FA5}">
                      <a16:colId xmlns:a16="http://schemas.microsoft.com/office/drawing/2014/main" val="4206062769"/>
                    </a:ext>
                  </a:extLst>
                </a:gridCol>
              </a:tblGrid>
              <a:tr h="4235036">
                <a:tc>
                  <a:txBody>
                    <a:bodyPr/>
                    <a:lstStyle/>
                    <a:p>
                      <a:pPr algn="l"/>
                      <a:r>
                        <a:rPr lang="en-US" sz="2000" b="1" i="0" dirty="0">
                          <a:solidFill>
                            <a:schemeClr val="tx1"/>
                          </a:solidFill>
                          <a:latin typeface="Palatino Linotype" panose="02040502050505030304" pitchFamily="18" charset="0"/>
                        </a:rPr>
                        <a:t>T1:</a:t>
                      </a:r>
                    </a:p>
                    <a:p>
                      <a:pPr algn="l"/>
                      <a:endParaRPr lang="en-US" sz="2000" b="0" i="0" dirty="0">
                        <a:solidFill>
                          <a:schemeClr val="tx1"/>
                        </a:solidFill>
                        <a:latin typeface="Palatino Linotype" panose="02040502050505030304" pitchFamily="18" charset="0"/>
                      </a:endParaRPr>
                    </a:p>
                    <a:p>
                      <a:pPr algn="l"/>
                      <a:r>
                        <a:rPr lang="en-US" sz="2000" b="1" i="0" dirty="0">
                          <a:solidFill>
                            <a:schemeClr val="tx1"/>
                          </a:solidFill>
                          <a:latin typeface="Palatino Linotype" panose="02040502050505030304" pitchFamily="18" charset="0"/>
                        </a:rPr>
                        <a:t>Begin</a:t>
                      </a:r>
                    </a:p>
                    <a:p>
                      <a:pPr algn="l"/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read(</a:t>
                      </a:r>
                      <a:r>
                        <a:rPr lang="en-US" sz="2000" b="1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A</a:t>
                      </a:r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algn="l"/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write(</a:t>
                      </a:r>
                      <a:r>
                        <a:rPr lang="en-US" sz="2000" b="1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A</a:t>
                      </a:r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algn="l"/>
                      <a:endParaRPr lang="en-US" sz="2000" b="0" i="0" kern="1200" dirty="0">
                        <a:solidFill>
                          <a:schemeClr val="tx1"/>
                        </a:solidFill>
                        <a:effectLst/>
                        <a:latin typeface="Palatino Linotype" panose="02040502050505030304" pitchFamily="18" charset="0"/>
                        <a:ea typeface="+mn-ea"/>
                        <a:cs typeface="+mn-cs"/>
                      </a:endParaRPr>
                    </a:p>
                    <a:p>
                      <a:pPr algn="l"/>
                      <a:endParaRPr lang="en-US" sz="2000" b="0" i="0" kern="1200" dirty="0">
                        <a:solidFill>
                          <a:schemeClr val="tx1"/>
                        </a:solidFill>
                        <a:effectLst/>
                        <a:latin typeface="Palatino Linotype" panose="02040502050505030304" pitchFamily="18" charset="0"/>
                        <a:ea typeface="+mn-ea"/>
                        <a:cs typeface="+mn-cs"/>
                      </a:endParaRPr>
                    </a:p>
                    <a:p>
                      <a:pPr algn="l"/>
                      <a:endParaRPr lang="en-US" sz="2000" b="0" i="0" kern="1200" dirty="0">
                        <a:solidFill>
                          <a:schemeClr val="tx1"/>
                        </a:solidFill>
                        <a:effectLst/>
                        <a:latin typeface="Palatino Linotype" panose="02040502050505030304" pitchFamily="18" charset="0"/>
                        <a:ea typeface="+mn-ea"/>
                        <a:cs typeface="+mn-cs"/>
                      </a:endParaRPr>
                    </a:p>
                    <a:p>
                      <a:pPr algn="l"/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read(</a:t>
                      </a:r>
                      <a:r>
                        <a:rPr lang="en-US" sz="2000" b="1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B</a:t>
                      </a:r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algn="l"/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write(</a:t>
                      </a:r>
                      <a:r>
                        <a:rPr lang="en-US" sz="2000" b="1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B</a:t>
                      </a:r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algn="l"/>
                      <a:r>
                        <a:rPr lang="en-US" sz="2000" b="1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End</a:t>
                      </a: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b="1" i="0" dirty="0">
                          <a:solidFill>
                            <a:schemeClr val="tx1"/>
                          </a:solidFill>
                          <a:latin typeface="Palatino Linotype" panose="02040502050505030304" pitchFamily="18" charset="0"/>
                        </a:rPr>
                        <a:t>T2:</a:t>
                      </a:r>
                    </a:p>
                    <a:p>
                      <a:pPr algn="l"/>
                      <a:endParaRPr lang="en-US" sz="2000" b="0" i="0" dirty="0">
                        <a:solidFill>
                          <a:schemeClr val="tx1"/>
                        </a:solidFill>
                        <a:latin typeface="Palatino Linotype" panose="02040502050505030304" pitchFamily="18" charset="0"/>
                      </a:endParaRPr>
                    </a:p>
                    <a:p>
                      <a:pPr algn="l"/>
                      <a:endParaRPr lang="en-US" sz="2000" b="0" i="0" dirty="0">
                        <a:solidFill>
                          <a:schemeClr val="tx1"/>
                        </a:solidFill>
                        <a:latin typeface="Palatino Linotype" panose="02040502050505030304" pitchFamily="18" charset="0"/>
                      </a:endParaRPr>
                    </a:p>
                    <a:p>
                      <a:pPr algn="l"/>
                      <a:endParaRPr lang="en-US" sz="2000" b="0" i="0" dirty="0">
                        <a:solidFill>
                          <a:schemeClr val="tx1"/>
                        </a:solidFill>
                        <a:latin typeface="Palatino Linotype" panose="02040502050505030304" pitchFamily="18" charset="0"/>
                      </a:endParaRPr>
                    </a:p>
                    <a:p>
                      <a:pPr algn="l"/>
                      <a:endParaRPr lang="en-US" sz="2000" b="0" i="0" dirty="0">
                        <a:solidFill>
                          <a:schemeClr val="tx1"/>
                        </a:solidFill>
                        <a:latin typeface="Palatino Linotype" panose="02040502050505030304" pitchFamily="18" charset="0"/>
                      </a:endParaRPr>
                    </a:p>
                    <a:p>
                      <a:pPr algn="l"/>
                      <a:r>
                        <a:rPr lang="en-US" sz="2000" b="1" i="0" dirty="0">
                          <a:solidFill>
                            <a:schemeClr val="tx1"/>
                          </a:solidFill>
                          <a:latin typeface="Palatino Linotype" panose="02040502050505030304" pitchFamily="18" charset="0"/>
                        </a:rPr>
                        <a:t>Begin</a:t>
                      </a:r>
                    </a:p>
                    <a:p>
                      <a:pPr algn="l"/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read(</a:t>
                      </a:r>
                      <a:r>
                        <a:rPr lang="en-US" sz="2000" b="1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A</a:t>
                      </a:r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algn="l"/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write(</a:t>
                      </a:r>
                      <a:r>
                        <a:rPr lang="en-US" sz="2000" b="1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A</a:t>
                      </a:r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)</a:t>
                      </a:r>
                      <a:endParaRPr lang="en-US" sz="2000" b="1" i="0" dirty="0">
                        <a:solidFill>
                          <a:schemeClr val="tx1"/>
                        </a:solidFill>
                        <a:latin typeface="Palatino Linotype" panose="02040502050505030304" pitchFamily="18" charset="0"/>
                      </a:endParaRPr>
                    </a:p>
                    <a:p>
                      <a:pPr algn="l"/>
                      <a:endParaRPr lang="en-US" sz="2000" b="0" i="0" dirty="0">
                        <a:solidFill>
                          <a:schemeClr val="tx1"/>
                        </a:solidFill>
                        <a:latin typeface="Palatino Linotype" panose="02040502050505030304" pitchFamily="18" charset="0"/>
                      </a:endParaRPr>
                    </a:p>
                    <a:p>
                      <a:pPr algn="l"/>
                      <a:endParaRPr lang="en-US" sz="2000" b="0" i="0" dirty="0">
                        <a:solidFill>
                          <a:schemeClr val="tx1"/>
                        </a:solidFill>
                        <a:latin typeface="Palatino Linotype" panose="02040502050505030304" pitchFamily="18" charset="0"/>
                      </a:endParaRPr>
                    </a:p>
                    <a:p>
                      <a:pPr algn="l"/>
                      <a:endParaRPr lang="en-US" sz="2000" b="0" i="0" dirty="0">
                        <a:solidFill>
                          <a:schemeClr val="tx1"/>
                        </a:solidFill>
                        <a:latin typeface="Palatino Linotype" panose="02040502050505030304" pitchFamily="18" charset="0"/>
                      </a:endParaRPr>
                    </a:p>
                    <a:p>
                      <a:pPr algn="l"/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read(</a:t>
                      </a:r>
                      <a:r>
                        <a:rPr lang="en-US" sz="2000" b="1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B</a:t>
                      </a:r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algn="l"/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write(</a:t>
                      </a:r>
                      <a:r>
                        <a:rPr lang="en-US" sz="2000" b="1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B</a:t>
                      </a:r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algn="l"/>
                      <a:r>
                        <a:rPr lang="en-US" sz="2000" b="1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End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7499455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B30DB4C8-7176-FF62-AE93-BA755256CDBE}"/>
              </a:ext>
            </a:extLst>
          </p:cNvPr>
          <p:cNvSpPr txBox="1"/>
          <p:nvPr/>
        </p:nvSpPr>
        <p:spPr>
          <a:xfrm>
            <a:off x="9430247" y="2939669"/>
            <a:ext cx="2043484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Palatino Linotype" panose="02040502050505030304" pitchFamily="18" charset="0"/>
              </a:rPr>
              <a:t>Is this a legal interleaving?</a:t>
            </a:r>
          </a:p>
          <a:p>
            <a:endParaRPr lang="en-US" sz="2400" b="1" dirty="0">
              <a:latin typeface="Palatino Linotype" panose="02040502050505030304" pitchFamily="18" charset="0"/>
            </a:endParaRPr>
          </a:p>
          <a:p>
            <a:r>
              <a:rPr lang="en-US" sz="2400" b="1" dirty="0">
                <a:solidFill>
                  <a:srgbClr val="00B050"/>
                </a:solidFill>
                <a:latin typeface="Palatino Linotype" panose="02040502050505030304" pitchFamily="18" charset="0"/>
              </a:rPr>
              <a:t>Yes!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E19A864D-551D-5E47-D807-FB97BF643A44}"/>
              </a:ext>
            </a:extLst>
          </p:cNvPr>
          <p:cNvGrpSpPr/>
          <p:nvPr/>
        </p:nvGrpSpPr>
        <p:grpSpPr>
          <a:xfrm>
            <a:off x="3236183" y="1633634"/>
            <a:ext cx="817645" cy="4531885"/>
            <a:chOff x="272373" y="1701579"/>
            <a:chExt cx="817645" cy="4531885"/>
          </a:xfrm>
        </p:grpSpPr>
        <p:cxnSp>
          <p:nvCxnSpPr>
            <p:cNvPr id="6" name="Straight Arrow Connector 5">
              <a:extLst>
                <a:ext uri="{FF2B5EF4-FFF2-40B4-BE49-F238E27FC236}">
                  <a16:creationId xmlns:a16="http://schemas.microsoft.com/office/drawing/2014/main" id="{76BF04AB-CC2A-E45E-2E93-75C78B3D9C6E}"/>
                </a:ext>
              </a:extLst>
            </p:cNvPr>
            <p:cNvCxnSpPr>
              <a:cxnSpLocks/>
            </p:cNvCxnSpPr>
            <p:nvPr/>
          </p:nvCxnSpPr>
          <p:spPr>
            <a:xfrm>
              <a:off x="1081378" y="1701579"/>
              <a:ext cx="0" cy="4531885"/>
            </a:xfrm>
            <a:prstGeom prst="straightConnector1">
              <a:avLst/>
            </a:prstGeom>
            <a:ln w="31750">
              <a:solidFill>
                <a:schemeClr val="accent2">
                  <a:lumMod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C7B6F487-6A84-8262-E427-04DF2F2D0F90}"/>
                </a:ext>
              </a:extLst>
            </p:cNvPr>
            <p:cNvSpPr txBox="1"/>
            <p:nvPr/>
          </p:nvSpPr>
          <p:spPr>
            <a:xfrm>
              <a:off x="272373" y="3501634"/>
              <a:ext cx="817645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b="1" dirty="0">
                  <a:solidFill>
                    <a:schemeClr val="accent2">
                      <a:lumMod val="50000"/>
                    </a:schemeClr>
                  </a:solidFill>
                  <a:latin typeface="Palatino Linotype" panose="02040502050505030304" pitchFamily="18" charset="0"/>
                </a:rPr>
                <a:t>Time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829736647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BD0BF7-A8B5-502C-A57A-5395DEACC9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A667BE-86E5-7C69-B649-32D3108120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905091"/>
          </a:xfrm>
        </p:spPr>
        <p:txBody>
          <a:bodyPr>
            <a:normAutofit/>
          </a:bodyPr>
          <a:lstStyle/>
          <a:p>
            <a:pPr algn="ctr"/>
            <a:r>
              <a:rPr lang="en-US" sz="4000" b="1" dirty="0">
                <a:latin typeface="Palatino Linotype" panose="02040502050505030304" pitchFamily="18" charset="0"/>
              </a:rPr>
              <a:t>Another Interleaving (II)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FA1CD51-9512-1990-CBB2-28BE9B9B97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07290" y="6356350"/>
            <a:ext cx="2743200" cy="365125"/>
          </a:xfrm>
        </p:spPr>
        <p:txBody>
          <a:bodyPr/>
          <a:lstStyle/>
          <a:p>
            <a:fld id="{D0FE24AB-0A3D-3945-A314-A55A03C76B7E}" type="slidenum">
              <a:rPr lang="en-US" smtClean="0">
                <a:latin typeface="Palatino Linotype" panose="02040502050505030304" pitchFamily="18" charset="0"/>
              </a:rPr>
              <a:t>43</a:t>
            </a:fld>
            <a:endParaRPr lang="en-US" dirty="0">
              <a:latin typeface="Palatino Linotype" panose="02040502050505030304" pitchFamily="18" charset="0"/>
            </a:endParaRP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0A61B830-6423-30BC-C38E-F4B9B9238F7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53758160"/>
              </p:ext>
            </p:extLst>
          </p:nvPr>
        </p:nvGraphicFramePr>
        <p:xfrm>
          <a:off x="4405024" y="1633634"/>
          <a:ext cx="3856382" cy="42350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79874">
                  <a:extLst>
                    <a:ext uri="{9D8B030D-6E8A-4147-A177-3AD203B41FA5}">
                      <a16:colId xmlns:a16="http://schemas.microsoft.com/office/drawing/2014/main" val="282134077"/>
                    </a:ext>
                  </a:extLst>
                </a:gridCol>
                <a:gridCol w="1876508">
                  <a:extLst>
                    <a:ext uri="{9D8B030D-6E8A-4147-A177-3AD203B41FA5}">
                      <a16:colId xmlns:a16="http://schemas.microsoft.com/office/drawing/2014/main" val="4206062769"/>
                    </a:ext>
                  </a:extLst>
                </a:gridCol>
              </a:tblGrid>
              <a:tr h="4235036">
                <a:tc>
                  <a:txBody>
                    <a:bodyPr/>
                    <a:lstStyle/>
                    <a:p>
                      <a:pPr algn="l"/>
                      <a:r>
                        <a:rPr lang="en-US" sz="2000" b="1" i="0" dirty="0">
                          <a:solidFill>
                            <a:schemeClr val="tx1"/>
                          </a:solidFill>
                          <a:latin typeface="Palatino Linotype" panose="02040502050505030304" pitchFamily="18" charset="0"/>
                        </a:rPr>
                        <a:t>T1:</a:t>
                      </a:r>
                    </a:p>
                    <a:p>
                      <a:pPr algn="l"/>
                      <a:endParaRPr lang="en-US" sz="2000" b="0" i="0" dirty="0">
                        <a:solidFill>
                          <a:schemeClr val="tx1"/>
                        </a:solidFill>
                        <a:latin typeface="Palatino Linotype" panose="02040502050505030304" pitchFamily="18" charset="0"/>
                      </a:endParaRPr>
                    </a:p>
                    <a:p>
                      <a:pPr algn="l"/>
                      <a:r>
                        <a:rPr lang="en-US" sz="2000" b="1" i="0" dirty="0">
                          <a:solidFill>
                            <a:schemeClr val="tx1"/>
                          </a:solidFill>
                          <a:latin typeface="Palatino Linotype" panose="02040502050505030304" pitchFamily="18" charset="0"/>
                        </a:rPr>
                        <a:t>Begin</a:t>
                      </a:r>
                    </a:p>
                    <a:p>
                      <a:pPr algn="l"/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read(</a:t>
                      </a:r>
                      <a:r>
                        <a:rPr lang="en-US" sz="2000" b="1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A</a:t>
                      </a:r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algn="l"/>
                      <a:endParaRPr lang="en-US" sz="2000" b="0" i="0" kern="1200" dirty="0">
                        <a:solidFill>
                          <a:schemeClr val="tx1"/>
                        </a:solidFill>
                        <a:effectLst/>
                        <a:latin typeface="Palatino Linotype" panose="02040502050505030304" pitchFamily="18" charset="0"/>
                        <a:ea typeface="+mn-ea"/>
                        <a:cs typeface="+mn-cs"/>
                      </a:endParaRPr>
                    </a:p>
                    <a:p>
                      <a:pPr algn="l"/>
                      <a:endParaRPr lang="en-US" sz="2000" b="0" i="0" kern="1200" dirty="0">
                        <a:solidFill>
                          <a:schemeClr val="tx1"/>
                        </a:solidFill>
                        <a:effectLst/>
                        <a:latin typeface="Palatino Linotype" panose="02040502050505030304" pitchFamily="18" charset="0"/>
                        <a:ea typeface="+mn-ea"/>
                        <a:cs typeface="+mn-cs"/>
                      </a:endParaRPr>
                    </a:p>
                    <a:p>
                      <a:pPr algn="l"/>
                      <a:endParaRPr lang="en-US" sz="2000" b="0" i="0" kern="1200" dirty="0">
                        <a:solidFill>
                          <a:schemeClr val="tx1"/>
                        </a:solidFill>
                        <a:effectLst/>
                        <a:latin typeface="Palatino Linotype" panose="02040502050505030304" pitchFamily="18" charset="0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write(</a:t>
                      </a:r>
                      <a:r>
                        <a:rPr lang="en-US" sz="2000" b="1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A</a:t>
                      </a:r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algn="l"/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read(</a:t>
                      </a:r>
                      <a:r>
                        <a:rPr lang="en-US" sz="2000" b="1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B</a:t>
                      </a:r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algn="l"/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write(</a:t>
                      </a:r>
                      <a:r>
                        <a:rPr lang="en-US" sz="2000" b="1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B</a:t>
                      </a:r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algn="l"/>
                      <a:r>
                        <a:rPr lang="en-US" sz="2000" b="1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End</a:t>
                      </a: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b="1" i="0" dirty="0">
                          <a:solidFill>
                            <a:schemeClr val="tx1"/>
                          </a:solidFill>
                          <a:latin typeface="Palatino Linotype" panose="02040502050505030304" pitchFamily="18" charset="0"/>
                        </a:rPr>
                        <a:t>T2:</a:t>
                      </a:r>
                    </a:p>
                    <a:p>
                      <a:pPr algn="l"/>
                      <a:endParaRPr lang="en-US" sz="2000" b="0" i="0" dirty="0">
                        <a:solidFill>
                          <a:schemeClr val="tx1"/>
                        </a:solidFill>
                        <a:latin typeface="Palatino Linotype" panose="02040502050505030304" pitchFamily="18" charset="0"/>
                      </a:endParaRPr>
                    </a:p>
                    <a:p>
                      <a:pPr algn="l"/>
                      <a:endParaRPr lang="en-US" sz="2000" b="0" i="0" dirty="0">
                        <a:solidFill>
                          <a:schemeClr val="tx1"/>
                        </a:solidFill>
                        <a:latin typeface="Palatino Linotype" panose="02040502050505030304" pitchFamily="18" charset="0"/>
                      </a:endParaRPr>
                    </a:p>
                    <a:p>
                      <a:pPr algn="l"/>
                      <a:endParaRPr lang="en-US" sz="2000" b="0" i="0" dirty="0">
                        <a:solidFill>
                          <a:schemeClr val="tx1"/>
                        </a:solidFill>
                        <a:latin typeface="Palatino Linotype" panose="02040502050505030304" pitchFamily="18" charset="0"/>
                      </a:endParaRPr>
                    </a:p>
                    <a:p>
                      <a:pPr algn="l"/>
                      <a:r>
                        <a:rPr lang="en-US" sz="2000" b="1" i="0" dirty="0">
                          <a:solidFill>
                            <a:schemeClr val="tx1"/>
                          </a:solidFill>
                          <a:latin typeface="Palatino Linotype" panose="02040502050505030304" pitchFamily="18" charset="0"/>
                        </a:rPr>
                        <a:t>Begin</a:t>
                      </a:r>
                    </a:p>
                    <a:p>
                      <a:pPr algn="l"/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read(</a:t>
                      </a:r>
                      <a:r>
                        <a:rPr lang="en-US" sz="2000" b="1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A</a:t>
                      </a:r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algn="l"/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write(</a:t>
                      </a:r>
                      <a:r>
                        <a:rPr lang="en-US" sz="2000" b="1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A</a:t>
                      </a:r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)</a:t>
                      </a:r>
                      <a:endParaRPr lang="en-US" sz="2000" b="1" i="0" dirty="0">
                        <a:solidFill>
                          <a:schemeClr val="tx1"/>
                        </a:solidFill>
                        <a:latin typeface="Palatino Linotype" panose="02040502050505030304" pitchFamily="18" charset="0"/>
                      </a:endParaRPr>
                    </a:p>
                    <a:p>
                      <a:pPr algn="l"/>
                      <a:endParaRPr lang="en-US" sz="2000" b="0" i="0" dirty="0">
                        <a:solidFill>
                          <a:schemeClr val="tx1"/>
                        </a:solidFill>
                        <a:latin typeface="Palatino Linotype" panose="02040502050505030304" pitchFamily="18" charset="0"/>
                      </a:endParaRPr>
                    </a:p>
                    <a:p>
                      <a:pPr algn="l"/>
                      <a:endParaRPr lang="en-US" sz="2000" b="0" i="0" dirty="0">
                        <a:solidFill>
                          <a:schemeClr val="tx1"/>
                        </a:solidFill>
                        <a:latin typeface="Palatino Linotype" panose="02040502050505030304" pitchFamily="18" charset="0"/>
                      </a:endParaRPr>
                    </a:p>
                    <a:p>
                      <a:pPr algn="l"/>
                      <a:endParaRPr lang="en-US" sz="2000" b="0" i="0" dirty="0">
                        <a:solidFill>
                          <a:schemeClr val="tx1"/>
                        </a:solidFill>
                        <a:latin typeface="Palatino Linotype" panose="02040502050505030304" pitchFamily="18" charset="0"/>
                      </a:endParaRPr>
                    </a:p>
                    <a:p>
                      <a:pPr algn="l"/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read(</a:t>
                      </a:r>
                      <a:r>
                        <a:rPr lang="en-US" sz="2000" b="1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B</a:t>
                      </a:r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algn="l"/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write(</a:t>
                      </a:r>
                      <a:r>
                        <a:rPr lang="en-US" sz="2000" b="1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B</a:t>
                      </a:r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algn="l"/>
                      <a:r>
                        <a:rPr lang="en-US" sz="2000" b="1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End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7499455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91F93513-CC64-0B52-AF3F-86B18A31476A}"/>
              </a:ext>
            </a:extLst>
          </p:cNvPr>
          <p:cNvSpPr txBox="1"/>
          <p:nvPr/>
        </p:nvSpPr>
        <p:spPr>
          <a:xfrm>
            <a:off x="9430247" y="2939669"/>
            <a:ext cx="204348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Palatino Linotype" panose="02040502050505030304" pitchFamily="18" charset="0"/>
              </a:rPr>
              <a:t>Is this a legal interleaving?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09DB95F5-9BC4-FE40-E66A-8881DE0EDDC8}"/>
              </a:ext>
            </a:extLst>
          </p:cNvPr>
          <p:cNvGrpSpPr/>
          <p:nvPr/>
        </p:nvGrpSpPr>
        <p:grpSpPr>
          <a:xfrm>
            <a:off x="3236183" y="1633634"/>
            <a:ext cx="817645" cy="4531885"/>
            <a:chOff x="272373" y="1701579"/>
            <a:chExt cx="817645" cy="4531885"/>
          </a:xfrm>
        </p:grpSpPr>
        <p:cxnSp>
          <p:nvCxnSpPr>
            <p:cNvPr id="6" name="Straight Arrow Connector 5">
              <a:extLst>
                <a:ext uri="{FF2B5EF4-FFF2-40B4-BE49-F238E27FC236}">
                  <a16:creationId xmlns:a16="http://schemas.microsoft.com/office/drawing/2014/main" id="{CB30D8C2-468F-1377-0D58-77E24BB26ABE}"/>
                </a:ext>
              </a:extLst>
            </p:cNvPr>
            <p:cNvCxnSpPr>
              <a:cxnSpLocks/>
            </p:cNvCxnSpPr>
            <p:nvPr/>
          </p:nvCxnSpPr>
          <p:spPr>
            <a:xfrm>
              <a:off x="1081378" y="1701579"/>
              <a:ext cx="0" cy="4531885"/>
            </a:xfrm>
            <a:prstGeom prst="straightConnector1">
              <a:avLst/>
            </a:prstGeom>
            <a:ln w="31750">
              <a:solidFill>
                <a:schemeClr val="accent2">
                  <a:lumMod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7AC228AC-8BBA-821A-8A2C-58DC536BEA97}"/>
                </a:ext>
              </a:extLst>
            </p:cNvPr>
            <p:cNvSpPr txBox="1"/>
            <p:nvPr/>
          </p:nvSpPr>
          <p:spPr>
            <a:xfrm>
              <a:off x="272373" y="3501634"/>
              <a:ext cx="817645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b="1" dirty="0">
                  <a:solidFill>
                    <a:schemeClr val="accent2">
                      <a:lumMod val="50000"/>
                    </a:schemeClr>
                  </a:solidFill>
                  <a:latin typeface="Palatino Linotype" panose="02040502050505030304" pitchFamily="18" charset="0"/>
                </a:rPr>
                <a:t>Time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656250680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2C1987-6328-46D4-FF1B-FE9DBF2BC4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E7A304-CBFF-3363-809D-D0A65A763E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905091"/>
          </a:xfrm>
        </p:spPr>
        <p:txBody>
          <a:bodyPr>
            <a:normAutofit/>
          </a:bodyPr>
          <a:lstStyle/>
          <a:p>
            <a:pPr algn="ctr"/>
            <a:r>
              <a:rPr lang="en-US" sz="4000" b="1" dirty="0">
                <a:latin typeface="Palatino Linotype" panose="02040502050505030304" pitchFamily="18" charset="0"/>
              </a:rPr>
              <a:t>Another Interleaving (II)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6776C8F-418B-901A-19CA-8F83E52057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07290" y="6356350"/>
            <a:ext cx="2743200" cy="365125"/>
          </a:xfrm>
        </p:spPr>
        <p:txBody>
          <a:bodyPr/>
          <a:lstStyle/>
          <a:p>
            <a:fld id="{D0FE24AB-0A3D-3945-A314-A55A03C76B7E}" type="slidenum">
              <a:rPr lang="en-US" smtClean="0">
                <a:latin typeface="Palatino Linotype" panose="02040502050505030304" pitchFamily="18" charset="0"/>
              </a:rPr>
              <a:t>44</a:t>
            </a:fld>
            <a:endParaRPr lang="en-US" dirty="0">
              <a:latin typeface="Palatino Linotype" panose="02040502050505030304" pitchFamily="18" charset="0"/>
            </a:endParaRP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BDEDC269-8D3C-5734-2FFF-83BB20FF2242}"/>
              </a:ext>
            </a:extLst>
          </p:cNvPr>
          <p:cNvGraphicFramePr>
            <a:graphicFrameLocks noGrp="1"/>
          </p:cNvGraphicFramePr>
          <p:nvPr/>
        </p:nvGraphicFramePr>
        <p:xfrm>
          <a:off x="4405024" y="1633634"/>
          <a:ext cx="3856382" cy="42350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79874">
                  <a:extLst>
                    <a:ext uri="{9D8B030D-6E8A-4147-A177-3AD203B41FA5}">
                      <a16:colId xmlns:a16="http://schemas.microsoft.com/office/drawing/2014/main" val="282134077"/>
                    </a:ext>
                  </a:extLst>
                </a:gridCol>
                <a:gridCol w="1876508">
                  <a:extLst>
                    <a:ext uri="{9D8B030D-6E8A-4147-A177-3AD203B41FA5}">
                      <a16:colId xmlns:a16="http://schemas.microsoft.com/office/drawing/2014/main" val="4206062769"/>
                    </a:ext>
                  </a:extLst>
                </a:gridCol>
              </a:tblGrid>
              <a:tr h="4235036">
                <a:tc>
                  <a:txBody>
                    <a:bodyPr/>
                    <a:lstStyle/>
                    <a:p>
                      <a:pPr algn="l"/>
                      <a:r>
                        <a:rPr lang="en-US" sz="2000" b="1" i="0" dirty="0">
                          <a:solidFill>
                            <a:schemeClr val="tx1"/>
                          </a:solidFill>
                          <a:latin typeface="Palatino Linotype" panose="02040502050505030304" pitchFamily="18" charset="0"/>
                        </a:rPr>
                        <a:t>T1:</a:t>
                      </a:r>
                    </a:p>
                    <a:p>
                      <a:pPr algn="l"/>
                      <a:endParaRPr lang="en-US" sz="2000" b="0" i="0" dirty="0">
                        <a:solidFill>
                          <a:schemeClr val="tx1"/>
                        </a:solidFill>
                        <a:latin typeface="Palatino Linotype" panose="02040502050505030304" pitchFamily="18" charset="0"/>
                      </a:endParaRPr>
                    </a:p>
                    <a:p>
                      <a:pPr algn="l"/>
                      <a:r>
                        <a:rPr lang="en-US" sz="2000" b="1" i="0" dirty="0">
                          <a:solidFill>
                            <a:schemeClr val="tx1"/>
                          </a:solidFill>
                          <a:latin typeface="Palatino Linotype" panose="02040502050505030304" pitchFamily="18" charset="0"/>
                        </a:rPr>
                        <a:t>Begin</a:t>
                      </a:r>
                    </a:p>
                    <a:p>
                      <a:pPr algn="l"/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read(</a:t>
                      </a:r>
                      <a:r>
                        <a:rPr lang="en-US" sz="2000" b="1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A</a:t>
                      </a:r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algn="l"/>
                      <a:endParaRPr lang="en-US" sz="2000" b="0" i="0" kern="1200" dirty="0">
                        <a:solidFill>
                          <a:schemeClr val="tx1"/>
                        </a:solidFill>
                        <a:effectLst/>
                        <a:latin typeface="Palatino Linotype" panose="02040502050505030304" pitchFamily="18" charset="0"/>
                        <a:ea typeface="+mn-ea"/>
                        <a:cs typeface="+mn-cs"/>
                      </a:endParaRPr>
                    </a:p>
                    <a:p>
                      <a:pPr algn="l"/>
                      <a:endParaRPr lang="en-US" sz="2000" b="0" i="0" kern="1200" dirty="0">
                        <a:solidFill>
                          <a:schemeClr val="tx1"/>
                        </a:solidFill>
                        <a:effectLst/>
                        <a:latin typeface="Palatino Linotype" panose="02040502050505030304" pitchFamily="18" charset="0"/>
                        <a:ea typeface="+mn-ea"/>
                        <a:cs typeface="+mn-cs"/>
                      </a:endParaRPr>
                    </a:p>
                    <a:p>
                      <a:pPr algn="l"/>
                      <a:endParaRPr lang="en-US" sz="2000" b="0" i="0" kern="1200" dirty="0">
                        <a:solidFill>
                          <a:schemeClr val="tx1"/>
                        </a:solidFill>
                        <a:effectLst/>
                        <a:latin typeface="Palatino Linotype" panose="02040502050505030304" pitchFamily="18" charset="0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write(</a:t>
                      </a:r>
                      <a:r>
                        <a:rPr lang="en-US" sz="2000" b="1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A</a:t>
                      </a:r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algn="l"/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read(</a:t>
                      </a:r>
                      <a:r>
                        <a:rPr lang="en-US" sz="2000" b="1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B</a:t>
                      </a:r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algn="l"/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write(</a:t>
                      </a:r>
                      <a:r>
                        <a:rPr lang="en-US" sz="2000" b="1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B</a:t>
                      </a:r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algn="l"/>
                      <a:r>
                        <a:rPr lang="en-US" sz="2000" b="1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End</a:t>
                      </a: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b="1" i="0" dirty="0">
                          <a:solidFill>
                            <a:schemeClr val="tx1"/>
                          </a:solidFill>
                          <a:latin typeface="Palatino Linotype" panose="02040502050505030304" pitchFamily="18" charset="0"/>
                        </a:rPr>
                        <a:t>T2:</a:t>
                      </a:r>
                    </a:p>
                    <a:p>
                      <a:pPr algn="l"/>
                      <a:endParaRPr lang="en-US" sz="2000" b="0" i="0" dirty="0">
                        <a:solidFill>
                          <a:schemeClr val="tx1"/>
                        </a:solidFill>
                        <a:latin typeface="Palatino Linotype" panose="02040502050505030304" pitchFamily="18" charset="0"/>
                      </a:endParaRPr>
                    </a:p>
                    <a:p>
                      <a:pPr algn="l"/>
                      <a:endParaRPr lang="en-US" sz="2000" b="0" i="0" dirty="0">
                        <a:solidFill>
                          <a:schemeClr val="tx1"/>
                        </a:solidFill>
                        <a:latin typeface="Palatino Linotype" panose="02040502050505030304" pitchFamily="18" charset="0"/>
                      </a:endParaRPr>
                    </a:p>
                    <a:p>
                      <a:pPr algn="l"/>
                      <a:endParaRPr lang="en-US" sz="2000" b="0" i="0" dirty="0">
                        <a:solidFill>
                          <a:schemeClr val="tx1"/>
                        </a:solidFill>
                        <a:latin typeface="Palatino Linotype" panose="02040502050505030304" pitchFamily="18" charset="0"/>
                      </a:endParaRPr>
                    </a:p>
                    <a:p>
                      <a:pPr algn="l"/>
                      <a:r>
                        <a:rPr lang="en-US" sz="2000" b="1" i="0" dirty="0">
                          <a:solidFill>
                            <a:schemeClr val="tx1"/>
                          </a:solidFill>
                          <a:latin typeface="Palatino Linotype" panose="02040502050505030304" pitchFamily="18" charset="0"/>
                        </a:rPr>
                        <a:t>Begin</a:t>
                      </a:r>
                    </a:p>
                    <a:p>
                      <a:pPr algn="l"/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read(</a:t>
                      </a:r>
                      <a:r>
                        <a:rPr lang="en-US" sz="2000" b="1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A</a:t>
                      </a:r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algn="l"/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write(</a:t>
                      </a:r>
                      <a:r>
                        <a:rPr lang="en-US" sz="2000" b="1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A</a:t>
                      </a:r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)</a:t>
                      </a:r>
                      <a:endParaRPr lang="en-US" sz="2000" b="1" i="0" dirty="0">
                        <a:solidFill>
                          <a:schemeClr val="tx1"/>
                        </a:solidFill>
                        <a:latin typeface="Palatino Linotype" panose="02040502050505030304" pitchFamily="18" charset="0"/>
                      </a:endParaRPr>
                    </a:p>
                    <a:p>
                      <a:pPr algn="l"/>
                      <a:endParaRPr lang="en-US" sz="2000" b="0" i="0" dirty="0">
                        <a:solidFill>
                          <a:schemeClr val="tx1"/>
                        </a:solidFill>
                        <a:latin typeface="Palatino Linotype" panose="02040502050505030304" pitchFamily="18" charset="0"/>
                      </a:endParaRPr>
                    </a:p>
                    <a:p>
                      <a:pPr algn="l"/>
                      <a:endParaRPr lang="en-US" sz="2000" b="0" i="0" dirty="0">
                        <a:solidFill>
                          <a:schemeClr val="tx1"/>
                        </a:solidFill>
                        <a:latin typeface="Palatino Linotype" panose="02040502050505030304" pitchFamily="18" charset="0"/>
                      </a:endParaRPr>
                    </a:p>
                    <a:p>
                      <a:pPr algn="l"/>
                      <a:endParaRPr lang="en-US" sz="2000" b="0" i="0" dirty="0">
                        <a:solidFill>
                          <a:schemeClr val="tx1"/>
                        </a:solidFill>
                        <a:latin typeface="Palatino Linotype" panose="02040502050505030304" pitchFamily="18" charset="0"/>
                      </a:endParaRPr>
                    </a:p>
                    <a:p>
                      <a:pPr algn="l"/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read(</a:t>
                      </a:r>
                      <a:r>
                        <a:rPr lang="en-US" sz="2000" b="1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B</a:t>
                      </a:r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algn="l"/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write(</a:t>
                      </a:r>
                      <a:r>
                        <a:rPr lang="en-US" sz="2000" b="1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B</a:t>
                      </a:r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algn="l"/>
                      <a:r>
                        <a:rPr lang="en-US" sz="2000" b="1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End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7499455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B9EA76C7-D6B8-4468-0C7E-6810C1873D4F}"/>
              </a:ext>
            </a:extLst>
          </p:cNvPr>
          <p:cNvSpPr txBox="1"/>
          <p:nvPr/>
        </p:nvSpPr>
        <p:spPr>
          <a:xfrm>
            <a:off x="9565419" y="2939669"/>
            <a:ext cx="2401294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Palatino Linotype" panose="02040502050505030304" pitchFamily="18" charset="0"/>
              </a:rPr>
              <a:t>Is this a legal interleaving?</a:t>
            </a:r>
          </a:p>
          <a:p>
            <a:endParaRPr lang="en-US" sz="2400" b="1" dirty="0">
              <a:latin typeface="Palatino Linotype" panose="02040502050505030304" pitchFamily="18" charset="0"/>
            </a:endParaRPr>
          </a:p>
          <a:p>
            <a:r>
              <a:rPr lang="en-US" sz="2400" b="1" dirty="0">
                <a:solidFill>
                  <a:srgbClr val="FF0000"/>
                </a:solidFill>
                <a:latin typeface="Palatino Linotype" panose="02040502050505030304" pitchFamily="18" charset="0"/>
              </a:rPr>
              <a:t>No!</a:t>
            </a:r>
          </a:p>
          <a:p>
            <a:endParaRPr lang="en-US" sz="2400" b="1" dirty="0">
              <a:latin typeface="Palatino Linotype" panose="02040502050505030304" pitchFamily="18" charset="0"/>
            </a:endParaRPr>
          </a:p>
          <a:p>
            <a:r>
              <a:rPr lang="en-US" sz="2400" dirty="0">
                <a:latin typeface="Palatino Linotype" panose="02040502050505030304" pitchFamily="18" charset="0"/>
              </a:rPr>
              <a:t>T1’s </a:t>
            </a:r>
            <a:r>
              <a:rPr lang="en-US" sz="2400" b="1" dirty="0">
                <a:latin typeface="Palatino Linotype" panose="02040502050505030304" pitchFamily="18" charset="0"/>
              </a:rPr>
              <a:t>write(A)</a:t>
            </a:r>
            <a:r>
              <a:rPr lang="en-US" sz="2400" dirty="0">
                <a:latin typeface="Palatino Linotype" panose="02040502050505030304" pitchFamily="18" charset="0"/>
              </a:rPr>
              <a:t> does not follow its </a:t>
            </a:r>
            <a:r>
              <a:rPr lang="en-US" sz="2400" b="1" dirty="0">
                <a:latin typeface="Palatino Linotype" panose="02040502050505030304" pitchFamily="18" charset="0"/>
              </a:rPr>
              <a:t>read(A)</a:t>
            </a:r>
            <a:r>
              <a:rPr lang="en-US" sz="2400" dirty="0">
                <a:latin typeface="Palatino Linotype" panose="02040502050505030304" pitchFamily="18" charset="0"/>
              </a:rPr>
              <a:t>.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0F58F1FF-4DA0-609C-E1F5-1E40A42678E5}"/>
              </a:ext>
            </a:extLst>
          </p:cNvPr>
          <p:cNvGrpSpPr/>
          <p:nvPr/>
        </p:nvGrpSpPr>
        <p:grpSpPr>
          <a:xfrm>
            <a:off x="3236183" y="1633634"/>
            <a:ext cx="817645" cy="4531885"/>
            <a:chOff x="272373" y="1701579"/>
            <a:chExt cx="817645" cy="4531885"/>
          </a:xfrm>
        </p:grpSpPr>
        <p:cxnSp>
          <p:nvCxnSpPr>
            <p:cNvPr id="6" name="Straight Arrow Connector 5">
              <a:extLst>
                <a:ext uri="{FF2B5EF4-FFF2-40B4-BE49-F238E27FC236}">
                  <a16:creationId xmlns:a16="http://schemas.microsoft.com/office/drawing/2014/main" id="{331B24CC-AF8A-8D74-8975-3B73764A76DE}"/>
                </a:ext>
              </a:extLst>
            </p:cNvPr>
            <p:cNvCxnSpPr>
              <a:cxnSpLocks/>
            </p:cNvCxnSpPr>
            <p:nvPr/>
          </p:nvCxnSpPr>
          <p:spPr>
            <a:xfrm>
              <a:off x="1081378" y="1701579"/>
              <a:ext cx="0" cy="4531885"/>
            </a:xfrm>
            <a:prstGeom prst="straightConnector1">
              <a:avLst/>
            </a:prstGeom>
            <a:ln w="31750">
              <a:solidFill>
                <a:schemeClr val="accent2">
                  <a:lumMod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12BBF3D7-DED5-3EE9-9154-A118C4EDE30E}"/>
                </a:ext>
              </a:extLst>
            </p:cNvPr>
            <p:cNvSpPr txBox="1"/>
            <p:nvPr/>
          </p:nvSpPr>
          <p:spPr>
            <a:xfrm>
              <a:off x="272373" y="3501634"/>
              <a:ext cx="817645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b="1" dirty="0">
                  <a:solidFill>
                    <a:schemeClr val="accent2">
                      <a:lumMod val="50000"/>
                    </a:schemeClr>
                  </a:solidFill>
                  <a:latin typeface="Palatino Linotype" panose="02040502050505030304" pitchFamily="18" charset="0"/>
                </a:rPr>
                <a:t>Time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755073205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747BE2-9760-AC37-23DA-0E27681E9A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372CF0-C155-6C42-68A5-4B5909504B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905091"/>
          </a:xfrm>
        </p:spPr>
        <p:txBody>
          <a:bodyPr>
            <a:normAutofit/>
          </a:bodyPr>
          <a:lstStyle/>
          <a:p>
            <a:pPr algn="ctr"/>
            <a:r>
              <a:rPr lang="en-US" sz="4000" b="1" dirty="0">
                <a:latin typeface="Palatino Linotype" panose="02040502050505030304" pitchFamily="18" charset="0"/>
              </a:rPr>
              <a:t>Conflicting Transactions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ED84812-113B-831E-FFCE-3181E90DEF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07290" y="6356350"/>
            <a:ext cx="2743200" cy="365125"/>
          </a:xfrm>
        </p:spPr>
        <p:txBody>
          <a:bodyPr/>
          <a:lstStyle/>
          <a:p>
            <a:fld id="{D0FE24AB-0A3D-3945-A314-A55A03C76B7E}" type="slidenum">
              <a:rPr lang="en-US" smtClean="0">
                <a:latin typeface="Palatino Linotype" panose="02040502050505030304" pitchFamily="18" charset="0"/>
              </a:rPr>
              <a:t>45</a:t>
            </a:fld>
            <a:endParaRPr lang="en-US" dirty="0">
              <a:latin typeface="Palatino Linotype" panose="02040502050505030304" pitchFamily="18" charset="0"/>
            </a:endParaRP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815BAB7D-1E4C-FDA5-140E-0060B3DA7F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24215" y="2337683"/>
            <a:ext cx="8213697" cy="4294967"/>
          </a:xfrm>
        </p:spPr>
        <p:txBody>
          <a:bodyPr>
            <a:no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b="1" dirty="0">
                <a:latin typeface="Palatino Linotype" panose="02040502050505030304" pitchFamily="18" charset="0"/>
              </a:rPr>
              <a:t>Two transactions </a:t>
            </a:r>
            <a:r>
              <a:rPr lang="en-US" dirty="0">
                <a:latin typeface="Palatino Linotype" panose="02040502050505030304" pitchFamily="18" charset="0"/>
              </a:rPr>
              <a:t>T1 and T2 if they </a:t>
            </a:r>
            <a:r>
              <a:rPr lang="en-US" b="1" dirty="0">
                <a:latin typeface="Palatino Linotype" panose="02040502050505030304" pitchFamily="18" charset="0"/>
              </a:rPr>
              <a:t>concurrently access the same variable </a:t>
            </a:r>
            <a:r>
              <a:rPr lang="en-US" dirty="0">
                <a:latin typeface="Palatino Linotype" panose="02040502050505030304" pitchFamily="18" charset="0"/>
              </a:rPr>
              <a:t>and at least one of that access is a </a:t>
            </a:r>
            <a:r>
              <a:rPr lang="en-US" b="1" dirty="0">
                <a:latin typeface="Palatino Linotype" panose="02040502050505030304" pitchFamily="18" charset="0"/>
              </a:rPr>
              <a:t>write</a:t>
            </a:r>
            <a:r>
              <a:rPr lang="en-US" dirty="0">
                <a:latin typeface="Palatino Linotype" panose="02040502050505030304" pitchFamily="18" charset="0"/>
              </a:rPr>
              <a:t> operation, then they </a:t>
            </a:r>
            <a:r>
              <a:rPr lang="en-US" b="1" dirty="0">
                <a:latin typeface="Palatino Linotype" panose="02040502050505030304" pitchFamily="18" charset="0"/>
              </a:rPr>
              <a:t>conflict</a:t>
            </a:r>
            <a:r>
              <a:rPr lang="en-US" dirty="0">
                <a:latin typeface="Palatino Linotype" panose="02040502050505030304" pitchFamily="18" charset="0"/>
              </a:rPr>
              <a:t>!</a:t>
            </a:r>
          </a:p>
        </p:txBody>
      </p:sp>
    </p:spTree>
    <p:extLst>
      <p:ext uri="{BB962C8B-B14F-4D97-AF65-F5344CB8AC3E}">
        <p14:creationId xmlns:p14="http://schemas.microsoft.com/office/powerpoint/2010/main" val="1747182655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E911F9-80BC-CC53-7536-667F856887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6A63CA-AEDE-7A1D-D273-043C0682D1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905091"/>
          </a:xfrm>
        </p:spPr>
        <p:txBody>
          <a:bodyPr>
            <a:normAutofit/>
          </a:bodyPr>
          <a:lstStyle/>
          <a:p>
            <a:pPr algn="ctr"/>
            <a:r>
              <a:rPr lang="en-US" sz="4000" b="1" dirty="0">
                <a:latin typeface="Palatino Linotype" panose="02040502050505030304" pitchFamily="18" charset="0"/>
              </a:rPr>
              <a:t>Conflicting Transactions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6F769D0-4ED4-8EF5-77EF-59437AE574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07290" y="6356350"/>
            <a:ext cx="2743200" cy="365125"/>
          </a:xfrm>
        </p:spPr>
        <p:txBody>
          <a:bodyPr/>
          <a:lstStyle/>
          <a:p>
            <a:fld id="{D0FE24AB-0A3D-3945-A314-A55A03C76B7E}" type="slidenum">
              <a:rPr lang="en-US" smtClean="0">
                <a:latin typeface="Palatino Linotype" panose="02040502050505030304" pitchFamily="18" charset="0"/>
              </a:rPr>
              <a:t>46</a:t>
            </a:fld>
            <a:endParaRPr lang="en-US" dirty="0">
              <a:latin typeface="Palatino Linotype" panose="0204050205050503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FEFF32-FB69-CF1F-C9A5-5A58989AC5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5215" y="1415586"/>
            <a:ext cx="11816785" cy="5305889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US" sz="2400" dirty="0">
                <a:latin typeface="Palatino Linotype" panose="02040502050505030304" pitchFamily="18" charset="0"/>
              </a:rPr>
              <a:t>Interleaving concurrent transactions can lead to the following three anomalies:</a:t>
            </a:r>
          </a:p>
          <a:p>
            <a:pPr lvl="1">
              <a:lnSpc>
                <a:spcPct val="100000"/>
              </a:lnSpc>
            </a:pPr>
            <a:r>
              <a:rPr lang="en-US" dirty="0">
                <a:latin typeface="Palatino Linotype" panose="02040502050505030304" pitchFamily="18" charset="0"/>
              </a:rPr>
              <a:t>Read-Write Conflicts (</a:t>
            </a:r>
            <a:r>
              <a:rPr lang="en-US" b="1" dirty="0">
                <a:latin typeface="Palatino Linotype" panose="02040502050505030304" pitchFamily="18" charset="0"/>
              </a:rPr>
              <a:t>R-W</a:t>
            </a:r>
            <a:r>
              <a:rPr lang="en-US" dirty="0">
                <a:latin typeface="Palatino Linotype" panose="02040502050505030304" pitchFamily="18" charset="0"/>
              </a:rPr>
              <a:t>)</a:t>
            </a:r>
          </a:p>
          <a:p>
            <a:pPr lvl="1">
              <a:lnSpc>
                <a:spcPct val="100000"/>
              </a:lnSpc>
            </a:pPr>
            <a:r>
              <a:rPr lang="en-US" dirty="0">
                <a:latin typeface="Palatino Linotype" panose="02040502050505030304" pitchFamily="18" charset="0"/>
              </a:rPr>
              <a:t>Write-Read Conflicts (</a:t>
            </a:r>
            <a:r>
              <a:rPr lang="en-US" b="1" dirty="0">
                <a:latin typeface="Palatino Linotype" panose="02040502050505030304" pitchFamily="18" charset="0"/>
              </a:rPr>
              <a:t>W-R</a:t>
            </a:r>
            <a:r>
              <a:rPr lang="en-US" dirty="0">
                <a:latin typeface="Palatino Linotype" panose="02040502050505030304" pitchFamily="18" charset="0"/>
              </a:rPr>
              <a:t>)</a:t>
            </a:r>
          </a:p>
          <a:p>
            <a:pPr lvl="1">
              <a:lnSpc>
                <a:spcPct val="100000"/>
              </a:lnSpc>
            </a:pPr>
            <a:r>
              <a:rPr lang="en-US" dirty="0">
                <a:latin typeface="Palatino Linotype" panose="02040502050505030304" pitchFamily="18" charset="0"/>
              </a:rPr>
              <a:t>Write-Write Conflicts (</a:t>
            </a:r>
            <a:r>
              <a:rPr lang="en-US" b="1" dirty="0">
                <a:latin typeface="Palatino Linotype" panose="02040502050505030304" pitchFamily="18" charset="0"/>
              </a:rPr>
              <a:t>W-W</a:t>
            </a:r>
            <a:r>
              <a:rPr lang="en-US" dirty="0">
                <a:latin typeface="Palatino Linotype" panose="02040502050505030304" pitchFamily="18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841982808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4FA687-5199-E265-3E67-E3DEFDE790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3FCB34-97FF-8929-9F9B-0AFBAFF6CA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905091"/>
          </a:xfrm>
        </p:spPr>
        <p:txBody>
          <a:bodyPr>
            <a:normAutofit/>
          </a:bodyPr>
          <a:lstStyle/>
          <a:p>
            <a:pPr algn="ctr"/>
            <a:r>
              <a:rPr lang="en-US" sz="4000" b="1" dirty="0">
                <a:latin typeface="Palatino Linotype" panose="02040502050505030304" pitchFamily="18" charset="0"/>
              </a:rPr>
              <a:t>Read-Write Conflict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CA07AE0-AE33-90B1-F106-1838525EC9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07290" y="6356350"/>
            <a:ext cx="2743200" cy="365125"/>
          </a:xfrm>
        </p:spPr>
        <p:txBody>
          <a:bodyPr/>
          <a:lstStyle/>
          <a:p>
            <a:fld id="{D0FE24AB-0A3D-3945-A314-A55A03C76B7E}" type="slidenum">
              <a:rPr lang="en-US" smtClean="0">
                <a:latin typeface="Palatino Linotype" panose="02040502050505030304" pitchFamily="18" charset="0"/>
              </a:rPr>
              <a:t>47</a:t>
            </a:fld>
            <a:endParaRPr lang="en-US" dirty="0">
              <a:latin typeface="Palatino Linotype" panose="0204050205050503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A42AF2-76B1-8F0E-279C-DF2C279210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5215" y="1415587"/>
            <a:ext cx="11816785" cy="905092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US" sz="2400" b="1" dirty="0">
                <a:latin typeface="Palatino Linotype" panose="02040502050505030304" pitchFamily="18" charset="0"/>
              </a:rPr>
              <a:t>Unrepeatable Read?</a:t>
            </a:r>
            <a:endParaRPr lang="en-US" sz="2400" dirty="0">
              <a:latin typeface="Palatino Linotype" panose="0204050205050503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33756387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F64C32-FA82-2E01-CC65-329F042BB6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4E6D62-82FD-2D01-4BF8-6D7C41B41B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905091"/>
          </a:xfrm>
        </p:spPr>
        <p:txBody>
          <a:bodyPr>
            <a:normAutofit/>
          </a:bodyPr>
          <a:lstStyle/>
          <a:p>
            <a:pPr algn="ctr"/>
            <a:r>
              <a:rPr lang="en-US" sz="4000" b="1" dirty="0">
                <a:latin typeface="Palatino Linotype" panose="02040502050505030304" pitchFamily="18" charset="0"/>
              </a:rPr>
              <a:t>Read-Write Conflict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261C99C-E9E5-3899-1E94-3030B9E9D0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07290" y="6356350"/>
            <a:ext cx="2743200" cy="365125"/>
          </a:xfrm>
        </p:spPr>
        <p:txBody>
          <a:bodyPr/>
          <a:lstStyle/>
          <a:p>
            <a:fld id="{D0FE24AB-0A3D-3945-A314-A55A03C76B7E}" type="slidenum">
              <a:rPr lang="en-US" smtClean="0">
                <a:latin typeface="Palatino Linotype" panose="02040502050505030304" pitchFamily="18" charset="0"/>
              </a:rPr>
              <a:t>48</a:t>
            </a:fld>
            <a:endParaRPr lang="en-US" dirty="0">
              <a:latin typeface="Palatino Linotype" panose="0204050205050503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FB8118-CA98-1FF7-5C24-7EED26C9A3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5215" y="1415586"/>
            <a:ext cx="11816785" cy="1775085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US" sz="2400" b="1" dirty="0">
                <a:latin typeface="Palatino Linotype" panose="02040502050505030304" pitchFamily="18" charset="0"/>
              </a:rPr>
              <a:t>Unrepeatable Read</a:t>
            </a:r>
            <a:r>
              <a:rPr lang="en-US" sz="2400" dirty="0">
                <a:latin typeface="Palatino Linotype" panose="02040502050505030304" pitchFamily="18" charset="0"/>
              </a:rPr>
              <a:t>: A transaction gets different values when reading the same object multiple times.</a:t>
            </a:r>
          </a:p>
          <a:p>
            <a:pPr>
              <a:lnSpc>
                <a:spcPct val="100000"/>
              </a:lnSpc>
            </a:pPr>
            <a:endParaRPr lang="en-US" sz="1000" dirty="0">
              <a:latin typeface="Palatino Linotype" panose="02040502050505030304" pitchFamily="18" charset="0"/>
            </a:endParaRPr>
          </a:p>
          <a:p>
            <a:pPr>
              <a:lnSpc>
                <a:spcPct val="100000"/>
              </a:lnSpc>
            </a:pPr>
            <a:r>
              <a:rPr lang="en-US" sz="2400" dirty="0">
                <a:latin typeface="Palatino Linotype" panose="02040502050505030304" pitchFamily="18" charset="0"/>
              </a:rPr>
              <a:t>Say, initially A = 50.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5973D384-ED05-AC3C-3B21-02289A06F7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66189355"/>
              </p:ext>
            </p:extLst>
          </p:nvPr>
        </p:nvGraphicFramePr>
        <p:xfrm>
          <a:off x="4355416" y="3429000"/>
          <a:ext cx="3856382" cy="307040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79874">
                  <a:extLst>
                    <a:ext uri="{9D8B030D-6E8A-4147-A177-3AD203B41FA5}">
                      <a16:colId xmlns:a16="http://schemas.microsoft.com/office/drawing/2014/main" val="282134077"/>
                    </a:ext>
                  </a:extLst>
                </a:gridCol>
                <a:gridCol w="1876508">
                  <a:extLst>
                    <a:ext uri="{9D8B030D-6E8A-4147-A177-3AD203B41FA5}">
                      <a16:colId xmlns:a16="http://schemas.microsoft.com/office/drawing/2014/main" val="4206062769"/>
                    </a:ext>
                  </a:extLst>
                </a:gridCol>
              </a:tblGrid>
              <a:tr h="3070401">
                <a:tc>
                  <a:txBody>
                    <a:bodyPr/>
                    <a:lstStyle/>
                    <a:p>
                      <a:pPr algn="l"/>
                      <a:r>
                        <a:rPr lang="en-US" sz="2000" b="1" i="0" dirty="0">
                          <a:solidFill>
                            <a:schemeClr val="tx1"/>
                          </a:solidFill>
                          <a:latin typeface="Palatino Linotype" panose="02040502050505030304" pitchFamily="18" charset="0"/>
                        </a:rPr>
                        <a:t>T1:</a:t>
                      </a:r>
                    </a:p>
                    <a:p>
                      <a:pPr algn="l"/>
                      <a:endParaRPr lang="en-US" sz="2000" b="0" i="0" dirty="0">
                        <a:solidFill>
                          <a:schemeClr val="tx1"/>
                        </a:solidFill>
                        <a:latin typeface="Palatino Linotype" panose="02040502050505030304" pitchFamily="18" charset="0"/>
                      </a:endParaRPr>
                    </a:p>
                    <a:p>
                      <a:pPr algn="l"/>
                      <a:r>
                        <a:rPr lang="en-US" sz="2000" b="1" i="0" dirty="0">
                          <a:solidFill>
                            <a:schemeClr val="tx1"/>
                          </a:solidFill>
                          <a:latin typeface="Palatino Linotype" panose="02040502050505030304" pitchFamily="18" charset="0"/>
                        </a:rPr>
                        <a:t>Begin</a:t>
                      </a:r>
                    </a:p>
                    <a:p>
                      <a:pPr algn="l"/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read(</a:t>
                      </a:r>
                      <a:r>
                        <a:rPr lang="en-US" sz="2000" b="1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A</a:t>
                      </a:r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algn="l"/>
                      <a:endParaRPr lang="en-US" sz="2000" b="0" i="0" kern="1200" dirty="0">
                        <a:solidFill>
                          <a:schemeClr val="tx1"/>
                        </a:solidFill>
                        <a:effectLst/>
                        <a:latin typeface="Palatino Linotype" panose="02040502050505030304" pitchFamily="18" charset="0"/>
                        <a:ea typeface="+mn-ea"/>
                        <a:cs typeface="+mn-cs"/>
                      </a:endParaRPr>
                    </a:p>
                    <a:p>
                      <a:pPr algn="l"/>
                      <a:endParaRPr lang="en-US" sz="2000" b="0" i="0" kern="1200" dirty="0">
                        <a:solidFill>
                          <a:schemeClr val="tx1"/>
                        </a:solidFill>
                        <a:effectLst/>
                        <a:latin typeface="Palatino Linotype" panose="02040502050505030304" pitchFamily="18" charset="0"/>
                        <a:ea typeface="+mn-ea"/>
                        <a:cs typeface="+mn-cs"/>
                      </a:endParaRPr>
                    </a:p>
                    <a:p>
                      <a:pPr algn="l"/>
                      <a:endParaRPr lang="en-US" sz="2000" b="0" i="0" kern="1200" dirty="0">
                        <a:solidFill>
                          <a:schemeClr val="tx1"/>
                        </a:solidFill>
                        <a:effectLst/>
                        <a:latin typeface="Palatino Linotype" panose="02040502050505030304" pitchFamily="18" charset="0"/>
                        <a:ea typeface="+mn-ea"/>
                        <a:cs typeface="+mn-cs"/>
                      </a:endParaRPr>
                    </a:p>
                    <a:p>
                      <a:pPr algn="l"/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read(</a:t>
                      </a:r>
                      <a:r>
                        <a:rPr lang="en-US" sz="2000" b="1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A</a:t>
                      </a:r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algn="l"/>
                      <a:r>
                        <a:rPr lang="en-US" sz="2000" b="1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End</a:t>
                      </a: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b="1" i="0" dirty="0">
                          <a:solidFill>
                            <a:schemeClr val="tx1"/>
                          </a:solidFill>
                          <a:latin typeface="Palatino Linotype" panose="02040502050505030304" pitchFamily="18" charset="0"/>
                        </a:rPr>
                        <a:t>T2:</a:t>
                      </a:r>
                    </a:p>
                    <a:p>
                      <a:pPr algn="l"/>
                      <a:endParaRPr lang="en-US" sz="2000" b="0" i="0" dirty="0">
                        <a:solidFill>
                          <a:schemeClr val="tx1"/>
                        </a:solidFill>
                        <a:latin typeface="Palatino Linotype" panose="02040502050505030304" pitchFamily="18" charset="0"/>
                      </a:endParaRPr>
                    </a:p>
                    <a:p>
                      <a:pPr algn="l"/>
                      <a:endParaRPr lang="en-US" sz="2000" b="0" i="0" dirty="0">
                        <a:solidFill>
                          <a:schemeClr val="tx1"/>
                        </a:solidFill>
                        <a:latin typeface="Palatino Linotype" panose="02040502050505030304" pitchFamily="18" charset="0"/>
                      </a:endParaRPr>
                    </a:p>
                    <a:p>
                      <a:pPr algn="l"/>
                      <a:endParaRPr lang="en-US" sz="2000" b="0" i="0" dirty="0">
                        <a:solidFill>
                          <a:schemeClr val="tx1"/>
                        </a:solidFill>
                        <a:latin typeface="Palatino Linotype" panose="02040502050505030304" pitchFamily="18" charset="0"/>
                      </a:endParaRPr>
                    </a:p>
                    <a:p>
                      <a:pPr algn="l"/>
                      <a:r>
                        <a:rPr lang="en-US" sz="2000" b="1" i="0" dirty="0">
                          <a:solidFill>
                            <a:schemeClr val="tx1"/>
                          </a:solidFill>
                          <a:latin typeface="Palatino Linotype" panose="02040502050505030304" pitchFamily="18" charset="0"/>
                        </a:rPr>
                        <a:t>Begin</a:t>
                      </a:r>
                    </a:p>
                    <a:p>
                      <a:pPr algn="l"/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read(</a:t>
                      </a:r>
                      <a:r>
                        <a:rPr lang="en-US" sz="2000" b="1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A</a:t>
                      </a:r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algn="l"/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write(</a:t>
                      </a:r>
                      <a:r>
                        <a:rPr lang="en-US" sz="2000" b="1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A</a:t>
                      </a:r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1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End</a:t>
                      </a:r>
                    </a:p>
                    <a:p>
                      <a:pPr algn="l"/>
                      <a:endParaRPr lang="en-US" sz="2000" b="1" i="0" dirty="0">
                        <a:solidFill>
                          <a:schemeClr val="tx1"/>
                        </a:solidFill>
                        <a:latin typeface="Palatino Linotype" panose="0204050205050503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749945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70006643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022310-31F0-C077-2887-53C514D1E9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906B25-05A3-2293-F3BB-936FE53E38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905091"/>
          </a:xfrm>
        </p:spPr>
        <p:txBody>
          <a:bodyPr>
            <a:normAutofit/>
          </a:bodyPr>
          <a:lstStyle/>
          <a:p>
            <a:pPr algn="ctr"/>
            <a:r>
              <a:rPr lang="en-US" sz="4000" b="1" dirty="0">
                <a:latin typeface="Palatino Linotype" panose="02040502050505030304" pitchFamily="18" charset="0"/>
              </a:rPr>
              <a:t>Read-Write Conflict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8052142-24A1-60C8-1D0B-8BF6AE1B5E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07290" y="6356350"/>
            <a:ext cx="2743200" cy="365125"/>
          </a:xfrm>
        </p:spPr>
        <p:txBody>
          <a:bodyPr/>
          <a:lstStyle/>
          <a:p>
            <a:fld id="{D0FE24AB-0A3D-3945-A314-A55A03C76B7E}" type="slidenum">
              <a:rPr lang="en-US" smtClean="0">
                <a:latin typeface="Palatino Linotype" panose="02040502050505030304" pitchFamily="18" charset="0"/>
              </a:rPr>
              <a:t>49</a:t>
            </a:fld>
            <a:endParaRPr lang="en-US" dirty="0">
              <a:latin typeface="Palatino Linotype" panose="0204050205050503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84AB7B-002B-46A1-D122-5CD8DF867C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5215" y="1415586"/>
            <a:ext cx="11816785" cy="1775085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US" sz="2400" b="1" dirty="0">
                <a:latin typeface="Palatino Linotype" panose="02040502050505030304" pitchFamily="18" charset="0"/>
              </a:rPr>
              <a:t>Unrepeatable Read</a:t>
            </a:r>
            <a:r>
              <a:rPr lang="en-US" sz="2400" dirty="0">
                <a:latin typeface="Palatino Linotype" panose="02040502050505030304" pitchFamily="18" charset="0"/>
              </a:rPr>
              <a:t>: A transaction gets different values when reading the same object multiple times.</a:t>
            </a:r>
          </a:p>
          <a:p>
            <a:pPr>
              <a:lnSpc>
                <a:spcPct val="100000"/>
              </a:lnSpc>
            </a:pPr>
            <a:endParaRPr lang="en-US" sz="1000" dirty="0">
              <a:latin typeface="Palatino Linotype" panose="02040502050505030304" pitchFamily="18" charset="0"/>
            </a:endParaRPr>
          </a:p>
          <a:p>
            <a:pPr>
              <a:lnSpc>
                <a:spcPct val="100000"/>
              </a:lnSpc>
            </a:pPr>
            <a:r>
              <a:rPr lang="en-US" sz="2400" dirty="0">
                <a:latin typeface="Palatino Linotype" panose="02040502050505030304" pitchFamily="18" charset="0"/>
              </a:rPr>
              <a:t>Say, initially A = 50.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D60B46DF-88D0-14EB-B10E-8581C64AF641}"/>
              </a:ext>
            </a:extLst>
          </p:cNvPr>
          <p:cNvGraphicFramePr>
            <a:graphicFrameLocks noGrp="1"/>
          </p:cNvGraphicFramePr>
          <p:nvPr/>
        </p:nvGraphicFramePr>
        <p:xfrm>
          <a:off x="4355416" y="3429000"/>
          <a:ext cx="3856382" cy="307040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79874">
                  <a:extLst>
                    <a:ext uri="{9D8B030D-6E8A-4147-A177-3AD203B41FA5}">
                      <a16:colId xmlns:a16="http://schemas.microsoft.com/office/drawing/2014/main" val="282134077"/>
                    </a:ext>
                  </a:extLst>
                </a:gridCol>
                <a:gridCol w="1876508">
                  <a:extLst>
                    <a:ext uri="{9D8B030D-6E8A-4147-A177-3AD203B41FA5}">
                      <a16:colId xmlns:a16="http://schemas.microsoft.com/office/drawing/2014/main" val="4206062769"/>
                    </a:ext>
                  </a:extLst>
                </a:gridCol>
              </a:tblGrid>
              <a:tr h="3070401">
                <a:tc>
                  <a:txBody>
                    <a:bodyPr/>
                    <a:lstStyle/>
                    <a:p>
                      <a:pPr algn="l"/>
                      <a:r>
                        <a:rPr lang="en-US" sz="2000" b="1" i="0" dirty="0">
                          <a:solidFill>
                            <a:schemeClr val="tx1"/>
                          </a:solidFill>
                          <a:latin typeface="Palatino Linotype" panose="02040502050505030304" pitchFamily="18" charset="0"/>
                        </a:rPr>
                        <a:t>T1:</a:t>
                      </a:r>
                    </a:p>
                    <a:p>
                      <a:pPr algn="l"/>
                      <a:endParaRPr lang="en-US" sz="2000" b="0" i="0" dirty="0">
                        <a:solidFill>
                          <a:schemeClr val="tx1"/>
                        </a:solidFill>
                        <a:latin typeface="Palatino Linotype" panose="02040502050505030304" pitchFamily="18" charset="0"/>
                      </a:endParaRPr>
                    </a:p>
                    <a:p>
                      <a:pPr algn="l"/>
                      <a:r>
                        <a:rPr lang="en-US" sz="2000" b="1" i="0" dirty="0">
                          <a:solidFill>
                            <a:schemeClr val="tx1"/>
                          </a:solidFill>
                          <a:latin typeface="Palatino Linotype" panose="02040502050505030304" pitchFamily="18" charset="0"/>
                        </a:rPr>
                        <a:t>Begin</a:t>
                      </a:r>
                    </a:p>
                    <a:p>
                      <a:pPr algn="l"/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read(</a:t>
                      </a:r>
                      <a:r>
                        <a:rPr lang="en-US" sz="2000" b="1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A</a:t>
                      </a:r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algn="l"/>
                      <a:endParaRPr lang="en-US" sz="2000" b="0" i="0" kern="1200" dirty="0">
                        <a:solidFill>
                          <a:schemeClr val="tx1"/>
                        </a:solidFill>
                        <a:effectLst/>
                        <a:latin typeface="Palatino Linotype" panose="02040502050505030304" pitchFamily="18" charset="0"/>
                        <a:ea typeface="+mn-ea"/>
                        <a:cs typeface="+mn-cs"/>
                      </a:endParaRPr>
                    </a:p>
                    <a:p>
                      <a:pPr algn="l"/>
                      <a:endParaRPr lang="en-US" sz="2000" b="0" i="0" kern="1200" dirty="0">
                        <a:solidFill>
                          <a:schemeClr val="tx1"/>
                        </a:solidFill>
                        <a:effectLst/>
                        <a:latin typeface="Palatino Linotype" panose="02040502050505030304" pitchFamily="18" charset="0"/>
                        <a:ea typeface="+mn-ea"/>
                        <a:cs typeface="+mn-cs"/>
                      </a:endParaRPr>
                    </a:p>
                    <a:p>
                      <a:pPr algn="l"/>
                      <a:endParaRPr lang="en-US" sz="2000" b="0" i="0" kern="1200" dirty="0">
                        <a:solidFill>
                          <a:schemeClr val="tx1"/>
                        </a:solidFill>
                        <a:effectLst/>
                        <a:latin typeface="Palatino Linotype" panose="02040502050505030304" pitchFamily="18" charset="0"/>
                        <a:ea typeface="+mn-ea"/>
                        <a:cs typeface="+mn-cs"/>
                      </a:endParaRPr>
                    </a:p>
                    <a:p>
                      <a:pPr algn="l"/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read(</a:t>
                      </a:r>
                      <a:r>
                        <a:rPr lang="en-US" sz="2000" b="1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A</a:t>
                      </a:r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algn="l"/>
                      <a:r>
                        <a:rPr lang="en-US" sz="2000" b="1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End</a:t>
                      </a: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b="1" i="0" dirty="0">
                          <a:solidFill>
                            <a:schemeClr val="tx1"/>
                          </a:solidFill>
                          <a:latin typeface="Palatino Linotype" panose="02040502050505030304" pitchFamily="18" charset="0"/>
                        </a:rPr>
                        <a:t>T2:</a:t>
                      </a:r>
                    </a:p>
                    <a:p>
                      <a:pPr algn="l"/>
                      <a:endParaRPr lang="en-US" sz="2000" b="0" i="0" dirty="0">
                        <a:solidFill>
                          <a:schemeClr val="tx1"/>
                        </a:solidFill>
                        <a:latin typeface="Palatino Linotype" panose="02040502050505030304" pitchFamily="18" charset="0"/>
                      </a:endParaRPr>
                    </a:p>
                    <a:p>
                      <a:pPr algn="l"/>
                      <a:endParaRPr lang="en-US" sz="2000" b="0" i="0" dirty="0">
                        <a:solidFill>
                          <a:schemeClr val="tx1"/>
                        </a:solidFill>
                        <a:latin typeface="Palatino Linotype" panose="02040502050505030304" pitchFamily="18" charset="0"/>
                      </a:endParaRPr>
                    </a:p>
                    <a:p>
                      <a:pPr algn="l"/>
                      <a:endParaRPr lang="en-US" sz="2000" b="0" i="0" dirty="0">
                        <a:solidFill>
                          <a:schemeClr val="tx1"/>
                        </a:solidFill>
                        <a:latin typeface="Palatino Linotype" panose="02040502050505030304" pitchFamily="18" charset="0"/>
                      </a:endParaRPr>
                    </a:p>
                    <a:p>
                      <a:pPr algn="l"/>
                      <a:r>
                        <a:rPr lang="en-US" sz="2000" b="1" i="0" dirty="0">
                          <a:solidFill>
                            <a:schemeClr val="tx1"/>
                          </a:solidFill>
                          <a:latin typeface="Palatino Linotype" panose="02040502050505030304" pitchFamily="18" charset="0"/>
                        </a:rPr>
                        <a:t>Begin</a:t>
                      </a:r>
                    </a:p>
                    <a:p>
                      <a:pPr algn="l"/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read(</a:t>
                      </a:r>
                      <a:r>
                        <a:rPr lang="en-US" sz="2000" b="1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A</a:t>
                      </a:r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algn="l"/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write(</a:t>
                      </a:r>
                      <a:r>
                        <a:rPr lang="en-US" sz="2000" b="1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A</a:t>
                      </a:r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1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End</a:t>
                      </a:r>
                    </a:p>
                    <a:p>
                      <a:pPr algn="l"/>
                      <a:endParaRPr lang="en-US" sz="2000" b="1" i="0" dirty="0">
                        <a:solidFill>
                          <a:schemeClr val="tx1"/>
                        </a:solidFill>
                        <a:latin typeface="Palatino Linotype" panose="0204050205050503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7499455"/>
                  </a:ext>
                </a:extLst>
              </a:tr>
            </a:tbl>
          </a:graphicData>
        </a:graphic>
      </p:graphicFrame>
      <p:sp>
        <p:nvSpPr>
          <p:cNvPr id="6" name="Oval 5">
            <a:extLst>
              <a:ext uri="{FF2B5EF4-FFF2-40B4-BE49-F238E27FC236}">
                <a16:creationId xmlns:a16="http://schemas.microsoft.com/office/drawing/2014/main" id="{C0383ED6-EE65-BBB4-1103-C3C9637C8F2D}"/>
              </a:ext>
            </a:extLst>
          </p:cNvPr>
          <p:cNvSpPr/>
          <p:nvPr/>
        </p:nvSpPr>
        <p:spPr>
          <a:xfrm>
            <a:off x="4228956" y="4374675"/>
            <a:ext cx="1257444" cy="379379"/>
          </a:xfrm>
          <a:prstGeom prst="ellipse">
            <a:avLst/>
          </a:prstGeom>
          <a:noFill/>
          <a:ln w="317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825ED04-5D8F-1D1E-27CE-D4E0EA13AF06}"/>
              </a:ext>
            </a:extLst>
          </p:cNvPr>
          <p:cNvSpPr txBox="1"/>
          <p:nvPr/>
        </p:nvSpPr>
        <p:spPr>
          <a:xfrm>
            <a:off x="1503558" y="4292389"/>
            <a:ext cx="240129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Palatino Linotype" panose="02040502050505030304" pitchFamily="18" charset="0"/>
              </a:rPr>
              <a:t>Output </a:t>
            </a:r>
            <a:r>
              <a:rPr lang="en-US" sz="2400" b="1" dirty="0">
                <a:latin typeface="Palatino Linotype" panose="02040502050505030304" pitchFamily="18" charset="0"/>
                <a:sym typeface="Wingdings" pitchFamily="2" charset="2"/>
              </a:rPr>
              <a:t> 50</a:t>
            </a:r>
            <a:endParaRPr lang="en-US" sz="2400" dirty="0">
              <a:latin typeface="Palatino Linotype" panose="0204050205050503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91233309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28FEB4-91FD-A7F4-FF3B-D2C7BD2820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8AC3E2-D875-36A8-0D2E-90CD9C15D6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905091"/>
          </a:xfrm>
        </p:spPr>
        <p:txBody>
          <a:bodyPr>
            <a:normAutofit/>
          </a:bodyPr>
          <a:lstStyle/>
          <a:p>
            <a:pPr algn="ctr"/>
            <a:r>
              <a:rPr lang="en-US" sz="4000" b="1" dirty="0">
                <a:latin typeface="Palatino Linotype" panose="02040502050505030304" pitchFamily="18" charset="0"/>
              </a:rPr>
              <a:t>Read-Write Conflict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C7042B2-D057-3085-D9A5-BF5B3615CC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07290" y="6356350"/>
            <a:ext cx="2743200" cy="365125"/>
          </a:xfrm>
        </p:spPr>
        <p:txBody>
          <a:bodyPr/>
          <a:lstStyle/>
          <a:p>
            <a:fld id="{D0FE24AB-0A3D-3945-A314-A55A03C76B7E}" type="slidenum">
              <a:rPr lang="en-US" smtClean="0">
                <a:latin typeface="Palatino Linotype" panose="02040502050505030304" pitchFamily="18" charset="0"/>
              </a:rPr>
              <a:t>50</a:t>
            </a:fld>
            <a:endParaRPr lang="en-US" dirty="0">
              <a:latin typeface="Palatino Linotype" panose="0204050205050503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4B303A-C67C-BB34-8CE9-0571DAAFD0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5215" y="1415586"/>
            <a:ext cx="11816785" cy="1775085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US" sz="2400" b="1" dirty="0">
                <a:latin typeface="Palatino Linotype" panose="02040502050505030304" pitchFamily="18" charset="0"/>
              </a:rPr>
              <a:t>Unrepeatable Read</a:t>
            </a:r>
            <a:r>
              <a:rPr lang="en-US" sz="2400" dirty="0">
                <a:latin typeface="Palatino Linotype" panose="02040502050505030304" pitchFamily="18" charset="0"/>
              </a:rPr>
              <a:t>: A transaction gets different values when reading the same object multiple times.</a:t>
            </a:r>
          </a:p>
          <a:p>
            <a:pPr>
              <a:lnSpc>
                <a:spcPct val="100000"/>
              </a:lnSpc>
            </a:pPr>
            <a:endParaRPr lang="en-US" sz="1000" dirty="0">
              <a:latin typeface="Palatino Linotype" panose="02040502050505030304" pitchFamily="18" charset="0"/>
            </a:endParaRPr>
          </a:p>
          <a:p>
            <a:pPr>
              <a:lnSpc>
                <a:spcPct val="100000"/>
              </a:lnSpc>
            </a:pPr>
            <a:r>
              <a:rPr lang="en-US" sz="2400" dirty="0">
                <a:latin typeface="Palatino Linotype" panose="02040502050505030304" pitchFamily="18" charset="0"/>
              </a:rPr>
              <a:t>Say, initially A = 50.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4317452C-7904-1360-F1C3-91D6A1C8D4A7}"/>
              </a:ext>
            </a:extLst>
          </p:cNvPr>
          <p:cNvGraphicFramePr>
            <a:graphicFrameLocks noGrp="1"/>
          </p:cNvGraphicFramePr>
          <p:nvPr/>
        </p:nvGraphicFramePr>
        <p:xfrm>
          <a:off x="4355416" y="3429000"/>
          <a:ext cx="3856382" cy="307040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79874">
                  <a:extLst>
                    <a:ext uri="{9D8B030D-6E8A-4147-A177-3AD203B41FA5}">
                      <a16:colId xmlns:a16="http://schemas.microsoft.com/office/drawing/2014/main" val="282134077"/>
                    </a:ext>
                  </a:extLst>
                </a:gridCol>
                <a:gridCol w="1876508">
                  <a:extLst>
                    <a:ext uri="{9D8B030D-6E8A-4147-A177-3AD203B41FA5}">
                      <a16:colId xmlns:a16="http://schemas.microsoft.com/office/drawing/2014/main" val="4206062769"/>
                    </a:ext>
                  </a:extLst>
                </a:gridCol>
              </a:tblGrid>
              <a:tr h="3070401">
                <a:tc>
                  <a:txBody>
                    <a:bodyPr/>
                    <a:lstStyle/>
                    <a:p>
                      <a:pPr algn="l"/>
                      <a:r>
                        <a:rPr lang="en-US" sz="2000" b="1" i="0" dirty="0">
                          <a:solidFill>
                            <a:schemeClr val="tx1"/>
                          </a:solidFill>
                          <a:latin typeface="Palatino Linotype" panose="02040502050505030304" pitchFamily="18" charset="0"/>
                        </a:rPr>
                        <a:t>T1:</a:t>
                      </a:r>
                    </a:p>
                    <a:p>
                      <a:pPr algn="l"/>
                      <a:endParaRPr lang="en-US" sz="2000" b="0" i="0" dirty="0">
                        <a:solidFill>
                          <a:schemeClr val="tx1"/>
                        </a:solidFill>
                        <a:latin typeface="Palatino Linotype" panose="02040502050505030304" pitchFamily="18" charset="0"/>
                      </a:endParaRPr>
                    </a:p>
                    <a:p>
                      <a:pPr algn="l"/>
                      <a:r>
                        <a:rPr lang="en-US" sz="2000" b="1" i="0" dirty="0">
                          <a:solidFill>
                            <a:schemeClr val="tx1"/>
                          </a:solidFill>
                          <a:latin typeface="Palatino Linotype" panose="02040502050505030304" pitchFamily="18" charset="0"/>
                        </a:rPr>
                        <a:t>Begin</a:t>
                      </a:r>
                    </a:p>
                    <a:p>
                      <a:pPr algn="l"/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read(</a:t>
                      </a:r>
                      <a:r>
                        <a:rPr lang="en-US" sz="2000" b="1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A</a:t>
                      </a:r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algn="l"/>
                      <a:endParaRPr lang="en-US" sz="2000" b="0" i="0" kern="1200" dirty="0">
                        <a:solidFill>
                          <a:schemeClr val="tx1"/>
                        </a:solidFill>
                        <a:effectLst/>
                        <a:latin typeface="Palatino Linotype" panose="02040502050505030304" pitchFamily="18" charset="0"/>
                        <a:ea typeface="+mn-ea"/>
                        <a:cs typeface="+mn-cs"/>
                      </a:endParaRPr>
                    </a:p>
                    <a:p>
                      <a:pPr algn="l"/>
                      <a:endParaRPr lang="en-US" sz="2000" b="0" i="0" kern="1200" dirty="0">
                        <a:solidFill>
                          <a:schemeClr val="tx1"/>
                        </a:solidFill>
                        <a:effectLst/>
                        <a:latin typeface="Palatino Linotype" panose="02040502050505030304" pitchFamily="18" charset="0"/>
                        <a:ea typeface="+mn-ea"/>
                        <a:cs typeface="+mn-cs"/>
                      </a:endParaRPr>
                    </a:p>
                    <a:p>
                      <a:pPr algn="l"/>
                      <a:endParaRPr lang="en-US" sz="2000" b="0" i="0" kern="1200" dirty="0">
                        <a:solidFill>
                          <a:schemeClr val="tx1"/>
                        </a:solidFill>
                        <a:effectLst/>
                        <a:latin typeface="Palatino Linotype" panose="02040502050505030304" pitchFamily="18" charset="0"/>
                        <a:ea typeface="+mn-ea"/>
                        <a:cs typeface="+mn-cs"/>
                      </a:endParaRPr>
                    </a:p>
                    <a:p>
                      <a:pPr algn="l"/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read(</a:t>
                      </a:r>
                      <a:r>
                        <a:rPr lang="en-US" sz="2000" b="1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A</a:t>
                      </a:r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algn="l"/>
                      <a:r>
                        <a:rPr lang="en-US" sz="2000" b="1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End</a:t>
                      </a: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b="1" i="0" dirty="0">
                          <a:solidFill>
                            <a:schemeClr val="tx1"/>
                          </a:solidFill>
                          <a:latin typeface="Palatino Linotype" panose="02040502050505030304" pitchFamily="18" charset="0"/>
                        </a:rPr>
                        <a:t>T2:</a:t>
                      </a:r>
                    </a:p>
                    <a:p>
                      <a:pPr algn="l"/>
                      <a:endParaRPr lang="en-US" sz="2000" b="0" i="0" dirty="0">
                        <a:solidFill>
                          <a:schemeClr val="tx1"/>
                        </a:solidFill>
                        <a:latin typeface="Palatino Linotype" panose="02040502050505030304" pitchFamily="18" charset="0"/>
                      </a:endParaRPr>
                    </a:p>
                    <a:p>
                      <a:pPr algn="l"/>
                      <a:endParaRPr lang="en-US" sz="2000" b="0" i="0" dirty="0">
                        <a:solidFill>
                          <a:schemeClr val="tx1"/>
                        </a:solidFill>
                        <a:latin typeface="Palatino Linotype" panose="02040502050505030304" pitchFamily="18" charset="0"/>
                      </a:endParaRPr>
                    </a:p>
                    <a:p>
                      <a:pPr algn="l"/>
                      <a:endParaRPr lang="en-US" sz="2000" b="0" i="0" dirty="0">
                        <a:solidFill>
                          <a:schemeClr val="tx1"/>
                        </a:solidFill>
                        <a:latin typeface="Palatino Linotype" panose="02040502050505030304" pitchFamily="18" charset="0"/>
                      </a:endParaRPr>
                    </a:p>
                    <a:p>
                      <a:pPr algn="l"/>
                      <a:r>
                        <a:rPr lang="en-US" sz="2000" b="1" i="0" dirty="0">
                          <a:solidFill>
                            <a:schemeClr val="tx1"/>
                          </a:solidFill>
                          <a:latin typeface="Palatino Linotype" panose="02040502050505030304" pitchFamily="18" charset="0"/>
                        </a:rPr>
                        <a:t>Begin</a:t>
                      </a:r>
                    </a:p>
                    <a:p>
                      <a:pPr algn="l"/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read(</a:t>
                      </a:r>
                      <a:r>
                        <a:rPr lang="en-US" sz="2000" b="1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A</a:t>
                      </a:r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algn="l"/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write(</a:t>
                      </a:r>
                      <a:r>
                        <a:rPr lang="en-US" sz="2000" b="1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A</a:t>
                      </a:r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1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End</a:t>
                      </a:r>
                    </a:p>
                    <a:p>
                      <a:pPr algn="l"/>
                      <a:endParaRPr lang="en-US" sz="2000" b="1" i="0" dirty="0">
                        <a:solidFill>
                          <a:schemeClr val="tx1"/>
                        </a:solidFill>
                        <a:latin typeface="Palatino Linotype" panose="0204050205050503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7499455"/>
                  </a:ext>
                </a:extLst>
              </a:tr>
            </a:tbl>
          </a:graphicData>
        </a:graphic>
      </p:graphicFrame>
      <p:sp>
        <p:nvSpPr>
          <p:cNvPr id="6" name="Oval 5">
            <a:extLst>
              <a:ext uri="{FF2B5EF4-FFF2-40B4-BE49-F238E27FC236}">
                <a16:creationId xmlns:a16="http://schemas.microsoft.com/office/drawing/2014/main" id="{29007053-DBAF-08C7-5D34-30C853DED22A}"/>
              </a:ext>
            </a:extLst>
          </p:cNvPr>
          <p:cNvSpPr/>
          <p:nvPr/>
        </p:nvSpPr>
        <p:spPr>
          <a:xfrm>
            <a:off x="6264151" y="4964200"/>
            <a:ext cx="1257444" cy="379379"/>
          </a:xfrm>
          <a:prstGeom prst="ellipse">
            <a:avLst/>
          </a:prstGeom>
          <a:noFill/>
          <a:ln w="317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5C63C8A-8E8D-C103-C5F2-DFE60AAE2E74}"/>
              </a:ext>
            </a:extLst>
          </p:cNvPr>
          <p:cNvSpPr txBox="1"/>
          <p:nvPr/>
        </p:nvSpPr>
        <p:spPr>
          <a:xfrm>
            <a:off x="1503558" y="4292389"/>
            <a:ext cx="240129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Palatino Linotype" panose="02040502050505030304" pitchFamily="18" charset="0"/>
              </a:rPr>
              <a:t>Output </a:t>
            </a:r>
            <a:r>
              <a:rPr lang="en-US" sz="2400" b="1" dirty="0">
                <a:latin typeface="Palatino Linotype" panose="02040502050505030304" pitchFamily="18" charset="0"/>
                <a:sym typeface="Wingdings" pitchFamily="2" charset="2"/>
              </a:rPr>
              <a:t> 50</a:t>
            </a:r>
            <a:endParaRPr lang="en-US" sz="2400" dirty="0">
              <a:latin typeface="Palatino Linotype" panose="0204050205050503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51091365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A13E7F-52B9-1055-8311-541B3D6720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B6C1B0-2400-0C5E-69D3-004AFCE452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905091"/>
          </a:xfrm>
        </p:spPr>
        <p:txBody>
          <a:bodyPr>
            <a:normAutofit/>
          </a:bodyPr>
          <a:lstStyle/>
          <a:p>
            <a:pPr algn="ctr"/>
            <a:r>
              <a:rPr lang="en-US" sz="4000" b="1" dirty="0">
                <a:latin typeface="Palatino Linotype" panose="02040502050505030304" pitchFamily="18" charset="0"/>
              </a:rPr>
              <a:t>Read-Write Conflict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E92ABB1-A355-2C3A-ABDF-A81A493915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07290" y="6356350"/>
            <a:ext cx="2743200" cy="365125"/>
          </a:xfrm>
        </p:spPr>
        <p:txBody>
          <a:bodyPr/>
          <a:lstStyle/>
          <a:p>
            <a:fld id="{D0FE24AB-0A3D-3945-A314-A55A03C76B7E}" type="slidenum">
              <a:rPr lang="en-US" smtClean="0">
                <a:latin typeface="Palatino Linotype" panose="02040502050505030304" pitchFamily="18" charset="0"/>
              </a:rPr>
              <a:t>51</a:t>
            </a:fld>
            <a:endParaRPr lang="en-US" dirty="0">
              <a:latin typeface="Palatino Linotype" panose="0204050205050503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42D998-25C5-5A9B-EDDF-0DBC426891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5215" y="1415586"/>
            <a:ext cx="11816785" cy="1775085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US" sz="2400" b="1" dirty="0">
                <a:latin typeface="Palatino Linotype" panose="02040502050505030304" pitchFamily="18" charset="0"/>
              </a:rPr>
              <a:t>Unrepeatable Read</a:t>
            </a:r>
            <a:r>
              <a:rPr lang="en-US" sz="2400" dirty="0">
                <a:latin typeface="Palatino Linotype" panose="02040502050505030304" pitchFamily="18" charset="0"/>
              </a:rPr>
              <a:t>: A transaction gets different values when reading the same object multiple times.</a:t>
            </a:r>
          </a:p>
          <a:p>
            <a:pPr>
              <a:lnSpc>
                <a:spcPct val="100000"/>
              </a:lnSpc>
            </a:pPr>
            <a:endParaRPr lang="en-US" sz="1000" dirty="0">
              <a:latin typeface="Palatino Linotype" panose="02040502050505030304" pitchFamily="18" charset="0"/>
            </a:endParaRPr>
          </a:p>
          <a:p>
            <a:pPr>
              <a:lnSpc>
                <a:spcPct val="100000"/>
              </a:lnSpc>
            </a:pPr>
            <a:r>
              <a:rPr lang="en-US" sz="2400" dirty="0">
                <a:latin typeface="Palatino Linotype" panose="02040502050505030304" pitchFamily="18" charset="0"/>
              </a:rPr>
              <a:t>Say, initially A = 50.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4DA18B90-5EA5-CB13-F6FB-96C37F63355D}"/>
              </a:ext>
            </a:extLst>
          </p:cNvPr>
          <p:cNvGraphicFramePr>
            <a:graphicFrameLocks noGrp="1"/>
          </p:cNvGraphicFramePr>
          <p:nvPr/>
        </p:nvGraphicFramePr>
        <p:xfrm>
          <a:off x="4355416" y="3429000"/>
          <a:ext cx="3856382" cy="307040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79874">
                  <a:extLst>
                    <a:ext uri="{9D8B030D-6E8A-4147-A177-3AD203B41FA5}">
                      <a16:colId xmlns:a16="http://schemas.microsoft.com/office/drawing/2014/main" val="282134077"/>
                    </a:ext>
                  </a:extLst>
                </a:gridCol>
                <a:gridCol w="1876508">
                  <a:extLst>
                    <a:ext uri="{9D8B030D-6E8A-4147-A177-3AD203B41FA5}">
                      <a16:colId xmlns:a16="http://schemas.microsoft.com/office/drawing/2014/main" val="4206062769"/>
                    </a:ext>
                  </a:extLst>
                </a:gridCol>
              </a:tblGrid>
              <a:tr h="3070401">
                <a:tc>
                  <a:txBody>
                    <a:bodyPr/>
                    <a:lstStyle/>
                    <a:p>
                      <a:pPr algn="l"/>
                      <a:r>
                        <a:rPr lang="en-US" sz="2000" b="1" i="0" dirty="0">
                          <a:solidFill>
                            <a:schemeClr val="tx1"/>
                          </a:solidFill>
                          <a:latin typeface="Palatino Linotype" panose="02040502050505030304" pitchFamily="18" charset="0"/>
                        </a:rPr>
                        <a:t>T1:</a:t>
                      </a:r>
                    </a:p>
                    <a:p>
                      <a:pPr algn="l"/>
                      <a:endParaRPr lang="en-US" sz="2000" b="0" i="0" dirty="0">
                        <a:solidFill>
                          <a:schemeClr val="tx1"/>
                        </a:solidFill>
                        <a:latin typeface="Palatino Linotype" panose="02040502050505030304" pitchFamily="18" charset="0"/>
                      </a:endParaRPr>
                    </a:p>
                    <a:p>
                      <a:pPr algn="l"/>
                      <a:r>
                        <a:rPr lang="en-US" sz="2000" b="1" i="0" dirty="0">
                          <a:solidFill>
                            <a:schemeClr val="tx1"/>
                          </a:solidFill>
                          <a:latin typeface="Palatino Linotype" panose="02040502050505030304" pitchFamily="18" charset="0"/>
                        </a:rPr>
                        <a:t>Begin</a:t>
                      </a:r>
                    </a:p>
                    <a:p>
                      <a:pPr algn="l"/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read(</a:t>
                      </a:r>
                      <a:r>
                        <a:rPr lang="en-US" sz="2000" b="1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A</a:t>
                      </a:r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algn="l"/>
                      <a:endParaRPr lang="en-US" sz="2000" b="0" i="0" kern="1200" dirty="0">
                        <a:solidFill>
                          <a:schemeClr val="tx1"/>
                        </a:solidFill>
                        <a:effectLst/>
                        <a:latin typeface="Palatino Linotype" panose="02040502050505030304" pitchFamily="18" charset="0"/>
                        <a:ea typeface="+mn-ea"/>
                        <a:cs typeface="+mn-cs"/>
                      </a:endParaRPr>
                    </a:p>
                    <a:p>
                      <a:pPr algn="l"/>
                      <a:endParaRPr lang="en-US" sz="2000" b="0" i="0" kern="1200" dirty="0">
                        <a:solidFill>
                          <a:schemeClr val="tx1"/>
                        </a:solidFill>
                        <a:effectLst/>
                        <a:latin typeface="Palatino Linotype" panose="02040502050505030304" pitchFamily="18" charset="0"/>
                        <a:ea typeface="+mn-ea"/>
                        <a:cs typeface="+mn-cs"/>
                      </a:endParaRPr>
                    </a:p>
                    <a:p>
                      <a:pPr algn="l"/>
                      <a:endParaRPr lang="en-US" sz="2000" b="0" i="0" kern="1200" dirty="0">
                        <a:solidFill>
                          <a:schemeClr val="tx1"/>
                        </a:solidFill>
                        <a:effectLst/>
                        <a:latin typeface="Palatino Linotype" panose="02040502050505030304" pitchFamily="18" charset="0"/>
                        <a:ea typeface="+mn-ea"/>
                        <a:cs typeface="+mn-cs"/>
                      </a:endParaRPr>
                    </a:p>
                    <a:p>
                      <a:pPr algn="l"/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read(</a:t>
                      </a:r>
                      <a:r>
                        <a:rPr lang="en-US" sz="2000" b="1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A</a:t>
                      </a:r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algn="l"/>
                      <a:r>
                        <a:rPr lang="en-US" sz="2000" b="1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End</a:t>
                      </a: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b="1" i="0" dirty="0">
                          <a:solidFill>
                            <a:schemeClr val="tx1"/>
                          </a:solidFill>
                          <a:latin typeface="Palatino Linotype" panose="02040502050505030304" pitchFamily="18" charset="0"/>
                        </a:rPr>
                        <a:t>T2:</a:t>
                      </a:r>
                    </a:p>
                    <a:p>
                      <a:pPr algn="l"/>
                      <a:endParaRPr lang="en-US" sz="2000" b="0" i="0" dirty="0">
                        <a:solidFill>
                          <a:schemeClr val="tx1"/>
                        </a:solidFill>
                        <a:latin typeface="Palatino Linotype" panose="02040502050505030304" pitchFamily="18" charset="0"/>
                      </a:endParaRPr>
                    </a:p>
                    <a:p>
                      <a:pPr algn="l"/>
                      <a:endParaRPr lang="en-US" sz="2000" b="0" i="0" dirty="0">
                        <a:solidFill>
                          <a:schemeClr val="tx1"/>
                        </a:solidFill>
                        <a:latin typeface="Palatino Linotype" panose="02040502050505030304" pitchFamily="18" charset="0"/>
                      </a:endParaRPr>
                    </a:p>
                    <a:p>
                      <a:pPr algn="l"/>
                      <a:endParaRPr lang="en-US" sz="2000" b="0" i="0" dirty="0">
                        <a:solidFill>
                          <a:schemeClr val="tx1"/>
                        </a:solidFill>
                        <a:latin typeface="Palatino Linotype" panose="02040502050505030304" pitchFamily="18" charset="0"/>
                      </a:endParaRPr>
                    </a:p>
                    <a:p>
                      <a:pPr algn="l"/>
                      <a:r>
                        <a:rPr lang="en-US" sz="2000" b="1" i="0" dirty="0">
                          <a:solidFill>
                            <a:schemeClr val="tx1"/>
                          </a:solidFill>
                          <a:latin typeface="Palatino Linotype" panose="02040502050505030304" pitchFamily="18" charset="0"/>
                        </a:rPr>
                        <a:t>Begin</a:t>
                      </a:r>
                    </a:p>
                    <a:p>
                      <a:pPr algn="l"/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read(</a:t>
                      </a:r>
                      <a:r>
                        <a:rPr lang="en-US" sz="2000" b="1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A</a:t>
                      </a:r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algn="l"/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write(</a:t>
                      </a:r>
                      <a:r>
                        <a:rPr lang="en-US" sz="2000" b="1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A</a:t>
                      </a:r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1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End</a:t>
                      </a:r>
                    </a:p>
                    <a:p>
                      <a:pPr algn="l"/>
                      <a:endParaRPr lang="en-US" sz="2000" b="1" i="0" dirty="0">
                        <a:solidFill>
                          <a:schemeClr val="tx1"/>
                        </a:solidFill>
                        <a:latin typeface="Palatino Linotype" panose="0204050205050503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7499455"/>
                  </a:ext>
                </a:extLst>
              </a:tr>
            </a:tbl>
          </a:graphicData>
        </a:graphic>
      </p:graphicFrame>
      <p:sp>
        <p:nvSpPr>
          <p:cNvPr id="6" name="Oval 5">
            <a:extLst>
              <a:ext uri="{FF2B5EF4-FFF2-40B4-BE49-F238E27FC236}">
                <a16:creationId xmlns:a16="http://schemas.microsoft.com/office/drawing/2014/main" id="{B640B0C6-94B4-50F0-963D-575916350A4C}"/>
              </a:ext>
            </a:extLst>
          </p:cNvPr>
          <p:cNvSpPr/>
          <p:nvPr/>
        </p:nvSpPr>
        <p:spPr>
          <a:xfrm>
            <a:off x="6283607" y="5252724"/>
            <a:ext cx="1257444" cy="379379"/>
          </a:xfrm>
          <a:prstGeom prst="ellipse">
            <a:avLst/>
          </a:prstGeom>
          <a:noFill/>
          <a:ln w="317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287B3CE-CFDA-FDFA-EA70-E075A12A2E73}"/>
              </a:ext>
            </a:extLst>
          </p:cNvPr>
          <p:cNvSpPr txBox="1"/>
          <p:nvPr/>
        </p:nvSpPr>
        <p:spPr>
          <a:xfrm>
            <a:off x="1503558" y="4292389"/>
            <a:ext cx="240129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Palatino Linotype" panose="02040502050505030304" pitchFamily="18" charset="0"/>
              </a:rPr>
              <a:t>A = 100</a:t>
            </a:r>
            <a:endParaRPr lang="en-US" sz="2400" dirty="0">
              <a:latin typeface="Palatino Linotype" panose="0204050205050503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79579923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9DDD5B-41D0-C9A3-8EB8-397A86885C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E7DB60-25EF-92E5-6DE3-4F79744E3B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905091"/>
          </a:xfrm>
        </p:spPr>
        <p:txBody>
          <a:bodyPr>
            <a:normAutofit/>
          </a:bodyPr>
          <a:lstStyle/>
          <a:p>
            <a:pPr algn="ctr"/>
            <a:r>
              <a:rPr lang="en-US" sz="4000" b="1" dirty="0">
                <a:latin typeface="Palatino Linotype" panose="02040502050505030304" pitchFamily="18" charset="0"/>
              </a:rPr>
              <a:t>Read-Write Conflict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E5432BD-B738-0589-ECA4-5B056DE1E2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07290" y="6356350"/>
            <a:ext cx="2743200" cy="365125"/>
          </a:xfrm>
        </p:spPr>
        <p:txBody>
          <a:bodyPr/>
          <a:lstStyle/>
          <a:p>
            <a:fld id="{D0FE24AB-0A3D-3945-A314-A55A03C76B7E}" type="slidenum">
              <a:rPr lang="en-US" smtClean="0">
                <a:latin typeface="Palatino Linotype" panose="02040502050505030304" pitchFamily="18" charset="0"/>
              </a:rPr>
              <a:t>52</a:t>
            </a:fld>
            <a:endParaRPr lang="en-US" dirty="0">
              <a:latin typeface="Palatino Linotype" panose="0204050205050503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3A0E25-0948-BF6E-CA61-C9B519AB9C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5215" y="1415586"/>
            <a:ext cx="11816785" cy="1775085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US" sz="2400" b="1" dirty="0">
                <a:latin typeface="Palatino Linotype" panose="02040502050505030304" pitchFamily="18" charset="0"/>
              </a:rPr>
              <a:t>Unrepeatable Read</a:t>
            </a:r>
            <a:r>
              <a:rPr lang="en-US" sz="2400" dirty="0">
                <a:latin typeface="Palatino Linotype" panose="02040502050505030304" pitchFamily="18" charset="0"/>
              </a:rPr>
              <a:t>: A transaction gets different values when reading the same object multiple times.</a:t>
            </a:r>
          </a:p>
          <a:p>
            <a:pPr>
              <a:lnSpc>
                <a:spcPct val="100000"/>
              </a:lnSpc>
            </a:pPr>
            <a:endParaRPr lang="en-US" sz="1000" dirty="0">
              <a:latin typeface="Palatino Linotype" panose="02040502050505030304" pitchFamily="18" charset="0"/>
            </a:endParaRPr>
          </a:p>
          <a:p>
            <a:pPr>
              <a:lnSpc>
                <a:spcPct val="100000"/>
              </a:lnSpc>
            </a:pPr>
            <a:r>
              <a:rPr lang="en-US" sz="2400" dirty="0">
                <a:latin typeface="Palatino Linotype" panose="02040502050505030304" pitchFamily="18" charset="0"/>
              </a:rPr>
              <a:t>Say, initially A = 50.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721F26B2-9F79-B7C5-CD4B-C9EAF6913A6B}"/>
              </a:ext>
            </a:extLst>
          </p:cNvPr>
          <p:cNvGraphicFramePr>
            <a:graphicFrameLocks noGrp="1"/>
          </p:cNvGraphicFramePr>
          <p:nvPr/>
        </p:nvGraphicFramePr>
        <p:xfrm>
          <a:off x="4355416" y="3429000"/>
          <a:ext cx="3856382" cy="307040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79874">
                  <a:extLst>
                    <a:ext uri="{9D8B030D-6E8A-4147-A177-3AD203B41FA5}">
                      <a16:colId xmlns:a16="http://schemas.microsoft.com/office/drawing/2014/main" val="282134077"/>
                    </a:ext>
                  </a:extLst>
                </a:gridCol>
                <a:gridCol w="1876508">
                  <a:extLst>
                    <a:ext uri="{9D8B030D-6E8A-4147-A177-3AD203B41FA5}">
                      <a16:colId xmlns:a16="http://schemas.microsoft.com/office/drawing/2014/main" val="4206062769"/>
                    </a:ext>
                  </a:extLst>
                </a:gridCol>
              </a:tblGrid>
              <a:tr h="3070401">
                <a:tc>
                  <a:txBody>
                    <a:bodyPr/>
                    <a:lstStyle/>
                    <a:p>
                      <a:pPr algn="l"/>
                      <a:r>
                        <a:rPr lang="en-US" sz="2000" b="1" i="0" dirty="0">
                          <a:solidFill>
                            <a:schemeClr val="tx1"/>
                          </a:solidFill>
                          <a:latin typeface="Palatino Linotype" panose="02040502050505030304" pitchFamily="18" charset="0"/>
                        </a:rPr>
                        <a:t>T1:</a:t>
                      </a:r>
                    </a:p>
                    <a:p>
                      <a:pPr algn="l"/>
                      <a:endParaRPr lang="en-US" sz="2000" b="0" i="0" dirty="0">
                        <a:solidFill>
                          <a:schemeClr val="tx1"/>
                        </a:solidFill>
                        <a:latin typeface="Palatino Linotype" panose="02040502050505030304" pitchFamily="18" charset="0"/>
                      </a:endParaRPr>
                    </a:p>
                    <a:p>
                      <a:pPr algn="l"/>
                      <a:r>
                        <a:rPr lang="en-US" sz="2000" b="1" i="0" dirty="0">
                          <a:solidFill>
                            <a:schemeClr val="tx1"/>
                          </a:solidFill>
                          <a:latin typeface="Palatino Linotype" panose="02040502050505030304" pitchFamily="18" charset="0"/>
                        </a:rPr>
                        <a:t>Begin</a:t>
                      </a:r>
                    </a:p>
                    <a:p>
                      <a:pPr algn="l"/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read(</a:t>
                      </a:r>
                      <a:r>
                        <a:rPr lang="en-US" sz="2000" b="1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A</a:t>
                      </a:r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algn="l"/>
                      <a:endParaRPr lang="en-US" sz="2000" b="0" i="0" kern="1200" dirty="0">
                        <a:solidFill>
                          <a:schemeClr val="tx1"/>
                        </a:solidFill>
                        <a:effectLst/>
                        <a:latin typeface="Palatino Linotype" panose="02040502050505030304" pitchFamily="18" charset="0"/>
                        <a:ea typeface="+mn-ea"/>
                        <a:cs typeface="+mn-cs"/>
                      </a:endParaRPr>
                    </a:p>
                    <a:p>
                      <a:pPr algn="l"/>
                      <a:endParaRPr lang="en-US" sz="2000" b="0" i="0" kern="1200" dirty="0">
                        <a:solidFill>
                          <a:schemeClr val="tx1"/>
                        </a:solidFill>
                        <a:effectLst/>
                        <a:latin typeface="Palatino Linotype" panose="02040502050505030304" pitchFamily="18" charset="0"/>
                        <a:ea typeface="+mn-ea"/>
                        <a:cs typeface="+mn-cs"/>
                      </a:endParaRPr>
                    </a:p>
                    <a:p>
                      <a:pPr algn="l"/>
                      <a:endParaRPr lang="en-US" sz="2000" b="0" i="0" kern="1200" dirty="0">
                        <a:solidFill>
                          <a:schemeClr val="tx1"/>
                        </a:solidFill>
                        <a:effectLst/>
                        <a:latin typeface="Palatino Linotype" panose="02040502050505030304" pitchFamily="18" charset="0"/>
                        <a:ea typeface="+mn-ea"/>
                        <a:cs typeface="+mn-cs"/>
                      </a:endParaRPr>
                    </a:p>
                    <a:p>
                      <a:pPr algn="l"/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read(</a:t>
                      </a:r>
                      <a:r>
                        <a:rPr lang="en-US" sz="2000" b="1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A</a:t>
                      </a:r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algn="l"/>
                      <a:r>
                        <a:rPr lang="en-US" sz="2000" b="1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End</a:t>
                      </a: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b="1" i="0" dirty="0">
                          <a:solidFill>
                            <a:schemeClr val="tx1"/>
                          </a:solidFill>
                          <a:latin typeface="Palatino Linotype" panose="02040502050505030304" pitchFamily="18" charset="0"/>
                        </a:rPr>
                        <a:t>T2:</a:t>
                      </a:r>
                    </a:p>
                    <a:p>
                      <a:pPr algn="l"/>
                      <a:endParaRPr lang="en-US" sz="2000" b="0" i="0" dirty="0">
                        <a:solidFill>
                          <a:schemeClr val="tx1"/>
                        </a:solidFill>
                        <a:latin typeface="Palatino Linotype" panose="02040502050505030304" pitchFamily="18" charset="0"/>
                      </a:endParaRPr>
                    </a:p>
                    <a:p>
                      <a:pPr algn="l"/>
                      <a:endParaRPr lang="en-US" sz="2000" b="0" i="0" dirty="0">
                        <a:solidFill>
                          <a:schemeClr val="tx1"/>
                        </a:solidFill>
                        <a:latin typeface="Palatino Linotype" panose="02040502050505030304" pitchFamily="18" charset="0"/>
                      </a:endParaRPr>
                    </a:p>
                    <a:p>
                      <a:pPr algn="l"/>
                      <a:endParaRPr lang="en-US" sz="2000" b="0" i="0" dirty="0">
                        <a:solidFill>
                          <a:schemeClr val="tx1"/>
                        </a:solidFill>
                        <a:latin typeface="Palatino Linotype" panose="02040502050505030304" pitchFamily="18" charset="0"/>
                      </a:endParaRPr>
                    </a:p>
                    <a:p>
                      <a:pPr algn="l"/>
                      <a:r>
                        <a:rPr lang="en-US" sz="2000" b="1" i="0" dirty="0">
                          <a:solidFill>
                            <a:schemeClr val="tx1"/>
                          </a:solidFill>
                          <a:latin typeface="Palatino Linotype" panose="02040502050505030304" pitchFamily="18" charset="0"/>
                        </a:rPr>
                        <a:t>Begin</a:t>
                      </a:r>
                    </a:p>
                    <a:p>
                      <a:pPr algn="l"/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read(</a:t>
                      </a:r>
                      <a:r>
                        <a:rPr lang="en-US" sz="2000" b="1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A</a:t>
                      </a:r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algn="l"/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write(</a:t>
                      </a:r>
                      <a:r>
                        <a:rPr lang="en-US" sz="2000" b="1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A</a:t>
                      </a:r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1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End</a:t>
                      </a:r>
                    </a:p>
                    <a:p>
                      <a:pPr algn="l"/>
                      <a:endParaRPr lang="en-US" sz="2000" b="1" i="0" dirty="0">
                        <a:solidFill>
                          <a:schemeClr val="tx1"/>
                        </a:solidFill>
                        <a:latin typeface="Palatino Linotype" panose="0204050205050503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7499455"/>
                  </a:ext>
                </a:extLst>
              </a:tr>
            </a:tbl>
          </a:graphicData>
        </a:graphic>
      </p:graphicFrame>
      <p:sp>
        <p:nvSpPr>
          <p:cNvPr id="6" name="Oval 5">
            <a:extLst>
              <a:ext uri="{FF2B5EF4-FFF2-40B4-BE49-F238E27FC236}">
                <a16:creationId xmlns:a16="http://schemas.microsoft.com/office/drawing/2014/main" id="{0AF6B842-2137-AE73-95C3-BFB403589314}"/>
              </a:ext>
            </a:extLst>
          </p:cNvPr>
          <p:cNvSpPr/>
          <p:nvPr/>
        </p:nvSpPr>
        <p:spPr>
          <a:xfrm>
            <a:off x="4221343" y="5583465"/>
            <a:ext cx="1257444" cy="379379"/>
          </a:xfrm>
          <a:prstGeom prst="ellipse">
            <a:avLst/>
          </a:prstGeom>
          <a:noFill/>
          <a:ln w="317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8E19D83-0A85-FFB5-A373-278D0BC73C0A}"/>
              </a:ext>
            </a:extLst>
          </p:cNvPr>
          <p:cNvSpPr txBox="1"/>
          <p:nvPr/>
        </p:nvSpPr>
        <p:spPr>
          <a:xfrm>
            <a:off x="1503558" y="4292389"/>
            <a:ext cx="240129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Palatino Linotype" panose="02040502050505030304" pitchFamily="18" charset="0"/>
              </a:rPr>
              <a:t>Output </a:t>
            </a:r>
            <a:r>
              <a:rPr lang="en-US" sz="2400" b="1" dirty="0">
                <a:latin typeface="Palatino Linotype" panose="02040502050505030304" pitchFamily="18" charset="0"/>
                <a:sym typeface="Wingdings" pitchFamily="2" charset="2"/>
              </a:rPr>
              <a:t> 100</a:t>
            </a:r>
            <a:endParaRPr lang="en-US" sz="2400" dirty="0">
              <a:latin typeface="Palatino Linotype" panose="0204050205050503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37666447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5BD30C-782E-70D3-9AA5-44B93AE1A9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B4C45D-2C8D-7094-5CAC-B3AD88753C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905091"/>
          </a:xfrm>
        </p:spPr>
        <p:txBody>
          <a:bodyPr>
            <a:normAutofit/>
          </a:bodyPr>
          <a:lstStyle/>
          <a:p>
            <a:pPr algn="ctr"/>
            <a:r>
              <a:rPr lang="en-US" sz="4000" b="1" dirty="0">
                <a:latin typeface="Palatino Linotype" panose="02040502050505030304" pitchFamily="18" charset="0"/>
              </a:rPr>
              <a:t>Write-Read Conflict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725427D-C15F-C23A-DBAD-AADB671F0A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07290" y="6356350"/>
            <a:ext cx="2743200" cy="365125"/>
          </a:xfrm>
        </p:spPr>
        <p:txBody>
          <a:bodyPr/>
          <a:lstStyle/>
          <a:p>
            <a:fld id="{D0FE24AB-0A3D-3945-A314-A55A03C76B7E}" type="slidenum">
              <a:rPr lang="en-US" smtClean="0">
                <a:latin typeface="Palatino Linotype" panose="02040502050505030304" pitchFamily="18" charset="0"/>
              </a:rPr>
              <a:t>53</a:t>
            </a:fld>
            <a:endParaRPr lang="en-US" dirty="0">
              <a:latin typeface="Palatino Linotype" panose="0204050205050503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BD1A7C-A3AF-4519-A0EB-1745193171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5215" y="1415587"/>
            <a:ext cx="11816785" cy="905092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US" sz="2400" b="1" dirty="0">
                <a:latin typeface="Palatino Linotype" panose="02040502050505030304" pitchFamily="18" charset="0"/>
              </a:rPr>
              <a:t>Dirty Read?</a:t>
            </a:r>
            <a:endParaRPr lang="en-US" sz="2400" dirty="0">
              <a:latin typeface="Palatino Linotype" panose="0204050205050503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60565487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9C8706-EDB4-DEC0-6438-FBF7295A4F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DEC54E-B116-DF0E-DB3D-84094662F5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905091"/>
          </a:xfrm>
        </p:spPr>
        <p:txBody>
          <a:bodyPr>
            <a:normAutofit/>
          </a:bodyPr>
          <a:lstStyle/>
          <a:p>
            <a:pPr algn="ctr"/>
            <a:r>
              <a:rPr lang="en-US" sz="4000" b="1" dirty="0">
                <a:latin typeface="Palatino Linotype" panose="02040502050505030304" pitchFamily="18" charset="0"/>
              </a:rPr>
              <a:t>Write-Read Conflict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F428F05-9C1F-914A-059F-1A77A96EB7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07290" y="6356350"/>
            <a:ext cx="2743200" cy="365125"/>
          </a:xfrm>
        </p:spPr>
        <p:txBody>
          <a:bodyPr/>
          <a:lstStyle/>
          <a:p>
            <a:fld id="{D0FE24AB-0A3D-3945-A314-A55A03C76B7E}" type="slidenum">
              <a:rPr lang="en-US" smtClean="0">
                <a:latin typeface="Palatino Linotype" panose="02040502050505030304" pitchFamily="18" charset="0"/>
              </a:rPr>
              <a:t>54</a:t>
            </a:fld>
            <a:endParaRPr lang="en-US" dirty="0">
              <a:latin typeface="Palatino Linotype" panose="0204050205050503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AB50DA-BFE8-9EB6-9255-ABE776BEEB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5215" y="1415586"/>
            <a:ext cx="11816785" cy="1775085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US" sz="2400" b="1" dirty="0">
                <a:latin typeface="Palatino Linotype" panose="02040502050505030304" pitchFamily="18" charset="0"/>
              </a:rPr>
              <a:t>Dirty Read</a:t>
            </a:r>
            <a:r>
              <a:rPr lang="en-US" sz="2400" dirty="0">
                <a:latin typeface="Palatino Linotype" panose="02040502050505030304" pitchFamily="18" charset="0"/>
              </a:rPr>
              <a:t>: One transaction reads data written by another transaction that has not committed yet.</a:t>
            </a:r>
          </a:p>
          <a:p>
            <a:pPr>
              <a:lnSpc>
                <a:spcPct val="100000"/>
              </a:lnSpc>
            </a:pPr>
            <a:endParaRPr lang="en-US" sz="1000" dirty="0">
              <a:latin typeface="Palatino Linotype" panose="02040502050505030304" pitchFamily="18" charset="0"/>
            </a:endParaRPr>
          </a:p>
          <a:p>
            <a:pPr>
              <a:lnSpc>
                <a:spcPct val="100000"/>
              </a:lnSpc>
            </a:pPr>
            <a:r>
              <a:rPr lang="en-US" sz="2400" dirty="0">
                <a:latin typeface="Palatino Linotype" panose="02040502050505030304" pitchFamily="18" charset="0"/>
              </a:rPr>
              <a:t>Say, initially A = 50.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59AA62B9-5200-58DF-EA97-2D5525B58E9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809720"/>
              </p:ext>
            </p:extLst>
          </p:nvPr>
        </p:nvGraphicFramePr>
        <p:xfrm>
          <a:off x="4355416" y="3429000"/>
          <a:ext cx="3856382" cy="307040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79874">
                  <a:extLst>
                    <a:ext uri="{9D8B030D-6E8A-4147-A177-3AD203B41FA5}">
                      <a16:colId xmlns:a16="http://schemas.microsoft.com/office/drawing/2014/main" val="282134077"/>
                    </a:ext>
                  </a:extLst>
                </a:gridCol>
                <a:gridCol w="1876508">
                  <a:extLst>
                    <a:ext uri="{9D8B030D-6E8A-4147-A177-3AD203B41FA5}">
                      <a16:colId xmlns:a16="http://schemas.microsoft.com/office/drawing/2014/main" val="4206062769"/>
                    </a:ext>
                  </a:extLst>
                </a:gridCol>
              </a:tblGrid>
              <a:tr h="3070401">
                <a:tc>
                  <a:txBody>
                    <a:bodyPr/>
                    <a:lstStyle/>
                    <a:p>
                      <a:pPr algn="l"/>
                      <a:r>
                        <a:rPr lang="en-US" sz="2000" b="1" i="0" dirty="0">
                          <a:solidFill>
                            <a:schemeClr val="tx1"/>
                          </a:solidFill>
                          <a:latin typeface="Palatino Linotype" panose="02040502050505030304" pitchFamily="18" charset="0"/>
                        </a:rPr>
                        <a:t>T1:</a:t>
                      </a:r>
                    </a:p>
                    <a:p>
                      <a:pPr algn="l"/>
                      <a:endParaRPr lang="en-US" sz="2000" b="0" i="0" dirty="0">
                        <a:solidFill>
                          <a:schemeClr val="tx1"/>
                        </a:solidFill>
                        <a:latin typeface="Palatino Linotype" panose="02040502050505030304" pitchFamily="18" charset="0"/>
                      </a:endParaRPr>
                    </a:p>
                    <a:p>
                      <a:pPr algn="l"/>
                      <a:r>
                        <a:rPr lang="en-US" sz="2000" b="1" i="0" dirty="0">
                          <a:solidFill>
                            <a:schemeClr val="tx1"/>
                          </a:solidFill>
                          <a:latin typeface="Palatino Linotype" panose="02040502050505030304" pitchFamily="18" charset="0"/>
                        </a:rPr>
                        <a:t>Begin</a:t>
                      </a:r>
                    </a:p>
                    <a:p>
                      <a:pPr algn="l"/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read(</a:t>
                      </a:r>
                      <a:r>
                        <a:rPr lang="en-US" sz="2000" b="1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A</a:t>
                      </a:r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algn="l"/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write(</a:t>
                      </a:r>
                      <a:r>
                        <a:rPr lang="en-US" sz="2000" b="1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A</a:t>
                      </a:r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) </a:t>
                      </a:r>
                    </a:p>
                    <a:p>
                      <a:pPr algn="l"/>
                      <a:endParaRPr lang="en-US" sz="2000" b="0" i="0" kern="1200" dirty="0">
                        <a:solidFill>
                          <a:schemeClr val="tx1"/>
                        </a:solidFill>
                        <a:effectLst/>
                        <a:latin typeface="Palatino Linotype" panose="02040502050505030304" pitchFamily="18" charset="0"/>
                        <a:ea typeface="+mn-ea"/>
                        <a:cs typeface="+mn-cs"/>
                      </a:endParaRPr>
                    </a:p>
                    <a:p>
                      <a:pPr algn="l"/>
                      <a:endParaRPr lang="en-US" sz="2000" b="0" i="0" kern="1200" dirty="0">
                        <a:solidFill>
                          <a:schemeClr val="tx1"/>
                        </a:solidFill>
                        <a:effectLst/>
                        <a:latin typeface="Palatino Linotype" panose="02040502050505030304" pitchFamily="18" charset="0"/>
                        <a:ea typeface="+mn-ea"/>
                        <a:cs typeface="+mn-cs"/>
                      </a:endParaRPr>
                    </a:p>
                    <a:p>
                      <a:pPr algn="l"/>
                      <a:endParaRPr lang="en-US" sz="2000" b="0" i="0" kern="1200" dirty="0">
                        <a:solidFill>
                          <a:schemeClr val="tx1"/>
                        </a:solidFill>
                        <a:effectLst/>
                        <a:latin typeface="Palatino Linotype" panose="02040502050505030304" pitchFamily="18" charset="0"/>
                        <a:ea typeface="+mn-ea"/>
                        <a:cs typeface="+mn-cs"/>
                      </a:endParaRPr>
                    </a:p>
                    <a:p>
                      <a:pPr algn="l"/>
                      <a:r>
                        <a:rPr lang="en-US" sz="2000" b="1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Abort</a:t>
                      </a: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b="1" i="0" dirty="0">
                          <a:solidFill>
                            <a:schemeClr val="tx1"/>
                          </a:solidFill>
                          <a:latin typeface="Palatino Linotype" panose="02040502050505030304" pitchFamily="18" charset="0"/>
                        </a:rPr>
                        <a:t>T2:</a:t>
                      </a:r>
                    </a:p>
                    <a:p>
                      <a:pPr algn="l"/>
                      <a:endParaRPr lang="en-US" sz="2000" b="0" i="0" dirty="0">
                        <a:solidFill>
                          <a:schemeClr val="tx1"/>
                        </a:solidFill>
                        <a:latin typeface="Palatino Linotype" panose="02040502050505030304" pitchFamily="18" charset="0"/>
                      </a:endParaRPr>
                    </a:p>
                    <a:p>
                      <a:pPr algn="l"/>
                      <a:endParaRPr lang="en-US" sz="2000" b="0" i="0" dirty="0">
                        <a:solidFill>
                          <a:schemeClr val="tx1"/>
                        </a:solidFill>
                        <a:latin typeface="Palatino Linotype" panose="02040502050505030304" pitchFamily="18" charset="0"/>
                      </a:endParaRPr>
                    </a:p>
                    <a:p>
                      <a:pPr algn="l"/>
                      <a:endParaRPr lang="en-US" sz="2000" b="0" i="0" dirty="0">
                        <a:solidFill>
                          <a:schemeClr val="tx1"/>
                        </a:solidFill>
                        <a:latin typeface="Palatino Linotype" panose="02040502050505030304" pitchFamily="18" charset="0"/>
                      </a:endParaRPr>
                    </a:p>
                    <a:p>
                      <a:pPr algn="l"/>
                      <a:r>
                        <a:rPr lang="en-US" sz="2000" b="1" i="0" dirty="0">
                          <a:solidFill>
                            <a:schemeClr val="tx1"/>
                          </a:solidFill>
                          <a:latin typeface="Palatino Linotype" panose="02040502050505030304" pitchFamily="18" charset="0"/>
                        </a:rPr>
                        <a:t>Begin</a:t>
                      </a:r>
                    </a:p>
                    <a:p>
                      <a:pPr algn="l"/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read(</a:t>
                      </a:r>
                      <a:r>
                        <a:rPr lang="en-US" sz="2000" b="1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A</a:t>
                      </a:r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algn="l"/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write(</a:t>
                      </a:r>
                      <a:r>
                        <a:rPr lang="en-US" sz="2000" b="1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A</a:t>
                      </a:r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1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End</a:t>
                      </a:r>
                    </a:p>
                    <a:p>
                      <a:pPr algn="l"/>
                      <a:endParaRPr lang="en-US" sz="2000" b="1" i="0" dirty="0">
                        <a:solidFill>
                          <a:schemeClr val="tx1"/>
                        </a:solidFill>
                        <a:latin typeface="Palatino Linotype" panose="0204050205050503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749945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62919053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8986E5-33C5-CAEC-1E71-117C3B446C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7F28E2-DA47-E0D9-9467-AA500331A6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905091"/>
          </a:xfrm>
        </p:spPr>
        <p:txBody>
          <a:bodyPr>
            <a:normAutofit/>
          </a:bodyPr>
          <a:lstStyle/>
          <a:p>
            <a:pPr algn="ctr"/>
            <a:r>
              <a:rPr lang="en-US" sz="4000" b="1" dirty="0">
                <a:latin typeface="Palatino Linotype" panose="02040502050505030304" pitchFamily="18" charset="0"/>
              </a:rPr>
              <a:t>Write-Read Conflict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43DC9DE-5220-3015-7FD8-2166A814D5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07290" y="6356350"/>
            <a:ext cx="2743200" cy="365125"/>
          </a:xfrm>
        </p:spPr>
        <p:txBody>
          <a:bodyPr/>
          <a:lstStyle/>
          <a:p>
            <a:fld id="{D0FE24AB-0A3D-3945-A314-A55A03C76B7E}" type="slidenum">
              <a:rPr lang="en-US" smtClean="0">
                <a:latin typeface="Palatino Linotype" panose="02040502050505030304" pitchFamily="18" charset="0"/>
              </a:rPr>
              <a:t>55</a:t>
            </a:fld>
            <a:endParaRPr lang="en-US" dirty="0">
              <a:latin typeface="Palatino Linotype" panose="0204050205050503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D04B81-5094-F1DF-80B7-613434E46E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5215" y="1415586"/>
            <a:ext cx="11816785" cy="1775085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US" sz="2400" b="1" dirty="0">
                <a:latin typeface="Palatino Linotype" panose="02040502050505030304" pitchFamily="18" charset="0"/>
              </a:rPr>
              <a:t>Dirty Read</a:t>
            </a:r>
            <a:r>
              <a:rPr lang="en-US" sz="2400" dirty="0">
                <a:latin typeface="Palatino Linotype" panose="02040502050505030304" pitchFamily="18" charset="0"/>
              </a:rPr>
              <a:t>: One transaction reads data written by another transaction that has not committed yet.</a:t>
            </a:r>
          </a:p>
          <a:p>
            <a:pPr>
              <a:lnSpc>
                <a:spcPct val="100000"/>
              </a:lnSpc>
            </a:pPr>
            <a:endParaRPr lang="en-US" sz="1000" dirty="0">
              <a:latin typeface="Palatino Linotype" panose="02040502050505030304" pitchFamily="18" charset="0"/>
            </a:endParaRPr>
          </a:p>
          <a:p>
            <a:pPr>
              <a:lnSpc>
                <a:spcPct val="100000"/>
              </a:lnSpc>
            </a:pPr>
            <a:r>
              <a:rPr lang="en-US" sz="2400" dirty="0">
                <a:latin typeface="Palatino Linotype" panose="02040502050505030304" pitchFamily="18" charset="0"/>
              </a:rPr>
              <a:t>Say, initially A = 50.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FA2130F5-2D47-87E7-F355-CCD1E9A4233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40630651"/>
              </p:ext>
            </p:extLst>
          </p:nvPr>
        </p:nvGraphicFramePr>
        <p:xfrm>
          <a:off x="4355416" y="3429000"/>
          <a:ext cx="3856382" cy="307040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79874">
                  <a:extLst>
                    <a:ext uri="{9D8B030D-6E8A-4147-A177-3AD203B41FA5}">
                      <a16:colId xmlns:a16="http://schemas.microsoft.com/office/drawing/2014/main" val="282134077"/>
                    </a:ext>
                  </a:extLst>
                </a:gridCol>
                <a:gridCol w="1876508">
                  <a:extLst>
                    <a:ext uri="{9D8B030D-6E8A-4147-A177-3AD203B41FA5}">
                      <a16:colId xmlns:a16="http://schemas.microsoft.com/office/drawing/2014/main" val="4206062769"/>
                    </a:ext>
                  </a:extLst>
                </a:gridCol>
              </a:tblGrid>
              <a:tr h="3070401">
                <a:tc>
                  <a:txBody>
                    <a:bodyPr/>
                    <a:lstStyle/>
                    <a:p>
                      <a:pPr algn="l"/>
                      <a:r>
                        <a:rPr lang="en-US" sz="2000" b="1" i="0" dirty="0">
                          <a:solidFill>
                            <a:schemeClr val="tx1"/>
                          </a:solidFill>
                          <a:latin typeface="Palatino Linotype" panose="02040502050505030304" pitchFamily="18" charset="0"/>
                        </a:rPr>
                        <a:t>T1:</a:t>
                      </a:r>
                    </a:p>
                    <a:p>
                      <a:pPr algn="l"/>
                      <a:endParaRPr lang="en-US" sz="2000" b="0" i="0" dirty="0">
                        <a:solidFill>
                          <a:schemeClr val="tx1"/>
                        </a:solidFill>
                        <a:latin typeface="Palatino Linotype" panose="02040502050505030304" pitchFamily="18" charset="0"/>
                      </a:endParaRPr>
                    </a:p>
                    <a:p>
                      <a:pPr algn="l"/>
                      <a:r>
                        <a:rPr lang="en-US" sz="2000" b="1" i="0" dirty="0">
                          <a:solidFill>
                            <a:schemeClr val="tx1"/>
                          </a:solidFill>
                          <a:latin typeface="Palatino Linotype" panose="02040502050505030304" pitchFamily="18" charset="0"/>
                        </a:rPr>
                        <a:t>Begin</a:t>
                      </a:r>
                    </a:p>
                    <a:p>
                      <a:pPr algn="l"/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read(</a:t>
                      </a:r>
                      <a:r>
                        <a:rPr lang="en-US" sz="2000" b="1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A</a:t>
                      </a:r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algn="l"/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write(</a:t>
                      </a:r>
                      <a:r>
                        <a:rPr lang="en-US" sz="2000" b="1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A</a:t>
                      </a:r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) </a:t>
                      </a:r>
                    </a:p>
                    <a:p>
                      <a:pPr algn="l"/>
                      <a:endParaRPr lang="en-US" sz="2000" b="0" i="0" kern="1200" dirty="0">
                        <a:solidFill>
                          <a:schemeClr val="tx1"/>
                        </a:solidFill>
                        <a:effectLst/>
                        <a:latin typeface="Palatino Linotype" panose="02040502050505030304" pitchFamily="18" charset="0"/>
                        <a:ea typeface="+mn-ea"/>
                        <a:cs typeface="+mn-cs"/>
                      </a:endParaRPr>
                    </a:p>
                    <a:p>
                      <a:pPr algn="l"/>
                      <a:endParaRPr lang="en-US" sz="2000" b="0" i="0" kern="1200" dirty="0">
                        <a:solidFill>
                          <a:schemeClr val="tx1"/>
                        </a:solidFill>
                        <a:effectLst/>
                        <a:latin typeface="Palatino Linotype" panose="02040502050505030304" pitchFamily="18" charset="0"/>
                        <a:ea typeface="+mn-ea"/>
                        <a:cs typeface="+mn-cs"/>
                      </a:endParaRPr>
                    </a:p>
                    <a:p>
                      <a:pPr algn="l"/>
                      <a:endParaRPr lang="en-US" sz="2000" b="0" i="0" kern="1200" dirty="0">
                        <a:solidFill>
                          <a:schemeClr val="tx1"/>
                        </a:solidFill>
                        <a:effectLst/>
                        <a:latin typeface="Palatino Linotype" panose="02040502050505030304" pitchFamily="18" charset="0"/>
                        <a:ea typeface="+mn-ea"/>
                        <a:cs typeface="+mn-cs"/>
                      </a:endParaRPr>
                    </a:p>
                    <a:p>
                      <a:pPr algn="l"/>
                      <a:r>
                        <a:rPr lang="en-US" sz="2000" b="1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Abort</a:t>
                      </a: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b="1" i="0" dirty="0">
                          <a:solidFill>
                            <a:schemeClr val="tx1"/>
                          </a:solidFill>
                          <a:latin typeface="Palatino Linotype" panose="02040502050505030304" pitchFamily="18" charset="0"/>
                        </a:rPr>
                        <a:t>T2:</a:t>
                      </a:r>
                    </a:p>
                    <a:p>
                      <a:pPr algn="l"/>
                      <a:endParaRPr lang="en-US" sz="2000" b="0" i="0" dirty="0">
                        <a:solidFill>
                          <a:schemeClr val="tx1"/>
                        </a:solidFill>
                        <a:latin typeface="Palatino Linotype" panose="02040502050505030304" pitchFamily="18" charset="0"/>
                      </a:endParaRPr>
                    </a:p>
                    <a:p>
                      <a:pPr algn="l"/>
                      <a:endParaRPr lang="en-US" sz="2000" b="0" i="0" dirty="0">
                        <a:solidFill>
                          <a:schemeClr val="tx1"/>
                        </a:solidFill>
                        <a:latin typeface="Palatino Linotype" panose="02040502050505030304" pitchFamily="18" charset="0"/>
                      </a:endParaRPr>
                    </a:p>
                    <a:p>
                      <a:pPr algn="l"/>
                      <a:endParaRPr lang="en-US" sz="2000" b="0" i="0" dirty="0">
                        <a:solidFill>
                          <a:schemeClr val="tx1"/>
                        </a:solidFill>
                        <a:latin typeface="Palatino Linotype" panose="02040502050505030304" pitchFamily="18" charset="0"/>
                      </a:endParaRPr>
                    </a:p>
                    <a:p>
                      <a:pPr algn="l"/>
                      <a:r>
                        <a:rPr lang="en-US" sz="2000" b="1" i="0" dirty="0">
                          <a:solidFill>
                            <a:schemeClr val="tx1"/>
                          </a:solidFill>
                          <a:latin typeface="Palatino Linotype" panose="02040502050505030304" pitchFamily="18" charset="0"/>
                        </a:rPr>
                        <a:t>Begin</a:t>
                      </a:r>
                    </a:p>
                    <a:p>
                      <a:pPr algn="l"/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read(</a:t>
                      </a:r>
                      <a:r>
                        <a:rPr lang="en-US" sz="2000" b="1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A</a:t>
                      </a:r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algn="l"/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write(</a:t>
                      </a:r>
                      <a:r>
                        <a:rPr lang="en-US" sz="2000" b="1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A</a:t>
                      </a:r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1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End</a:t>
                      </a:r>
                    </a:p>
                    <a:p>
                      <a:pPr algn="l"/>
                      <a:endParaRPr lang="en-US" sz="2000" b="1" i="0" dirty="0">
                        <a:solidFill>
                          <a:schemeClr val="tx1"/>
                        </a:solidFill>
                        <a:latin typeface="Palatino Linotype" panose="0204050205050503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7499455"/>
                  </a:ext>
                </a:extLst>
              </a:tr>
            </a:tbl>
          </a:graphicData>
        </a:graphic>
      </p:graphicFrame>
      <p:sp>
        <p:nvSpPr>
          <p:cNvPr id="6" name="Oval 5">
            <a:extLst>
              <a:ext uri="{FF2B5EF4-FFF2-40B4-BE49-F238E27FC236}">
                <a16:creationId xmlns:a16="http://schemas.microsoft.com/office/drawing/2014/main" id="{CC63F7E4-0A83-1AFC-8202-0B81A1BF6DE1}"/>
              </a:ext>
            </a:extLst>
          </p:cNvPr>
          <p:cNvSpPr/>
          <p:nvPr/>
        </p:nvSpPr>
        <p:spPr>
          <a:xfrm>
            <a:off x="4228956" y="4374675"/>
            <a:ext cx="1257444" cy="379379"/>
          </a:xfrm>
          <a:prstGeom prst="ellipse">
            <a:avLst/>
          </a:prstGeom>
          <a:noFill/>
          <a:ln w="317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D389A42-58DA-D639-23D4-8AC67F758EE2}"/>
              </a:ext>
            </a:extLst>
          </p:cNvPr>
          <p:cNvSpPr txBox="1"/>
          <p:nvPr/>
        </p:nvSpPr>
        <p:spPr>
          <a:xfrm>
            <a:off x="1503558" y="4292389"/>
            <a:ext cx="240129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Palatino Linotype" panose="02040502050505030304" pitchFamily="18" charset="0"/>
              </a:rPr>
              <a:t>Output </a:t>
            </a:r>
            <a:r>
              <a:rPr lang="en-US" sz="2400" b="1" dirty="0">
                <a:latin typeface="Palatino Linotype" panose="02040502050505030304" pitchFamily="18" charset="0"/>
                <a:sym typeface="Wingdings" pitchFamily="2" charset="2"/>
              </a:rPr>
              <a:t> 50</a:t>
            </a:r>
            <a:endParaRPr lang="en-US" sz="2400" dirty="0">
              <a:latin typeface="Palatino Linotype" panose="0204050205050503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54164346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40224B-70B7-E68E-8923-392A56ADEE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0CFB6E-D701-91E4-30A7-9CA93E0542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905091"/>
          </a:xfrm>
        </p:spPr>
        <p:txBody>
          <a:bodyPr>
            <a:normAutofit/>
          </a:bodyPr>
          <a:lstStyle/>
          <a:p>
            <a:pPr algn="ctr"/>
            <a:r>
              <a:rPr lang="en-US" sz="4000" b="1" dirty="0">
                <a:latin typeface="Palatino Linotype" panose="02040502050505030304" pitchFamily="18" charset="0"/>
              </a:rPr>
              <a:t>Write-Read Conflict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C2BDB85-961B-5A69-DFB3-B9CDB00D46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07290" y="6356350"/>
            <a:ext cx="2743200" cy="365125"/>
          </a:xfrm>
        </p:spPr>
        <p:txBody>
          <a:bodyPr/>
          <a:lstStyle/>
          <a:p>
            <a:fld id="{D0FE24AB-0A3D-3945-A314-A55A03C76B7E}" type="slidenum">
              <a:rPr lang="en-US" smtClean="0">
                <a:latin typeface="Palatino Linotype" panose="02040502050505030304" pitchFamily="18" charset="0"/>
              </a:rPr>
              <a:t>56</a:t>
            </a:fld>
            <a:endParaRPr lang="en-US" dirty="0">
              <a:latin typeface="Palatino Linotype" panose="0204050205050503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BFA7EB-9922-BA3F-20B6-B78403460D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5215" y="1415586"/>
            <a:ext cx="11816785" cy="1775085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US" sz="2400" b="1" dirty="0">
                <a:latin typeface="Palatino Linotype" panose="02040502050505030304" pitchFamily="18" charset="0"/>
              </a:rPr>
              <a:t>Dirty Read</a:t>
            </a:r>
            <a:r>
              <a:rPr lang="en-US" sz="2400" dirty="0">
                <a:latin typeface="Palatino Linotype" panose="02040502050505030304" pitchFamily="18" charset="0"/>
              </a:rPr>
              <a:t>: One transaction reads data written by another transaction that has not committed yet.</a:t>
            </a:r>
          </a:p>
          <a:p>
            <a:pPr>
              <a:lnSpc>
                <a:spcPct val="100000"/>
              </a:lnSpc>
            </a:pPr>
            <a:endParaRPr lang="en-US" sz="1000" dirty="0">
              <a:latin typeface="Palatino Linotype" panose="02040502050505030304" pitchFamily="18" charset="0"/>
            </a:endParaRPr>
          </a:p>
          <a:p>
            <a:pPr>
              <a:lnSpc>
                <a:spcPct val="100000"/>
              </a:lnSpc>
            </a:pPr>
            <a:r>
              <a:rPr lang="en-US" sz="2400" dirty="0">
                <a:latin typeface="Palatino Linotype" panose="02040502050505030304" pitchFamily="18" charset="0"/>
              </a:rPr>
              <a:t>Say, initially A = 50.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9FB63655-F893-5872-94E7-94CABFF20788}"/>
              </a:ext>
            </a:extLst>
          </p:cNvPr>
          <p:cNvGraphicFramePr>
            <a:graphicFrameLocks noGrp="1"/>
          </p:cNvGraphicFramePr>
          <p:nvPr/>
        </p:nvGraphicFramePr>
        <p:xfrm>
          <a:off x="4355416" y="3429000"/>
          <a:ext cx="3856382" cy="307040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79874">
                  <a:extLst>
                    <a:ext uri="{9D8B030D-6E8A-4147-A177-3AD203B41FA5}">
                      <a16:colId xmlns:a16="http://schemas.microsoft.com/office/drawing/2014/main" val="282134077"/>
                    </a:ext>
                  </a:extLst>
                </a:gridCol>
                <a:gridCol w="1876508">
                  <a:extLst>
                    <a:ext uri="{9D8B030D-6E8A-4147-A177-3AD203B41FA5}">
                      <a16:colId xmlns:a16="http://schemas.microsoft.com/office/drawing/2014/main" val="4206062769"/>
                    </a:ext>
                  </a:extLst>
                </a:gridCol>
              </a:tblGrid>
              <a:tr h="3070401">
                <a:tc>
                  <a:txBody>
                    <a:bodyPr/>
                    <a:lstStyle/>
                    <a:p>
                      <a:pPr algn="l"/>
                      <a:r>
                        <a:rPr lang="en-US" sz="2000" b="1" i="0" dirty="0">
                          <a:solidFill>
                            <a:schemeClr val="tx1"/>
                          </a:solidFill>
                          <a:latin typeface="Palatino Linotype" panose="02040502050505030304" pitchFamily="18" charset="0"/>
                        </a:rPr>
                        <a:t>T1:</a:t>
                      </a:r>
                    </a:p>
                    <a:p>
                      <a:pPr algn="l"/>
                      <a:endParaRPr lang="en-US" sz="2000" b="0" i="0" dirty="0">
                        <a:solidFill>
                          <a:schemeClr val="tx1"/>
                        </a:solidFill>
                        <a:latin typeface="Palatino Linotype" panose="02040502050505030304" pitchFamily="18" charset="0"/>
                      </a:endParaRPr>
                    </a:p>
                    <a:p>
                      <a:pPr algn="l"/>
                      <a:r>
                        <a:rPr lang="en-US" sz="2000" b="1" i="0" dirty="0">
                          <a:solidFill>
                            <a:schemeClr val="tx1"/>
                          </a:solidFill>
                          <a:latin typeface="Palatino Linotype" panose="02040502050505030304" pitchFamily="18" charset="0"/>
                        </a:rPr>
                        <a:t>Begin</a:t>
                      </a:r>
                    </a:p>
                    <a:p>
                      <a:pPr algn="l"/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read(</a:t>
                      </a:r>
                      <a:r>
                        <a:rPr lang="en-US" sz="2000" b="1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A</a:t>
                      </a:r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algn="l"/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write(</a:t>
                      </a:r>
                      <a:r>
                        <a:rPr lang="en-US" sz="2000" b="1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A</a:t>
                      </a:r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) </a:t>
                      </a:r>
                    </a:p>
                    <a:p>
                      <a:pPr algn="l"/>
                      <a:endParaRPr lang="en-US" sz="2000" b="0" i="0" kern="1200" dirty="0">
                        <a:solidFill>
                          <a:schemeClr val="tx1"/>
                        </a:solidFill>
                        <a:effectLst/>
                        <a:latin typeface="Palatino Linotype" panose="02040502050505030304" pitchFamily="18" charset="0"/>
                        <a:ea typeface="+mn-ea"/>
                        <a:cs typeface="+mn-cs"/>
                      </a:endParaRPr>
                    </a:p>
                    <a:p>
                      <a:pPr algn="l"/>
                      <a:endParaRPr lang="en-US" sz="2000" b="0" i="0" kern="1200" dirty="0">
                        <a:solidFill>
                          <a:schemeClr val="tx1"/>
                        </a:solidFill>
                        <a:effectLst/>
                        <a:latin typeface="Palatino Linotype" panose="02040502050505030304" pitchFamily="18" charset="0"/>
                        <a:ea typeface="+mn-ea"/>
                        <a:cs typeface="+mn-cs"/>
                      </a:endParaRPr>
                    </a:p>
                    <a:p>
                      <a:pPr algn="l"/>
                      <a:endParaRPr lang="en-US" sz="2000" b="0" i="0" kern="1200" dirty="0">
                        <a:solidFill>
                          <a:schemeClr val="tx1"/>
                        </a:solidFill>
                        <a:effectLst/>
                        <a:latin typeface="Palatino Linotype" panose="02040502050505030304" pitchFamily="18" charset="0"/>
                        <a:ea typeface="+mn-ea"/>
                        <a:cs typeface="+mn-cs"/>
                      </a:endParaRPr>
                    </a:p>
                    <a:p>
                      <a:pPr algn="l"/>
                      <a:r>
                        <a:rPr lang="en-US" sz="2000" b="1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Abort</a:t>
                      </a: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b="1" i="0" dirty="0">
                          <a:solidFill>
                            <a:schemeClr val="tx1"/>
                          </a:solidFill>
                          <a:latin typeface="Palatino Linotype" panose="02040502050505030304" pitchFamily="18" charset="0"/>
                        </a:rPr>
                        <a:t>T2:</a:t>
                      </a:r>
                    </a:p>
                    <a:p>
                      <a:pPr algn="l"/>
                      <a:endParaRPr lang="en-US" sz="2000" b="0" i="0" dirty="0">
                        <a:solidFill>
                          <a:schemeClr val="tx1"/>
                        </a:solidFill>
                        <a:latin typeface="Palatino Linotype" panose="02040502050505030304" pitchFamily="18" charset="0"/>
                      </a:endParaRPr>
                    </a:p>
                    <a:p>
                      <a:pPr algn="l"/>
                      <a:endParaRPr lang="en-US" sz="2000" b="0" i="0" dirty="0">
                        <a:solidFill>
                          <a:schemeClr val="tx1"/>
                        </a:solidFill>
                        <a:latin typeface="Palatino Linotype" panose="02040502050505030304" pitchFamily="18" charset="0"/>
                      </a:endParaRPr>
                    </a:p>
                    <a:p>
                      <a:pPr algn="l"/>
                      <a:endParaRPr lang="en-US" sz="2000" b="0" i="0" dirty="0">
                        <a:solidFill>
                          <a:schemeClr val="tx1"/>
                        </a:solidFill>
                        <a:latin typeface="Palatino Linotype" panose="02040502050505030304" pitchFamily="18" charset="0"/>
                      </a:endParaRPr>
                    </a:p>
                    <a:p>
                      <a:pPr algn="l"/>
                      <a:r>
                        <a:rPr lang="en-US" sz="2000" b="1" i="0" dirty="0">
                          <a:solidFill>
                            <a:schemeClr val="tx1"/>
                          </a:solidFill>
                          <a:latin typeface="Palatino Linotype" panose="02040502050505030304" pitchFamily="18" charset="0"/>
                        </a:rPr>
                        <a:t>Begin</a:t>
                      </a:r>
                    </a:p>
                    <a:p>
                      <a:pPr algn="l"/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read(</a:t>
                      </a:r>
                      <a:r>
                        <a:rPr lang="en-US" sz="2000" b="1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A</a:t>
                      </a:r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algn="l"/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write(</a:t>
                      </a:r>
                      <a:r>
                        <a:rPr lang="en-US" sz="2000" b="1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A</a:t>
                      </a:r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1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End</a:t>
                      </a:r>
                    </a:p>
                    <a:p>
                      <a:pPr algn="l"/>
                      <a:endParaRPr lang="en-US" sz="2000" b="1" i="0" dirty="0">
                        <a:solidFill>
                          <a:schemeClr val="tx1"/>
                        </a:solidFill>
                        <a:latin typeface="Palatino Linotype" panose="0204050205050503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7499455"/>
                  </a:ext>
                </a:extLst>
              </a:tr>
            </a:tbl>
          </a:graphicData>
        </a:graphic>
      </p:graphicFrame>
      <p:sp>
        <p:nvSpPr>
          <p:cNvPr id="6" name="Oval 5">
            <a:extLst>
              <a:ext uri="{FF2B5EF4-FFF2-40B4-BE49-F238E27FC236}">
                <a16:creationId xmlns:a16="http://schemas.microsoft.com/office/drawing/2014/main" id="{5F4CA5AA-BBE1-CC2E-0E82-00735FF812C1}"/>
              </a:ext>
            </a:extLst>
          </p:cNvPr>
          <p:cNvSpPr/>
          <p:nvPr/>
        </p:nvSpPr>
        <p:spPr>
          <a:xfrm>
            <a:off x="4238683" y="4666506"/>
            <a:ext cx="1257444" cy="379379"/>
          </a:xfrm>
          <a:prstGeom prst="ellipse">
            <a:avLst/>
          </a:prstGeom>
          <a:noFill/>
          <a:ln w="317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2419FD2-9BB6-5670-3B4D-1330D7E6A421}"/>
              </a:ext>
            </a:extLst>
          </p:cNvPr>
          <p:cNvSpPr txBox="1"/>
          <p:nvPr/>
        </p:nvSpPr>
        <p:spPr>
          <a:xfrm>
            <a:off x="1503558" y="4292389"/>
            <a:ext cx="240129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Palatino Linotype" panose="02040502050505030304" pitchFamily="18" charset="0"/>
              </a:rPr>
              <a:t>A = </a:t>
            </a:r>
            <a:r>
              <a:rPr lang="en-US" sz="2400" b="1" dirty="0">
                <a:latin typeface="Palatino Linotype" panose="02040502050505030304" pitchFamily="18" charset="0"/>
                <a:sym typeface="Wingdings" pitchFamily="2" charset="2"/>
              </a:rPr>
              <a:t>100</a:t>
            </a:r>
            <a:endParaRPr lang="en-US" sz="2400" dirty="0">
              <a:latin typeface="Palatino Linotype" panose="0204050205050503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02751104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894BE4-1E18-3B2D-51C3-23EC8B85AE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94AEAF-339E-8541-0A6F-7E7738896C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905091"/>
          </a:xfrm>
        </p:spPr>
        <p:txBody>
          <a:bodyPr>
            <a:normAutofit/>
          </a:bodyPr>
          <a:lstStyle/>
          <a:p>
            <a:pPr algn="ctr"/>
            <a:r>
              <a:rPr lang="en-US" sz="4000" b="1" dirty="0">
                <a:latin typeface="Palatino Linotype" panose="02040502050505030304" pitchFamily="18" charset="0"/>
              </a:rPr>
              <a:t>Write-Read Conflict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732E419-5E6D-5A74-2C67-39FC71F2EE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07290" y="6356350"/>
            <a:ext cx="2743200" cy="365125"/>
          </a:xfrm>
        </p:spPr>
        <p:txBody>
          <a:bodyPr/>
          <a:lstStyle/>
          <a:p>
            <a:fld id="{D0FE24AB-0A3D-3945-A314-A55A03C76B7E}" type="slidenum">
              <a:rPr lang="en-US" smtClean="0">
                <a:latin typeface="Palatino Linotype" panose="02040502050505030304" pitchFamily="18" charset="0"/>
              </a:rPr>
              <a:t>57</a:t>
            </a:fld>
            <a:endParaRPr lang="en-US" dirty="0">
              <a:latin typeface="Palatino Linotype" panose="0204050205050503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BB387B-BFC5-45AF-E40D-5A482C0B47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5215" y="1415586"/>
            <a:ext cx="11816785" cy="1775085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US" sz="2400" b="1" dirty="0">
                <a:latin typeface="Palatino Linotype" panose="02040502050505030304" pitchFamily="18" charset="0"/>
              </a:rPr>
              <a:t>Dirty Read</a:t>
            </a:r>
            <a:r>
              <a:rPr lang="en-US" sz="2400" dirty="0">
                <a:latin typeface="Palatino Linotype" panose="02040502050505030304" pitchFamily="18" charset="0"/>
              </a:rPr>
              <a:t>: One transaction reads data written by another transaction that has not committed yet.</a:t>
            </a:r>
          </a:p>
          <a:p>
            <a:pPr>
              <a:lnSpc>
                <a:spcPct val="100000"/>
              </a:lnSpc>
            </a:pPr>
            <a:endParaRPr lang="en-US" sz="1000" dirty="0">
              <a:latin typeface="Palatino Linotype" panose="02040502050505030304" pitchFamily="18" charset="0"/>
            </a:endParaRPr>
          </a:p>
          <a:p>
            <a:pPr>
              <a:lnSpc>
                <a:spcPct val="100000"/>
              </a:lnSpc>
            </a:pPr>
            <a:r>
              <a:rPr lang="en-US" sz="2400" dirty="0">
                <a:latin typeface="Palatino Linotype" panose="02040502050505030304" pitchFamily="18" charset="0"/>
              </a:rPr>
              <a:t>Say, initially A = 50.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E1AEBFC2-34B6-F5A0-B508-E056D84F787A}"/>
              </a:ext>
            </a:extLst>
          </p:cNvPr>
          <p:cNvGraphicFramePr>
            <a:graphicFrameLocks noGrp="1"/>
          </p:cNvGraphicFramePr>
          <p:nvPr/>
        </p:nvGraphicFramePr>
        <p:xfrm>
          <a:off x="4355416" y="3429000"/>
          <a:ext cx="3856382" cy="307040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79874">
                  <a:extLst>
                    <a:ext uri="{9D8B030D-6E8A-4147-A177-3AD203B41FA5}">
                      <a16:colId xmlns:a16="http://schemas.microsoft.com/office/drawing/2014/main" val="282134077"/>
                    </a:ext>
                  </a:extLst>
                </a:gridCol>
                <a:gridCol w="1876508">
                  <a:extLst>
                    <a:ext uri="{9D8B030D-6E8A-4147-A177-3AD203B41FA5}">
                      <a16:colId xmlns:a16="http://schemas.microsoft.com/office/drawing/2014/main" val="4206062769"/>
                    </a:ext>
                  </a:extLst>
                </a:gridCol>
              </a:tblGrid>
              <a:tr h="3070401">
                <a:tc>
                  <a:txBody>
                    <a:bodyPr/>
                    <a:lstStyle/>
                    <a:p>
                      <a:pPr algn="l"/>
                      <a:r>
                        <a:rPr lang="en-US" sz="2000" b="1" i="0" dirty="0">
                          <a:solidFill>
                            <a:schemeClr val="tx1"/>
                          </a:solidFill>
                          <a:latin typeface="Palatino Linotype" panose="02040502050505030304" pitchFamily="18" charset="0"/>
                        </a:rPr>
                        <a:t>T1:</a:t>
                      </a:r>
                    </a:p>
                    <a:p>
                      <a:pPr algn="l"/>
                      <a:endParaRPr lang="en-US" sz="2000" b="0" i="0" dirty="0">
                        <a:solidFill>
                          <a:schemeClr val="tx1"/>
                        </a:solidFill>
                        <a:latin typeface="Palatino Linotype" panose="02040502050505030304" pitchFamily="18" charset="0"/>
                      </a:endParaRPr>
                    </a:p>
                    <a:p>
                      <a:pPr algn="l"/>
                      <a:r>
                        <a:rPr lang="en-US" sz="2000" b="1" i="0" dirty="0">
                          <a:solidFill>
                            <a:schemeClr val="tx1"/>
                          </a:solidFill>
                          <a:latin typeface="Palatino Linotype" panose="02040502050505030304" pitchFamily="18" charset="0"/>
                        </a:rPr>
                        <a:t>Begin</a:t>
                      </a:r>
                    </a:p>
                    <a:p>
                      <a:pPr algn="l"/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read(</a:t>
                      </a:r>
                      <a:r>
                        <a:rPr lang="en-US" sz="2000" b="1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A</a:t>
                      </a:r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algn="l"/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write(</a:t>
                      </a:r>
                      <a:r>
                        <a:rPr lang="en-US" sz="2000" b="1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A</a:t>
                      </a:r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) </a:t>
                      </a:r>
                    </a:p>
                    <a:p>
                      <a:pPr algn="l"/>
                      <a:endParaRPr lang="en-US" sz="2000" b="0" i="0" kern="1200" dirty="0">
                        <a:solidFill>
                          <a:schemeClr val="tx1"/>
                        </a:solidFill>
                        <a:effectLst/>
                        <a:latin typeface="Palatino Linotype" panose="02040502050505030304" pitchFamily="18" charset="0"/>
                        <a:ea typeface="+mn-ea"/>
                        <a:cs typeface="+mn-cs"/>
                      </a:endParaRPr>
                    </a:p>
                    <a:p>
                      <a:pPr algn="l"/>
                      <a:endParaRPr lang="en-US" sz="2000" b="0" i="0" kern="1200" dirty="0">
                        <a:solidFill>
                          <a:schemeClr val="tx1"/>
                        </a:solidFill>
                        <a:effectLst/>
                        <a:latin typeface="Palatino Linotype" panose="02040502050505030304" pitchFamily="18" charset="0"/>
                        <a:ea typeface="+mn-ea"/>
                        <a:cs typeface="+mn-cs"/>
                      </a:endParaRPr>
                    </a:p>
                    <a:p>
                      <a:pPr algn="l"/>
                      <a:endParaRPr lang="en-US" sz="2000" b="0" i="0" kern="1200" dirty="0">
                        <a:solidFill>
                          <a:schemeClr val="tx1"/>
                        </a:solidFill>
                        <a:effectLst/>
                        <a:latin typeface="Palatino Linotype" panose="02040502050505030304" pitchFamily="18" charset="0"/>
                        <a:ea typeface="+mn-ea"/>
                        <a:cs typeface="+mn-cs"/>
                      </a:endParaRPr>
                    </a:p>
                    <a:p>
                      <a:pPr algn="l"/>
                      <a:r>
                        <a:rPr lang="en-US" sz="2000" b="1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Abort</a:t>
                      </a: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b="1" i="0" dirty="0">
                          <a:solidFill>
                            <a:schemeClr val="tx1"/>
                          </a:solidFill>
                          <a:latin typeface="Palatino Linotype" panose="02040502050505030304" pitchFamily="18" charset="0"/>
                        </a:rPr>
                        <a:t>T2:</a:t>
                      </a:r>
                    </a:p>
                    <a:p>
                      <a:pPr algn="l"/>
                      <a:endParaRPr lang="en-US" sz="2000" b="0" i="0" dirty="0">
                        <a:solidFill>
                          <a:schemeClr val="tx1"/>
                        </a:solidFill>
                        <a:latin typeface="Palatino Linotype" panose="02040502050505030304" pitchFamily="18" charset="0"/>
                      </a:endParaRPr>
                    </a:p>
                    <a:p>
                      <a:pPr algn="l"/>
                      <a:endParaRPr lang="en-US" sz="2000" b="0" i="0" dirty="0">
                        <a:solidFill>
                          <a:schemeClr val="tx1"/>
                        </a:solidFill>
                        <a:latin typeface="Palatino Linotype" panose="02040502050505030304" pitchFamily="18" charset="0"/>
                      </a:endParaRPr>
                    </a:p>
                    <a:p>
                      <a:pPr algn="l"/>
                      <a:endParaRPr lang="en-US" sz="2000" b="0" i="0" dirty="0">
                        <a:solidFill>
                          <a:schemeClr val="tx1"/>
                        </a:solidFill>
                        <a:latin typeface="Palatino Linotype" panose="02040502050505030304" pitchFamily="18" charset="0"/>
                      </a:endParaRPr>
                    </a:p>
                    <a:p>
                      <a:pPr algn="l"/>
                      <a:r>
                        <a:rPr lang="en-US" sz="2000" b="1" i="0" dirty="0">
                          <a:solidFill>
                            <a:schemeClr val="tx1"/>
                          </a:solidFill>
                          <a:latin typeface="Palatino Linotype" panose="02040502050505030304" pitchFamily="18" charset="0"/>
                        </a:rPr>
                        <a:t>Begin</a:t>
                      </a:r>
                    </a:p>
                    <a:p>
                      <a:pPr algn="l"/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read(</a:t>
                      </a:r>
                      <a:r>
                        <a:rPr lang="en-US" sz="2000" b="1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A</a:t>
                      </a:r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algn="l"/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write(</a:t>
                      </a:r>
                      <a:r>
                        <a:rPr lang="en-US" sz="2000" b="1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A</a:t>
                      </a:r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1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End</a:t>
                      </a:r>
                    </a:p>
                    <a:p>
                      <a:pPr algn="l"/>
                      <a:endParaRPr lang="en-US" sz="2000" b="1" i="0" dirty="0">
                        <a:solidFill>
                          <a:schemeClr val="tx1"/>
                        </a:solidFill>
                        <a:latin typeface="Palatino Linotype" panose="0204050205050503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7499455"/>
                  </a:ext>
                </a:extLst>
              </a:tr>
            </a:tbl>
          </a:graphicData>
        </a:graphic>
      </p:graphicFrame>
      <p:sp>
        <p:nvSpPr>
          <p:cNvPr id="6" name="Oval 5">
            <a:extLst>
              <a:ext uri="{FF2B5EF4-FFF2-40B4-BE49-F238E27FC236}">
                <a16:creationId xmlns:a16="http://schemas.microsoft.com/office/drawing/2014/main" id="{AACCA7BD-8C3A-B2A8-C804-B5BE62FE0FAD}"/>
              </a:ext>
            </a:extLst>
          </p:cNvPr>
          <p:cNvSpPr/>
          <p:nvPr/>
        </p:nvSpPr>
        <p:spPr>
          <a:xfrm>
            <a:off x="6174487" y="4964200"/>
            <a:ext cx="1257444" cy="379379"/>
          </a:xfrm>
          <a:prstGeom prst="ellipse">
            <a:avLst/>
          </a:prstGeom>
          <a:noFill/>
          <a:ln w="317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E839544-2128-9680-EDD8-36A9FF3C953A}"/>
              </a:ext>
            </a:extLst>
          </p:cNvPr>
          <p:cNvSpPr txBox="1"/>
          <p:nvPr/>
        </p:nvSpPr>
        <p:spPr>
          <a:xfrm>
            <a:off x="1503558" y="4292389"/>
            <a:ext cx="240129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Palatino Linotype" panose="02040502050505030304" pitchFamily="18" charset="0"/>
              </a:rPr>
              <a:t>Output </a:t>
            </a:r>
            <a:r>
              <a:rPr lang="en-US" sz="2400" b="1" dirty="0">
                <a:latin typeface="Palatino Linotype" panose="02040502050505030304" pitchFamily="18" charset="0"/>
                <a:sym typeface="Wingdings" pitchFamily="2" charset="2"/>
              </a:rPr>
              <a:t> 100</a:t>
            </a:r>
            <a:endParaRPr lang="en-US" sz="2400" dirty="0">
              <a:latin typeface="Palatino Linotype" panose="0204050205050503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69277337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C7D24A-1A4D-B9B4-1C5D-4DBC2C9F17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A99168-3903-197A-32BF-4E9727AF64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905091"/>
          </a:xfrm>
        </p:spPr>
        <p:txBody>
          <a:bodyPr>
            <a:normAutofit/>
          </a:bodyPr>
          <a:lstStyle/>
          <a:p>
            <a:pPr algn="ctr"/>
            <a:r>
              <a:rPr lang="en-US" sz="4000" b="1" dirty="0">
                <a:latin typeface="Palatino Linotype" panose="02040502050505030304" pitchFamily="18" charset="0"/>
              </a:rPr>
              <a:t>Write-Read Conflict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2212FFE-7CFE-DB78-571F-40F780ACE8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07290" y="6356350"/>
            <a:ext cx="2743200" cy="365125"/>
          </a:xfrm>
        </p:spPr>
        <p:txBody>
          <a:bodyPr/>
          <a:lstStyle/>
          <a:p>
            <a:fld id="{D0FE24AB-0A3D-3945-A314-A55A03C76B7E}" type="slidenum">
              <a:rPr lang="en-US" smtClean="0">
                <a:latin typeface="Palatino Linotype" panose="02040502050505030304" pitchFamily="18" charset="0"/>
              </a:rPr>
              <a:t>58</a:t>
            </a:fld>
            <a:endParaRPr lang="en-US" dirty="0">
              <a:latin typeface="Palatino Linotype" panose="0204050205050503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65D8EE-FADA-279E-B3E1-DF62911132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5215" y="1415586"/>
            <a:ext cx="11816785" cy="1775085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US" sz="2400" b="1" dirty="0">
                <a:latin typeface="Palatino Linotype" panose="02040502050505030304" pitchFamily="18" charset="0"/>
              </a:rPr>
              <a:t>Dirty Read</a:t>
            </a:r>
            <a:r>
              <a:rPr lang="en-US" sz="2400" dirty="0">
                <a:latin typeface="Palatino Linotype" panose="02040502050505030304" pitchFamily="18" charset="0"/>
              </a:rPr>
              <a:t>: One transaction reads data written by another transaction that has not committed yet.</a:t>
            </a:r>
          </a:p>
          <a:p>
            <a:pPr>
              <a:lnSpc>
                <a:spcPct val="100000"/>
              </a:lnSpc>
            </a:pPr>
            <a:endParaRPr lang="en-US" sz="1000" dirty="0">
              <a:latin typeface="Palatino Linotype" panose="02040502050505030304" pitchFamily="18" charset="0"/>
            </a:endParaRPr>
          </a:p>
          <a:p>
            <a:pPr>
              <a:lnSpc>
                <a:spcPct val="100000"/>
              </a:lnSpc>
            </a:pPr>
            <a:r>
              <a:rPr lang="en-US" sz="2400" dirty="0">
                <a:latin typeface="Palatino Linotype" panose="02040502050505030304" pitchFamily="18" charset="0"/>
              </a:rPr>
              <a:t>Say, initially A = 50.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91F90EDC-B4AF-C08E-3C62-94A28E7CFADE}"/>
              </a:ext>
            </a:extLst>
          </p:cNvPr>
          <p:cNvGraphicFramePr>
            <a:graphicFrameLocks noGrp="1"/>
          </p:cNvGraphicFramePr>
          <p:nvPr/>
        </p:nvGraphicFramePr>
        <p:xfrm>
          <a:off x="4355416" y="3429000"/>
          <a:ext cx="3856382" cy="307040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79874">
                  <a:extLst>
                    <a:ext uri="{9D8B030D-6E8A-4147-A177-3AD203B41FA5}">
                      <a16:colId xmlns:a16="http://schemas.microsoft.com/office/drawing/2014/main" val="282134077"/>
                    </a:ext>
                  </a:extLst>
                </a:gridCol>
                <a:gridCol w="1876508">
                  <a:extLst>
                    <a:ext uri="{9D8B030D-6E8A-4147-A177-3AD203B41FA5}">
                      <a16:colId xmlns:a16="http://schemas.microsoft.com/office/drawing/2014/main" val="4206062769"/>
                    </a:ext>
                  </a:extLst>
                </a:gridCol>
              </a:tblGrid>
              <a:tr h="3070401">
                <a:tc>
                  <a:txBody>
                    <a:bodyPr/>
                    <a:lstStyle/>
                    <a:p>
                      <a:pPr algn="l"/>
                      <a:r>
                        <a:rPr lang="en-US" sz="2000" b="1" i="0" dirty="0">
                          <a:solidFill>
                            <a:schemeClr val="tx1"/>
                          </a:solidFill>
                          <a:latin typeface="Palatino Linotype" panose="02040502050505030304" pitchFamily="18" charset="0"/>
                        </a:rPr>
                        <a:t>T1:</a:t>
                      </a:r>
                    </a:p>
                    <a:p>
                      <a:pPr algn="l"/>
                      <a:endParaRPr lang="en-US" sz="2000" b="0" i="0" dirty="0">
                        <a:solidFill>
                          <a:schemeClr val="tx1"/>
                        </a:solidFill>
                        <a:latin typeface="Palatino Linotype" panose="02040502050505030304" pitchFamily="18" charset="0"/>
                      </a:endParaRPr>
                    </a:p>
                    <a:p>
                      <a:pPr algn="l"/>
                      <a:r>
                        <a:rPr lang="en-US" sz="2000" b="1" i="0" dirty="0">
                          <a:solidFill>
                            <a:schemeClr val="tx1"/>
                          </a:solidFill>
                          <a:latin typeface="Palatino Linotype" panose="02040502050505030304" pitchFamily="18" charset="0"/>
                        </a:rPr>
                        <a:t>Begin</a:t>
                      </a:r>
                    </a:p>
                    <a:p>
                      <a:pPr algn="l"/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read(</a:t>
                      </a:r>
                      <a:r>
                        <a:rPr lang="en-US" sz="2000" b="1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A</a:t>
                      </a:r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algn="l"/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write(</a:t>
                      </a:r>
                      <a:r>
                        <a:rPr lang="en-US" sz="2000" b="1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A</a:t>
                      </a:r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) </a:t>
                      </a:r>
                    </a:p>
                    <a:p>
                      <a:pPr algn="l"/>
                      <a:endParaRPr lang="en-US" sz="2000" b="0" i="0" kern="1200" dirty="0">
                        <a:solidFill>
                          <a:schemeClr val="tx1"/>
                        </a:solidFill>
                        <a:effectLst/>
                        <a:latin typeface="Palatino Linotype" panose="02040502050505030304" pitchFamily="18" charset="0"/>
                        <a:ea typeface="+mn-ea"/>
                        <a:cs typeface="+mn-cs"/>
                      </a:endParaRPr>
                    </a:p>
                    <a:p>
                      <a:pPr algn="l"/>
                      <a:endParaRPr lang="en-US" sz="2000" b="0" i="0" kern="1200" dirty="0">
                        <a:solidFill>
                          <a:schemeClr val="tx1"/>
                        </a:solidFill>
                        <a:effectLst/>
                        <a:latin typeface="Palatino Linotype" panose="02040502050505030304" pitchFamily="18" charset="0"/>
                        <a:ea typeface="+mn-ea"/>
                        <a:cs typeface="+mn-cs"/>
                      </a:endParaRPr>
                    </a:p>
                    <a:p>
                      <a:pPr algn="l"/>
                      <a:endParaRPr lang="en-US" sz="2000" b="0" i="0" kern="1200" dirty="0">
                        <a:solidFill>
                          <a:schemeClr val="tx1"/>
                        </a:solidFill>
                        <a:effectLst/>
                        <a:latin typeface="Palatino Linotype" panose="02040502050505030304" pitchFamily="18" charset="0"/>
                        <a:ea typeface="+mn-ea"/>
                        <a:cs typeface="+mn-cs"/>
                      </a:endParaRPr>
                    </a:p>
                    <a:p>
                      <a:pPr algn="l"/>
                      <a:r>
                        <a:rPr lang="en-US" sz="2000" b="1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Abort</a:t>
                      </a: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b="1" i="0" dirty="0">
                          <a:solidFill>
                            <a:schemeClr val="tx1"/>
                          </a:solidFill>
                          <a:latin typeface="Palatino Linotype" panose="02040502050505030304" pitchFamily="18" charset="0"/>
                        </a:rPr>
                        <a:t>T2:</a:t>
                      </a:r>
                    </a:p>
                    <a:p>
                      <a:pPr algn="l"/>
                      <a:endParaRPr lang="en-US" sz="2000" b="0" i="0" dirty="0">
                        <a:solidFill>
                          <a:schemeClr val="tx1"/>
                        </a:solidFill>
                        <a:latin typeface="Palatino Linotype" panose="02040502050505030304" pitchFamily="18" charset="0"/>
                      </a:endParaRPr>
                    </a:p>
                    <a:p>
                      <a:pPr algn="l"/>
                      <a:endParaRPr lang="en-US" sz="2000" b="0" i="0" dirty="0">
                        <a:solidFill>
                          <a:schemeClr val="tx1"/>
                        </a:solidFill>
                        <a:latin typeface="Palatino Linotype" panose="02040502050505030304" pitchFamily="18" charset="0"/>
                      </a:endParaRPr>
                    </a:p>
                    <a:p>
                      <a:pPr algn="l"/>
                      <a:endParaRPr lang="en-US" sz="2000" b="0" i="0" dirty="0">
                        <a:solidFill>
                          <a:schemeClr val="tx1"/>
                        </a:solidFill>
                        <a:latin typeface="Palatino Linotype" panose="02040502050505030304" pitchFamily="18" charset="0"/>
                      </a:endParaRPr>
                    </a:p>
                    <a:p>
                      <a:pPr algn="l"/>
                      <a:r>
                        <a:rPr lang="en-US" sz="2000" b="1" i="0" dirty="0">
                          <a:solidFill>
                            <a:schemeClr val="tx1"/>
                          </a:solidFill>
                          <a:latin typeface="Palatino Linotype" panose="02040502050505030304" pitchFamily="18" charset="0"/>
                        </a:rPr>
                        <a:t>Begin</a:t>
                      </a:r>
                    </a:p>
                    <a:p>
                      <a:pPr algn="l"/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read(</a:t>
                      </a:r>
                      <a:r>
                        <a:rPr lang="en-US" sz="2000" b="1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A</a:t>
                      </a:r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algn="l"/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write(</a:t>
                      </a:r>
                      <a:r>
                        <a:rPr lang="en-US" sz="2000" b="1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A</a:t>
                      </a:r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1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End</a:t>
                      </a:r>
                    </a:p>
                    <a:p>
                      <a:pPr algn="l"/>
                      <a:endParaRPr lang="en-US" sz="2000" b="1" i="0" dirty="0">
                        <a:solidFill>
                          <a:schemeClr val="tx1"/>
                        </a:solidFill>
                        <a:latin typeface="Palatino Linotype" panose="0204050205050503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7499455"/>
                  </a:ext>
                </a:extLst>
              </a:tr>
            </a:tbl>
          </a:graphicData>
        </a:graphic>
      </p:graphicFrame>
      <p:sp>
        <p:nvSpPr>
          <p:cNvPr id="6" name="Oval 5">
            <a:extLst>
              <a:ext uri="{FF2B5EF4-FFF2-40B4-BE49-F238E27FC236}">
                <a16:creationId xmlns:a16="http://schemas.microsoft.com/office/drawing/2014/main" id="{10BAD146-2747-61E1-C788-C605A66403E6}"/>
              </a:ext>
            </a:extLst>
          </p:cNvPr>
          <p:cNvSpPr/>
          <p:nvPr/>
        </p:nvSpPr>
        <p:spPr>
          <a:xfrm>
            <a:off x="6283607" y="5252724"/>
            <a:ext cx="1257444" cy="379379"/>
          </a:xfrm>
          <a:prstGeom prst="ellipse">
            <a:avLst/>
          </a:prstGeom>
          <a:noFill/>
          <a:ln w="317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D5CCF4F-8BC0-CF58-2521-169CE94FFA3C}"/>
              </a:ext>
            </a:extLst>
          </p:cNvPr>
          <p:cNvSpPr txBox="1"/>
          <p:nvPr/>
        </p:nvSpPr>
        <p:spPr>
          <a:xfrm>
            <a:off x="1503558" y="4292389"/>
            <a:ext cx="240129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Palatino Linotype" panose="02040502050505030304" pitchFamily="18" charset="0"/>
              </a:rPr>
              <a:t>Output </a:t>
            </a:r>
            <a:r>
              <a:rPr lang="en-US" sz="2400" b="1" dirty="0">
                <a:latin typeface="Palatino Linotype" panose="02040502050505030304" pitchFamily="18" charset="0"/>
                <a:sym typeface="Wingdings" pitchFamily="2" charset="2"/>
              </a:rPr>
              <a:t> 150</a:t>
            </a:r>
            <a:endParaRPr lang="en-US" sz="2400" dirty="0">
              <a:latin typeface="Palatino Linotype" panose="0204050205050503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45780141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0F4005-7EAE-0E03-7130-DA45F1CEF9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D1F4B8-81DB-90AE-C1BB-28F95A19C4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905091"/>
          </a:xfrm>
        </p:spPr>
        <p:txBody>
          <a:bodyPr>
            <a:normAutofit/>
          </a:bodyPr>
          <a:lstStyle/>
          <a:p>
            <a:pPr algn="ctr"/>
            <a:r>
              <a:rPr lang="en-US" sz="4000" b="1" dirty="0">
                <a:latin typeface="Palatino Linotype" panose="02040502050505030304" pitchFamily="18" charset="0"/>
              </a:rPr>
              <a:t>Write-Read Conflict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69BA1C7-45A0-8826-F91F-16EDCB9BBE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07290" y="6356350"/>
            <a:ext cx="2743200" cy="365125"/>
          </a:xfrm>
        </p:spPr>
        <p:txBody>
          <a:bodyPr/>
          <a:lstStyle/>
          <a:p>
            <a:fld id="{D0FE24AB-0A3D-3945-A314-A55A03C76B7E}" type="slidenum">
              <a:rPr lang="en-US" smtClean="0">
                <a:latin typeface="Palatino Linotype" panose="02040502050505030304" pitchFamily="18" charset="0"/>
              </a:rPr>
              <a:t>59</a:t>
            </a:fld>
            <a:endParaRPr lang="en-US" dirty="0">
              <a:latin typeface="Palatino Linotype" panose="0204050205050503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21149B-650C-BC2C-2DB9-6FBF9B1755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5215" y="1415586"/>
            <a:ext cx="11816785" cy="1775085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US" sz="2400" b="1" dirty="0">
                <a:latin typeface="Palatino Linotype" panose="02040502050505030304" pitchFamily="18" charset="0"/>
              </a:rPr>
              <a:t>Dirty Read</a:t>
            </a:r>
            <a:r>
              <a:rPr lang="en-US" sz="2400" dirty="0">
                <a:latin typeface="Palatino Linotype" panose="02040502050505030304" pitchFamily="18" charset="0"/>
              </a:rPr>
              <a:t>: One transaction reads data written by another transaction that has not committed yet.</a:t>
            </a:r>
          </a:p>
          <a:p>
            <a:pPr>
              <a:lnSpc>
                <a:spcPct val="100000"/>
              </a:lnSpc>
            </a:pPr>
            <a:endParaRPr lang="en-US" sz="1000" dirty="0">
              <a:latin typeface="Palatino Linotype" panose="02040502050505030304" pitchFamily="18" charset="0"/>
            </a:endParaRPr>
          </a:p>
          <a:p>
            <a:pPr>
              <a:lnSpc>
                <a:spcPct val="100000"/>
              </a:lnSpc>
            </a:pPr>
            <a:r>
              <a:rPr lang="en-US" sz="2400" dirty="0">
                <a:latin typeface="Palatino Linotype" panose="02040502050505030304" pitchFamily="18" charset="0"/>
              </a:rPr>
              <a:t>Say, initially A = 50.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E7AEC814-8361-4B43-8D0C-C77005FA5CAF}"/>
              </a:ext>
            </a:extLst>
          </p:cNvPr>
          <p:cNvGraphicFramePr>
            <a:graphicFrameLocks noGrp="1"/>
          </p:cNvGraphicFramePr>
          <p:nvPr/>
        </p:nvGraphicFramePr>
        <p:xfrm>
          <a:off x="4355416" y="3429000"/>
          <a:ext cx="3856382" cy="307040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79874">
                  <a:extLst>
                    <a:ext uri="{9D8B030D-6E8A-4147-A177-3AD203B41FA5}">
                      <a16:colId xmlns:a16="http://schemas.microsoft.com/office/drawing/2014/main" val="282134077"/>
                    </a:ext>
                  </a:extLst>
                </a:gridCol>
                <a:gridCol w="1876508">
                  <a:extLst>
                    <a:ext uri="{9D8B030D-6E8A-4147-A177-3AD203B41FA5}">
                      <a16:colId xmlns:a16="http://schemas.microsoft.com/office/drawing/2014/main" val="4206062769"/>
                    </a:ext>
                  </a:extLst>
                </a:gridCol>
              </a:tblGrid>
              <a:tr h="3070401">
                <a:tc>
                  <a:txBody>
                    <a:bodyPr/>
                    <a:lstStyle/>
                    <a:p>
                      <a:pPr algn="l"/>
                      <a:r>
                        <a:rPr lang="en-US" sz="2000" b="1" i="0" dirty="0">
                          <a:solidFill>
                            <a:schemeClr val="tx1"/>
                          </a:solidFill>
                          <a:latin typeface="Palatino Linotype" panose="02040502050505030304" pitchFamily="18" charset="0"/>
                        </a:rPr>
                        <a:t>T1:</a:t>
                      </a:r>
                    </a:p>
                    <a:p>
                      <a:pPr algn="l"/>
                      <a:endParaRPr lang="en-US" sz="2000" b="0" i="0" dirty="0">
                        <a:solidFill>
                          <a:schemeClr val="tx1"/>
                        </a:solidFill>
                        <a:latin typeface="Palatino Linotype" panose="02040502050505030304" pitchFamily="18" charset="0"/>
                      </a:endParaRPr>
                    </a:p>
                    <a:p>
                      <a:pPr algn="l"/>
                      <a:r>
                        <a:rPr lang="en-US" sz="2000" b="1" i="0" dirty="0">
                          <a:solidFill>
                            <a:schemeClr val="tx1"/>
                          </a:solidFill>
                          <a:latin typeface="Palatino Linotype" panose="02040502050505030304" pitchFamily="18" charset="0"/>
                        </a:rPr>
                        <a:t>Begin</a:t>
                      </a:r>
                    </a:p>
                    <a:p>
                      <a:pPr algn="l"/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read(</a:t>
                      </a:r>
                      <a:r>
                        <a:rPr lang="en-US" sz="2000" b="1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A</a:t>
                      </a:r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algn="l"/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write(</a:t>
                      </a:r>
                      <a:r>
                        <a:rPr lang="en-US" sz="2000" b="1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A</a:t>
                      </a:r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) </a:t>
                      </a:r>
                    </a:p>
                    <a:p>
                      <a:pPr algn="l"/>
                      <a:endParaRPr lang="en-US" sz="2000" b="0" i="0" kern="1200" dirty="0">
                        <a:solidFill>
                          <a:schemeClr val="tx1"/>
                        </a:solidFill>
                        <a:effectLst/>
                        <a:latin typeface="Palatino Linotype" panose="02040502050505030304" pitchFamily="18" charset="0"/>
                        <a:ea typeface="+mn-ea"/>
                        <a:cs typeface="+mn-cs"/>
                      </a:endParaRPr>
                    </a:p>
                    <a:p>
                      <a:pPr algn="l"/>
                      <a:endParaRPr lang="en-US" sz="2000" b="0" i="0" kern="1200" dirty="0">
                        <a:solidFill>
                          <a:schemeClr val="tx1"/>
                        </a:solidFill>
                        <a:effectLst/>
                        <a:latin typeface="Palatino Linotype" panose="02040502050505030304" pitchFamily="18" charset="0"/>
                        <a:ea typeface="+mn-ea"/>
                        <a:cs typeface="+mn-cs"/>
                      </a:endParaRPr>
                    </a:p>
                    <a:p>
                      <a:pPr algn="l"/>
                      <a:endParaRPr lang="en-US" sz="2000" b="0" i="0" kern="1200" dirty="0">
                        <a:solidFill>
                          <a:schemeClr val="tx1"/>
                        </a:solidFill>
                        <a:effectLst/>
                        <a:latin typeface="Palatino Linotype" panose="02040502050505030304" pitchFamily="18" charset="0"/>
                        <a:ea typeface="+mn-ea"/>
                        <a:cs typeface="+mn-cs"/>
                      </a:endParaRPr>
                    </a:p>
                    <a:p>
                      <a:pPr algn="l"/>
                      <a:r>
                        <a:rPr lang="en-US" sz="2000" b="1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Abort</a:t>
                      </a: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b="1" i="0" dirty="0">
                          <a:solidFill>
                            <a:schemeClr val="tx1"/>
                          </a:solidFill>
                          <a:latin typeface="Palatino Linotype" panose="02040502050505030304" pitchFamily="18" charset="0"/>
                        </a:rPr>
                        <a:t>T2:</a:t>
                      </a:r>
                    </a:p>
                    <a:p>
                      <a:pPr algn="l"/>
                      <a:endParaRPr lang="en-US" sz="2000" b="0" i="0" dirty="0">
                        <a:solidFill>
                          <a:schemeClr val="tx1"/>
                        </a:solidFill>
                        <a:latin typeface="Palatino Linotype" panose="02040502050505030304" pitchFamily="18" charset="0"/>
                      </a:endParaRPr>
                    </a:p>
                    <a:p>
                      <a:pPr algn="l"/>
                      <a:endParaRPr lang="en-US" sz="2000" b="0" i="0" dirty="0">
                        <a:solidFill>
                          <a:schemeClr val="tx1"/>
                        </a:solidFill>
                        <a:latin typeface="Palatino Linotype" panose="02040502050505030304" pitchFamily="18" charset="0"/>
                      </a:endParaRPr>
                    </a:p>
                    <a:p>
                      <a:pPr algn="l"/>
                      <a:endParaRPr lang="en-US" sz="2000" b="0" i="0" dirty="0">
                        <a:solidFill>
                          <a:schemeClr val="tx1"/>
                        </a:solidFill>
                        <a:latin typeface="Palatino Linotype" panose="02040502050505030304" pitchFamily="18" charset="0"/>
                      </a:endParaRPr>
                    </a:p>
                    <a:p>
                      <a:pPr algn="l"/>
                      <a:r>
                        <a:rPr lang="en-US" sz="2000" b="1" i="0" dirty="0">
                          <a:solidFill>
                            <a:schemeClr val="tx1"/>
                          </a:solidFill>
                          <a:latin typeface="Palatino Linotype" panose="02040502050505030304" pitchFamily="18" charset="0"/>
                        </a:rPr>
                        <a:t>Begin</a:t>
                      </a:r>
                    </a:p>
                    <a:p>
                      <a:pPr algn="l"/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read(</a:t>
                      </a:r>
                      <a:r>
                        <a:rPr lang="en-US" sz="2000" b="1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A</a:t>
                      </a:r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algn="l"/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write(</a:t>
                      </a:r>
                      <a:r>
                        <a:rPr lang="en-US" sz="2000" b="1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A</a:t>
                      </a:r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1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End</a:t>
                      </a:r>
                    </a:p>
                    <a:p>
                      <a:pPr algn="l"/>
                      <a:endParaRPr lang="en-US" sz="2000" b="1" i="0" dirty="0">
                        <a:solidFill>
                          <a:schemeClr val="tx1"/>
                        </a:solidFill>
                        <a:latin typeface="Palatino Linotype" panose="0204050205050503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7499455"/>
                  </a:ext>
                </a:extLst>
              </a:tr>
            </a:tbl>
          </a:graphicData>
        </a:graphic>
      </p:graphicFrame>
      <p:sp>
        <p:nvSpPr>
          <p:cNvPr id="6" name="Oval 5">
            <a:extLst>
              <a:ext uri="{FF2B5EF4-FFF2-40B4-BE49-F238E27FC236}">
                <a16:creationId xmlns:a16="http://schemas.microsoft.com/office/drawing/2014/main" id="{69256887-2320-3353-EBE4-5378B6CD8A85}"/>
              </a:ext>
            </a:extLst>
          </p:cNvPr>
          <p:cNvSpPr/>
          <p:nvPr/>
        </p:nvSpPr>
        <p:spPr>
          <a:xfrm>
            <a:off x="4211615" y="5875294"/>
            <a:ext cx="1257444" cy="379379"/>
          </a:xfrm>
          <a:prstGeom prst="ellipse">
            <a:avLst/>
          </a:prstGeom>
          <a:noFill/>
          <a:ln w="317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22D5316-933C-DE10-5E97-181792890DA0}"/>
              </a:ext>
            </a:extLst>
          </p:cNvPr>
          <p:cNvSpPr txBox="1"/>
          <p:nvPr/>
        </p:nvSpPr>
        <p:spPr>
          <a:xfrm>
            <a:off x="1138136" y="4358012"/>
            <a:ext cx="256243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Palatino Linotype" panose="02040502050505030304" pitchFamily="18" charset="0"/>
              </a:rPr>
              <a:t>Transaction T1 </a:t>
            </a:r>
          </a:p>
          <a:p>
            <a:r>
              <a:rPr lang="en-US" sz="2400" b="1" dirty="0">
                <a:latin typeface="Palatino Linotype" panose="02040502050505030304" pitchFamily="18" charset="0"/>
              </a:rPr>
              <a:t>has to be aborted</a:t>
            </a:r>
            <a:endParaRPr lang="en-US" sz="2400" dirty="0">
              <a:latin typeface="Palatino Linotype" panose="0204050205050503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93331882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ACA236-35F2-65F7-021F-35AFF0B102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564352-2F89-57AF-A50D-C260B37C4B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905091"/>
          </a:xfrm>
        </p:spPr>
        <p:txBody>
          <a:bodyPr>
            <a:normAutofit/>
          </a:bodyPr>
          <a:lstStyle/>
          <a:p>
            <a:pPr algn="ctr"/>
            <a:r>
              <a:rPr lang="en-US" sz="4000" b="1" dirty="0">
                <a:latin typeface="Palatino Linotype" panose="02040502050505030304" pitchFamily="18" charset="0"/>
              </a:rPr>
              <a:t>Write-Write Conflict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AD738DD-8F2D-B4AD-8709-F287DF4B09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07290" y="6356350"/>
            <a:ext cx="2743200" cy="365125"/>
          </a:xfrm>
        </p:spPr>
        <p:txBody>
          <a:bodyPr/>
          <a:lstStyle/>
          <a:p>
            <a:fld id="{D0FE24AB-0A3D-3945-A314-A55A03C76B7E}" type="slidenum">
              <a:rPr lang="en-US" smtClean="0">
                <a:latin typeface="Palatino Linotype" panose="02040502050505030304" pitchFamily="18" charset="0"/>
              </a:rPr>
              <a:t>60</a:t>
            </a:fld>
            <a:endParaRPr lang="en-US" dirty="0">
              <a:latin typeface="Palatino Linotype" panose="0204050205050503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57D7A6-D93A-04DA-CD52-2B1C323EE4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5215" y="1415587"/>
            <a:ext cx="11816785" cy="905092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US" sz="2400" b="1" dirty="0">
                <a:latin typeface="Palatino Linotype" panose="02040502050505030304" pitchFamily="18" charset="0"/>
              </a:rPr>
              <a:t>Lost Update?</a:t>
            </a:r>
            <a:endParaRPr lang="en-US" sz="2400" dirty="0">
              <a:latin typeface="Palatino Linotype" panose="0204050205050503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08463334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806D1D-1F86-522C-60D1-16C64DF007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AB2501-0FE8-F402-EB39-BF060F9A91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905091"/>
          </a:xfrm>
        </p:spPr>
        <p:txBody>
          <a:bodyPr>
            <a:normAutofit/>
          </a:bodyPr>
          <a:lstStyle/>
          <a:p>
            <a:pPr algn="ctr"/>
            <a:r>
              <a:rPr lang="en-US" sz="4000" b="1" dirty="0">
                <a:latin typeface="Palatino Linotype" panose="02040502050505030304" pitchFamily="18" charset="0"/>
              </a:rPr>
              <a:t>Write-Write Conflict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FB17AED-FD05-2044-366F-2A23FDDB91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07290" y="6356350"/>
            <a:ext cx="2743200" cy="365125"/>
          </a:xfrm>
        </p:spPr>
        <p:txBody>
          <a:bodyPr/>
          <a:lstStyle/>
          <a:p>
            <a:fld id="{D0FE24AB-0A3D-3945-A314-A55A03C76B7E}" type="slidenum">
              <a:rPr lang="en-US" smtClean="0">
                <a:latin typeface="Palatino Linotype" panose="02040502050505030304" pitchFamily="18" charset="0"/>
              </a:rPr>
              <a:t>61</a:t>
            </a:fld>
            <a:endParaRPr lang="en-US" dirty="0">
              <a:latin typeface="Palatino Linotype" panose="0204050205050503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E03F8D-2B78-E894-B753-74EB89F124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5215" y="1415587"/>
            <a:ext cx="11816785" cy="1648626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US" sz="2400" b="1" dirty="0">
                <a:latin typeface="Palatino Linotype" panose="02040502050505030304" pitchFamily="18" charset="0"/>
              </a:rPr>
              <a:t>Lost Update </a:t>
            </a:r>
            <a:r>
              <a:rPr lang="en-US" sz="2400" dirty="0">
                <a:latin typeface="Palatino Linotype" panose="02040502050505030304" pitchFamily="18" charset="0"/>
                <a:sym typeface="Wingdings" pitchFamily="2" charset="2"/>
              </a:rPr>
              <a:t> </a:t>
            </a:r>
            <a:r>
              <a:rPr lang="en-US" sz="2400" dirty="0">
                <a:latin typeface="Palatino Linotype" panose="02040502050505030304" pitchFamily="18" charset="0"/>
              </a:rPr>
              <a:t>One transaction overwrites uncommitted data from another uncommitted transaction.</a:t>
            </a:r>
          </a:p>
          <a:p>
            <a:pPr>
              <a:lnSpc>
                <a:spcPct val="100000"/>
              </a:lnSpc>
            </a:pPr>
            <a:endParaRPr lang="en-US" sz="1000" dirty="0">
              <a:latin typeface="Palatino Linotype" panose="02040502050505030304" pitchFamily="18" charset="0"/>
            </a:endParaRPr>
          </a:p>
          <a:p>
            <a:pPr>
              <a:lnSpc>
                <a:spcPct val="100000"/>
              </a:lnSpc>
            </a:pPr>
            <a:r>
              <a:rPr lang="en-US" sz="2400" dirty="0">
                <a:latin typeface="Palatino Linotype" panose="02040502050505030304" pitchFamily="18" charset="0"/>
              </a:rPr>
              <a:t>Say, initially A = 50.</a:t>
            </a:r>
          </a:p>
          <a:p>
            <a:pPr marL="0" indent="0">
              <a:lnSpc>
                <a:spcPct val="100000"/>
              </a:lnSpc>
              <a:buNone/>
            </a:pPr>
            <a:endParaRPr lang="en-US" sz="2400" dirty="0">
              <a:latin typeface="Palatino Linotype" panose="02040502050505030304" pitchFamily="18" charset="0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27096E76-0EDD-95CB-CFFB-DD81FAF9E3F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19691621"/>
              </p:ext>
            </p:extLst>
          </p:nvPr>
        </p:nvGraphicFramePr>
        <p:xfrm>
          <a:off x="4355416" y="2947481"/>
          <a:ext cx="3856382" cy="38424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79874">
                  <a:extLst>
                    <a:ext uri="{9D8B030D-6E8A-4147-A177-3AD203B41FA5}">
                      <a16:colId xmlns:a16="http://schemas.microsoft.com/office/drawing/2014/main" val="282134077"/>
                    </a:ext>
                  </a:extLst>
                </a:gridCol>
                <a:gridCol w="1876508">
                  <a:extLst>
                    <a:ext uri="{9D8B030D-6E8A-4147-A177-3AD203B41FA5}">
                      <a16:colId xmlns:a16="http://schemas.microsoft.com/office/drawing/2014/main" val="4206062769"/>
                    </a:ext>
                  </a:extLst>
                </a:gridCol>
              </a:tblGrid>
              <a:tr h="3842425">
                <a:tc>
                  <a:txBody>
                    <a:bodyPr/>
                    <a:lstStyle/>
                    <a:p>
                      <a:pPr algn="l"/>
                      <a:r>
                        <a:rPr lang="en-US" sz="2000" b="1" i="0" dirty="0">
                          <a:solidFill>
                            <a:schemeClr val="tx1"/>
                          </a:solidFill>
                          <a:latin typeface="Palatino Linotype" panose="02040502050505030304" pitchFamily="18" charset="0"/>
                        </a:rPr>
                        <a:t>T1:</a:t>
                      </a:r>
                    </a:p>
                    <a:p>
                      <a:pPr algn="l"/>
                      <a:endParaRPr lang="en-US" sz="2000" b="0" i="0" dirty="0">
                        <a:solidFill>
                          <a:schemeClr val="tx1"/>
                        </a:solidFill>
                        <a:latin typeface="Palatino Linotype" panose="02040502050505030304" pitchFamily="18" charset="0"/>
                      </a:endParaRPr>
                    </a:p>
                    <a:p>
                      <a:pPr algn="l"/>
                      <a:r>
                        <a:rPr lang="en-US" sz="2000" b="1" i="0" dirty="0">
                          <a:solidFill>
                            <a:schemeClr val="tx1"/>
                          </a:solidFill>
                          <a:latin typeface="Palatino Linotype" panose="02040502050505030304" pitchFamily="18" charset="0"/>
                        </a:rPr>
                        <a:t>Begin</a:t>
                      </a:r>
                    </a:p>
                    <a:p>
                      <a:pPr algn="l"/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read(</a:t>
                      </a:r>
                      <a:r>
                        <a:rPr lang="en-US" sz="2000" b="1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A</a:t>
                      </a:r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algn="l"/>
                      <a:endParaRPr lang="en-US" sz="2000" b="0" i="0" kern="1200" dirty="0">
                        <a:solidFill>
                          <a:schemeClr val="tx1"/>
                        </a:solidFill>
                        <a:effectLst/>
                        <a:latin typeface="Palatino Linotype" panose="02040502050505030304" pitchFamily="18" charset="0"/>
                        <a:ea typeface="+mn-ea"/>
                        <a:cs typeface="+mn-cs"/>
                      </a:endParaRPr>
                    </a:p>
                    <a:p>
                      <a:pPr algn="l"/>
                      <a:endParaRPr lang="en-US" sz="2000" b="0" i="0" kern="1200" dirty="0">
                        <a:solidFill>
                          <a:schemeClr val="tx1"/>
                        </a:solidFill>
                        <a:effectLst/>
                        <a:latin typeface="Palatino Linotype" panose="02040502050505030304" pitchFamily="18" charset="0"/>
                        <a:ea typeface="+mn-ea"/>
                        <a:cs typeface="+mn-cs"/>
                      </a:endParaRPr>
                    </a:p>
                    <a:p>
                      <a:pPr algn="l"/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write(</a:t>
                      </a:r>
                      <a:r>
                        <a:rPr lang="en-US" sz="2000" b="1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A</a:t>
                      </a:r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algn="l"/>
                      <a:endParaRPr lang="en-US" sz="2000" b="0" i="0" kern="1200" dirty="0">
                        <a:solidFill>
                          <a:schemeClr val="tx1"/>
                        </a:solidFill>
                        <a:effectLst/>
                        <a:latin typeface="Palatino Linotype" panose="02040502050505030304" pitchFamily="18" charset="0"/>
                        <a:ea typeface="+mn-ea"/>
                        <a:cs typeface="+mn-cs"/>
                      </a:endParaRPr>
                    </a:p>
                    <a:p>
                      <a:pPr algn="l"/>
                      <a:endParaRPr lang="en-US" sz="2000" b="0" i="0" kern="1200" dirty="0">
                        <a:solidFill>
                          <a:schemeClr val="tx1"/>
                        </a:solidFill>
                        <a:effectLst/>
                        <a:latin typeface="Palatino Linotype" panose="02040502050505030304" pitchFamily="18" charset="0"/>
                        <a:ea typeface="+mn-ea"/>
                        <a:cs typeface="+mn-cs"/>
                      </a:endParaRPr>
                    </a:p>
                    <a:p>
                      <a:pPr algn="l"/>
                      <a:endParaRPr lang="en-US" sz="2000" b="0" i="0" kern="1200" dirty="0">
                        <a:solidFill>
                          <a:schemeClr val="tx1"/>
                        </a:solidFill>
                        <a:effectLst/>
                        <a:latin typeface="Palatino Linotype" panose="02040502050505030304" pitchFamily="18" charset="0"/>
                        <a:ea typeface="+mn-ea"/>
                        <a:cs typeface="+mn-cs"/>
                      </a:endParaRPr>
                    </a:p>
                    <a:p>
                      <a:pPr algn="l"/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write(</a:t>
                      </a:r>
                      <a:r>
                        <a:rPr lang="en-US" sz="2000" b="1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B</a:t>
                      </a:r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algn="l"/>
                      <a:r>
                        <a:rPr lang="en-US" sz="2000" b="1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End</a:t>
                      </a: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b="1" i="0" dirty="0">
                          <a:solidFill>
                            <a:schemeClr val="tx1"/>
                          </a:solidFill>
                          <a:latin typeface="Palatino Linotype" panose="02040502050505030304" pitchFamily="18" charset="0"/>
                        </a:rPr>
                        <a:t>T2:</a:t>
                      </a:r>
                    </a:p>
                    <a:p>
                      <a:pPr algn="l"/>
                      <a:endParaRPr lang="en-US" sz="2000" b="0" i="0" dirty="0">
                        <a:solidFill>
                          <a:schemeClr val="tx1"/>
                        </a:solidFill>
                        <a:latin typeface="Palatino Linotype" panose="02040502050505030304" pitchFamily="18" charset="0"/>
                      </a:endParaRPr>
                    </a:p>
                    <a:p>
                      <a:pPr algn="l"/>
                      <a:endParaRPr lang="en-US" sz="2000" b="0" i="0" dirty="0">
                        <a:solidFill>
                          <a:schemeClr val="tx1"/>
                        </a:solidFill>
                        <a:latin typeface="Palatino Linotype" panose="02040502050505030304" pitchFamily="18" charset="0"/>
                      </a:endParaRPr>
                    </a:p>
                    <a:p>
                      <a:pPr algn="l"/>
                      <a:endParaRPr lang="en-US" sz="2000" b="0" i="0" dirty="0">
                        <a:solidFill>
                          <a:schemeClr val="tx1"/>
                        </a:solidFill>
                        <a:latin typeface="Palatino Linotype" panose="02040502050505030304" pitchFamily="18" charset="0"/>
                      </a:endParaRPr>
                    </a:p>
                    <a:p>
                      <a:pPr algn="l"/>
                      <a:r>
                        <a:rPr lang="en-US" sz="2000" b="1" i="0" dirty="0">
                          <a:solidFill>
                            <a:schemeClr val="tx1"/>
                          </a:solidFill>
                          <a:latin typeface="Palatino Linotype" panose="02040502050505030304" pitchFamily="18" charset="0"/>
                        </a:rPr>
                        <a:t>Begin</a:t>
                      </a:r>
                    </a:p>
                    <a:p>
                      <a:pPr algn="l"/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read(</a:t>
                      </a:r>
                      <a:r>
                        <a:rPr lang="en-US" sz="2000" b="1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A</a:t>
                      </a:r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algn="l"/>
                      <a:endParaRPr lang="en-US" sz="2000" b="0" i="0" kern="1200" dirty="0">
                        <a:solidFill>
                          <a:schemeClr val="tx1"/>
                        </a:solidFill>
                        <a:effectLst/>
                        <a:latin typeface="Palatino Linotype" panose="02040502050505030304" pitchFamily="18" charset="0"/>
                        <a:ea typeface="+mn-ea"/>
                        <a:cs typeface="+mn-cs"/>
                      </a:endParaRPr>
                    </a:p>
                    <a:p>
                      <a:pPr algn="l"/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write(</a:t>
                      </a:r>
                      <a:r>
                        <a:rPr lang="en-US" sz="2000" b="1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A</a:t>
                      </a:r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algn="l"/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write(</a:t>
                      </a:r>
                      <a:r>
                        <a:rPr lang="en-US" sz="2000" b="1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B</a:t>
                      </a:r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1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End</a:t>
                      </a:r>
                    </a:p>
                    <a:p>
                      <a:pPr algn="l"/>
                      <a:endParaRPr lang="en-US" sz="2000" b="1" i="0" dirty="0">
                        <a:solidFill>
                          <a:schemeClr val="tx1"/>
                        </a:solidFill>
                        <a:latin typeface="Palatino Linotype" panose="0204050205050503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749945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29243194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9D4788-ADDC-F553-56BD-5CD42FD78D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26F433-D5D6-627B-EE9B-54325114CC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905091"/>
          </a:xfrm>
        </p:spPr>
        <p:txBody>
          <a:bodyPr>
            <a:normAutofit/>
          </a:bodyPr>
          <a:lstStyle/>
          <a:p>
            <a:pPr algn="ctr"/>
            <a:r>
              <a:rPr lang="en-US" sz="4000" b="1" dirty="0">
                <a:latin typeface="Palatino Linotype" panose="02040502050505030304" pitchFamily="18" charset="0"/>
              </a:rPr>
              <a:t>Write-Write Conflict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19DE2C3-D013-4D0B-20FC-7B3F1C5D3E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07290" y="6356350"/>
            <a:ext cx="2743200" cy="365125"/>
          </a:xfrm>
        </p:spPr>
        <p:txBody>
          <a:bodyPr/>
          <a:lstStyle/>
          <a:p>
            <a:fld id="{D0FE24AB-0A3D-3945-A314-A55A03C76B7E}" type="slidenum">
              <a:rPr lang="en-US" smtClean="0">
                <a:latin typeface="Palatino Linotype" panose="02040502050505030304" pitchFamily="18" charset="0"/>
              </a:rPr>
              <a:t>62</a:t>
            </a:fld>
            <a:endParaRPr lang="en-US" dirty="0">
              <a:latin typeface="Palatino Linotype" panose="0204050205050503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4984F5-2352-187C-FEA4-98759B51EA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5215" y="1415587"/>
            <a:ext cx="11816785" cy="1648626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US" sz="2400" b="1" dirty="0">
                <a:latin typeface="Palatino Linotype" panose="02040502050505030304" pitchFamily="18" charset="0"/>
              </a:rPr>
              <a:t>Lost Update </a:t>
            </a:r>
            <a:r>
              <a:rPr lang="en-US" sz="2400" dirty="0">
                <a:latin typeface="Palatino Linotype" panose="02040502050505030304" pitchFamily="18" charset="0"/>
                <a:sym typeface="Wingdings" pitchFamily="2" charset="2"/>
              </a:rPr>
              <a:t> </a:t>
            </a:r>
            <a:r>
              <a:rPr lang="en-US" sz="2400" dirty="0">
                <a:latin typeface="Palatino Linotype" panose="02040502050505030304" pitchFamily="18" charset="0"/>
              </a:rPr>
              <a:t>One transaction overwrites uncommitted data from another uncommitted transaction.</a:t>
            </a:r>
          </a:p>
          <a:p>
            <a:pPr>
              <a:lnSpc>
                <a:spcPct val="100000"/>
              </a:lnSpc>
            </a:pPr>
            <a:endParaRPr lang="en-US" sz="1000" dirty="0">
              <a:latin typeface="Palatino Linotype" panose="02040502050505030304" pitchFamily="18" charset="0"/>
            </a:endParaRPr>
          </a:p>
          <a:p>
            <a:pPr>
              <a:lnSpc>
                <a:spcPct val="100000"/>
              </a:lnSpc>
            </a:pPr>
            <a:r>
              <a:rPr lang="en-US" sz="2400" dirty="0">
                <a:latin typeface="Palatino Linotype" panose="02040502050505030304" pitchFamily="18" charset="0"/>
              </a:rPr>
              <a:t>Say, initially A = 50.</a:t>
            </a:r>
          </a:p>
          <a:p>
            <a:pPr marL="0" indent="0">
              <a:lnSpc>
                <a:spcPct val="100000"/>
              </a:lnSpc>
              <a:buNone/>
            </a:pPr>
            <a:endParaRPr lang="en-US" sz="2400" dirty="0">
              <a:latin typeface="Palatino Linotype" panose="02040502050505030304" pitchFamily="18" charset="0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63A08D1D-3B20-AA57-AAC2-95446A4C0AF7}"/>
              </a:ext>
            </a:extLst>
          </p:cNvPr>
          <p:cNvGraphicFramePr>
            <a:graphicFrameLocks noGrp="1"/>
          </p:cNvGraphicFramePr>
          <p:nvPr/>
        </p:nvGraphicFramePr>
        <p:xfrm>
          <a:off x="4355416" y="2947481"/>
          <a:ext cx="3856382" cy="38424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79874">
                  <a:extLst>
                    <a:ext uri="{9D8B030D-6E8A-4147-A177-3AD203B41FA5}">
                      <a16:colId xmlns:a16="http://schemas.microsoft.com/office/drawing/2014/main" val="282134077"/>
                    </a:ext>
                  </a:extLst>
                </a:gridCol>
                <a:gridCol w="1876508">
                  <a:extLst>
                    <a:ext uri="{9D8B030D-6E8A-4147-A177-3AD203B41FA5}">
                      <a16:colId xmlns:a16="http://schemas.microsoft.com/office/drawing/2014/main" val="4206062769"/>
                    </a:ext>
                  </a:extLst>
                </a:gridCol>
              </a:tblGrid>
              <a:tr h="3842425">
                <a:tc>
                  <a:txBody>
                    <a:bodyPr/>
                    <a:lstStyle/>
                    <a:p>
                      <a:pPr algn="l"/>
                      <a:r>
                        <a:rPr lang="en-US" sz="2000" b="1" i="0" dirty="0">
                          <a:solidFill>
                            <a:schemeClr val="tx1"/>
                          </a:solidFill>
                          <a:latin typeface="Palatino Linotype" panose="02040502050505030304" pitchFamily="18" charset="0"/>
                        </a:rPr>
                        <a:t>T1:</a:t>
                      </a:r>
                    </a:p>
                    <a:p>
                      <a:pPr algn="l"/>
                      <a:endParaRPr lang="en-US" sz="2000" b="0" i="0" dirty="0">
                        <a:solidFill>
                          <a:schemeClr val="tx1"/>
                        </a:solidFill>
                        <a:latin typeface="Palatino Linotype" panose="02040502050505030304" pitchFamily="18" charset="0"/>
                      </a:endParaRPr>
                    </a:p>
                    <a:p>
                      <a:pPr algn="l"/>
                      <a:r>
                        <a:rPr lang="en-US" sz="2000" b="1" i="0" dirty="0">
                          <a:solidFill>
                            <a:schemeClr val="tx1"/>
                          </a:solidFill>
                          <a:latin typeface="Palatino Linotype" panose="02040502050505030304" pitchFamily="18" charset="0"/>
                        </a:rPr>
                        <a:t>Begin</a:t>
                      </a:r>
                    </a:p>
                    <a:p>
                      <a:pPr algn="l"/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read(</a:t>
                      </a:r>
                      <a:r>
                        <a:rPr lang="en-US" sz="2000" b="1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A</a:t>
                      </a:r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algn="l"/>
                      <a:endParaRPr lang="en-US" sz="2000" b="0" i="0" kern="1200" dirty="0">
                        <a:solidFill>
                          <a:schemeClr val="tx1"/>
                        </a:solidFill>
                        <a:effectLst/>
                        <a:latin typeface="Palatino Linotype" panose="02040502050505030304" pitchFamily="18" charset="0"/>
                        <a:ea typeface="+mn-ea"/>
                        <a:cs typeface="+mn-cs"/>
                      </a:endParaRPr>
                    </a:p>
                    <a:p>
                      <a:pPr algn="l"/>
                      <a:endParaRPr lang="en-US" sz="2000" b="0" i="0" kern="1200" dirty="0">
                        <a:solidFill>
                          <a:schemeClr val="tx1"/>
                        </a:solidFill>
                        <a:effectLst/>
                        <a:latin typeface="Palatino Linotype" panose="02040502050505030304" pitchFamily="18" charset="0"/>
                        <a:ea typeface="+mn-ea"/>
                        <a:cs typeface="+mn-cs"/>
                      </a:endParaRPr>
                    </a:p>
                    <a:p>
                      <a:pPr algn="l"/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write(</a:t>
                      </a:r>
                      <a:r>
                        <a:rPr lang="en-US" sz="2000" b="1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A</a:t>
                      </a:r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algn="l"/>
                      <a:endParaRPr lang="en-US" sz="2000" b="0" i="0" kern="1200" dirty="0">
                        <a:solidFill>
                          <a:schemeClr val="tx1"/>
                        </a:solidFill>
                        <a:effectLst/>
                        <a:latin typeface="Palatino Linotype" panose="02040502050505030304" pitchFamily="18" charset="0"/>
                        <a:ea typeface="+mn-ea"/>
                        <a:cs typeface="+mn-cs"/>
                      </a:endParaRPr>
                    </a:p>
                    <a:p>
                      <a:pPr algn="l"/>
                      <a:endParaRPr lang="en-US" sz="2000" b="0" i="0" kern="1200" dirty="0">
                        <a:solidFill>
                          <a:schemeClr val="tx1"/>
                        </a:solidFill>
                        <a:effectLst/>
                        <a:latin typeface="Palatino Linotype" panose="02040502050505030304" pitchFamily="18" charset="0"/>
                        <a:ea typeface="+mn-ea"/>
                        <a:cs typeface="+mn-cs"/>
                      </a:endParaRPr>
                    </a:p>
                    <a:p>
                      <a:pPr algn="l"/>
                      <a:endParaRPr lang="en-US" sz="2000" b="0" i="0" kern="1200" dirty="0">
                        <a:solidFill>
                          <a:schemeClr val="tx1"/>
                        </a:solidFill>
                        <a:effectLst/>
                        <a:latin typeface="Palatino Linotype" panose="02040502050505030304" pitchFamily="18" charset="0"/>
                        <a:ea typeface="+mn-ea"/>
                        <a:cs typeface="+mn-cs"/>
                      </a:endParaRPr>
                    </a:p>
                    <a:p>
                      <a:pPr algn="l"/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write(</a:t>
                      </a:r>
                      <a:r>
                        <a:rPr lang="en-US" sz="2000" b="1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B</a:t>
                      </a:r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algn="l"/>
                      <a:r>
                        <a:rPr lang="en-US" sz="2000" b="1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End</a:t>
                      </a: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b="1" i="0" dirty="0">
                          <a:solidFill>
                            <a:schemeClr val="tx1"/>
                          </a:solidFill>
                          <a:latin typeface="Palatino Linotype" panose="02040502050505030304" pitchFamily="18" charset="0"/>
                        </a:rPr>
                        <a:t>T2:</a:t>
                      </a:r>
                    </a:p>
                    <a:p>
                      <a:pPr algn="l"/>
                      <a:endParaRPr lang="en-US" sz="2000" b="0" i="0" dirty="0">
                        <a:solidFill>
                          <a:schemeClr val="tx1"/>
                        </a:solidFill>
                        <a:latin typeface="Palatino Linotype" panose="02040502050505030304" pitchFamily="18" charset="0"/>
                      </a:endParaRPr>
                    </a:p>
                    <a:p>
                      <a:pPr algn="l"/>
                      <a:endParaRPr lang="en-US" sz="2000" b="0" i="0" dirty="0">
                        <a:solidFill>
                          <a:schemeClr val="tx1"/>
                        </a:solidFill>
                        <a:latin typeface="Palatino Linotype" panose="02040502050505030304" pitchFamily="18" charset="0"/>
                      </a:endParaRPr>
                    </a:p>
                    <a:p>
                      <a:pPr algn="l"/>
                      <a:endParaRPr lang="en-US" sz="2000" b="0" i="0" dirty="0">
                        <a:solidFill>
                          <a:schemeClr val="tx1"/>
                        </a:solidFill>
                        <a:latin typeface="Palatino Linotype" panose="02040502050505030304" pitchFamily="18" charset="0"/>
                      </a:endParaRPr>
                    </a:p>
                    <a:p>
                      <a:pPr algn="l"/>
                      <a:r>
                        <a:rPr lang="en-US" sz="2000" b="1" i="0" dirty="0">
                          <a:solidFill>
                            <a:schemeClr val="tx1"/>
                          </a:solidFill>
                          <a:latin typeface="Palatino Linotype" panose="02040502050505030304" pitchFamily="18" charset="0"/>
                        </a:rPr>
                        <a:t>Begin</a:t>
                      </a:r>
                    </a:p>
                    <a:p>
                      <a:pPr algn="l"/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read(</a:t>
                      </a:r>
                      <a:r>
                        <a:rPr lang="en-US" sz="2000" b="1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A</a:t>
                      </a:r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algn="l"/>
                      <a:endParaRPr lang="en-US" sz="2000" b="0" i="0" kern="1200" dirty="0">
                        <a:solidFill>
                          <a:schemeClr val="tx1"/>
                        </a:solidFill>
                        <a:effectLst/>
                        <a:latin typeface="Palatino Linotype" panose="02040502050505030304" pitchFamily="18" charset="0"/>
                        <a:ea typeface="+mn-ea"/>
                        <a:cs typeface="+mn-cs"/>
                      </a:endParaRPr>
                    </a:p>
                    <a:p>
                      <a:pPr algn="l"/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write(</a:t>
                      </a:r>
                      <a:r>
                        <a:rPr lang="en-US" sz="2000" b="1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A</a:t>
                      </a:r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algn="l"/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write(</a:t>
                      </a:r>
                      <a:r>
                        <a:rPr lang="en-US" sz="2000" b="1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B</a:t>
                      </a:r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1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End</a:t>
                      </a:r>
                    </a:p>
                    <a:p>
                      <a:pPr algn="l"/>
                      <a:endParaRPr lang="en-US" sz="2000" b="1" i="0" dirty="0">
                        <a:solidFill>
                          <a:schemeClr val="tx1"/>
                        </a:solidFill>
                        <a:latin typeface="Palatino Linotype" panose="0204050205050503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7499455"/>
                  </a:ext>
                </a:extLst>
              </a:tr>
            </a:tbl>
          </a:graphicData>
        </a:graphic>
      </p:graphicFrame>
      <p:sp>
        <p:nvSpPr>
          <p:cNvPr id="6" name="Oval 5">
            <a:extLst>
              <a:ext uri="{FF2B5EF4-FFF2-40B4-BE49-F238E27FC236}">
                <a16:creationId xmlns:a16="http://schemas.microsoft.com/office/drawing/2014/main" id="{D83A383B-9AF1-9439-7D73-0FC22C785D02}"/>
              </a:ext>
            </a:extLst>
          </p:cNvPr>
          <p:cNvSpPr/>
          <p:nvPr/>
        </p:nvSpPr>
        <p:spPr>
          <a:xfrm>
            <a:off x="4304202" y="3893554"/>
            <a:ext cx="1257444" cy="379379"/>
          </a:xfrm>
          <a:prstGeom prst="ellipse">
            <a:avLst/>
          </a:prstGeom>
          <a:noFill/>
          <a:ln w="317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EE192D5-CD3F-CF71-AF1F-BBDE436CA131}"/>
              </a:ext>
            </a:extLst>
          </p:cNvPr>
          <p:cNvSpPr txBox="1"/>
          <p:nvPr/>
        </p:nvSpPr>
        <p:spPr>
          <a:xfrm>
            <a:off x="1503558" y="4292389"/>
            <a:ext cx="240129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Palatino Linotype" panose="02040502050505030304" pitchFamily="18" charset="0"/>
              </a:rPr>
              <a:t>Output </a:t>
            </a:r>
            <a:r>
              <a:rPr lang="en-US" sz="2400" b="1" dirty="0">
                <a:latin typeface="Palatino Linotype" panose="02040502050505030304" pitchFamily="18" charset="0"/>
                <a:sym typeface="Wingdings" pitchFamily="2" charset="2"/>
              </a:rPr>
              <a:t> 50</a:t>
            </a:r>
            <a:endParaRPr lang="en-US" sz="2400" dirty="0">
              <a:latin typeface="Palatino Linotype" panose="0204050205050503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31001969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2685AE-DEF2-C28B-D322-0DE25A75CD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90704F-D883-1667-6B41-5E0CF8D4A2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905091"/>
          </a:xfrm>
        </p:spPr>
        <p:txBody>
          <a:bodyPr>
            <a:normAutofit/>
          </a:bodyPr>
          <a:lstStyle/>
          <a:p>
            <a:pPr algn="ctr"/>
            <a:r>
              <a:rPr lang="en-US" sz="4000" b="1" dirty="0">
                <a:latin typeface="Palatino Linotype" panose="02040502050505030304" pitchFamily="18" charset="0"/>
              </a:rPr>
              <a:t>Write-Write Conflict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CE082E8-51A5-655A-75AA-3A7E6F443B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07290" y="6356350"/>
            <a:ext cx="2743200" cy="365125"/>
          </a:xfrm>
        </p:spPr>
        <p:txBody>
          <a:bodyPr/>
          <a:lstStyle/>
          <a:p>
            <a:fld id="{D0FE24AB-0A3D-3945-A314-A55A03C76B7E}" type="slidenum">
              <a:rPr lang="en-US" smtClean="0">
                <a:latin typeface="Palatino Linotype" panose="02040502050505030304" pitchFamily="18" charset="0"/>
              </a:rPr>
              <a:t>63</a:t>
            </a:fld>
            <a:endParaRPr lang="en-US" dirty="0">
              <a:latin typeface="Palatino Linotype" panose="0204050205050503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D99F85-BC1B-3291-841A-3973710545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5215" y="1415587"/>
            <a:ext cx="11816785" cy="1648626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US" sz="2400" b="1" dirty="0">
                <a:latin typeface="Palatino Linotype" panose="02040502050505030304" pitchFamily="18" charset="0"/>
              </a:rPr>
              <a:t>Lost Update </a:t>
            </a:r>
            <a:r>
              <a:rPr lang="en-US" sz="2400" dirty="0">
                <a:latin typeface="Palatino Linotype" panose="02040502050505030304" pitchFamily="18" charset="0"/>
                <a:sym typeface="Wingdings" pitchFamily="2" charset="2"/>
              </a:rPr>
              <a:t> </a:t>
            </a:r>
            <a:r>
              <a:rPr lang="en-US" sz="2400" dirty="0">
                <a:latin typeface="Palatino Linotype" panose="02040502050505030304" pitchFamily="18" charset="0"/>
              </a:rPr>
              <a:t>One transaction overwrites uncommitted data from another uncommitted transaction.</a:t>
            </a:r>
          </a:p>
          <a:p>
            <a:pPr>
              <a:lnSpc>
                <a:spcPct val="100000"/>
              </a:lnSpc>
            </a:pPr>
            <a:endParaRPr lang="en-US" sz="1000" dirty="0">
              <a:latin typeface="Palatino Linotype" panose="02040502050505030304" pitchFamily="18" charset="0"/>
            </a:endParaRPr>
          </a:p>
          <a:p>
            <a:pPr>
              <a:lnSpc>
                <a:spcPct val="100000"/>
              </a:lnSpc>
            </a:pPr>
            <a:r>
              <a:rPr lang="en-US" sz="2400" dirty="0">
                <a:latin typeface="Palatino Linotype" panose="02040502050505030304" pitchFamily="18" charset="0"/>
              </a:rPr>
              <a:t>Say, initially A = 50.</a:t>
            </a:r>
          </a:p>
          <a:p>
            <a:pPr marL="0" indent="0">
              <a:lnSpc>
                <a:spcPct val="100000"/>
              </a:lnSpc>
              <a:buNone/>
            </a:pPr>
            <a:endParaRPr lang="en-US" sz="2400" dirty="0">
              <a:latin typeface="Palatino Linotype" panose="02040502050505030304" pitchFamily="18" charset="0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42EA90AE-EE31-2506-6EFD-18D3FE3A300F}"/>
              </a:ext>
            </a:extLst>
          </p:cNvPr>
          <p:cNvGraphicFramePr>
            <a:graphicFrameLocks noGrp="1"/>
          </p:cNvGraphicFramePr>
          <p:nvPr/>
        </p:nvGraphicFramePr>
        <p:xfrm>
          <a:off x="4355416" y="2947481"/>
          <a:ext cx="3856382" cy="38424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79874">
                  <a:extLst>
                    <a:ext uri="{9D8B030D-6E8A-4147-A177-3AD203B41FA5}">
                      <a16:colId xmlns:a16="http://schemas.microsoft.com/office/drawing/2014/main" val="282134077"/>
                    </a:ext>
                  </a:extLst>
                </a:gridCol>
                <a:gridCol w="1876508">
                  <a:extLst>
                    <a:ext uri="{9D8B030D-6E8A-4147-A177-3AD203B41FA5}">
                      <a16:colId xmlns:a16="http://schemas.microsoft.com/office/drawing/2014/main" val="4206062769"/>
                    </a:ext>
                  </a:extLst>
                </a:gridCol>
              </a:tblGrid>
              <a:tr h="3842425">
                <a:tc>
                  <a:txBody>
                    <a:bodyPr/>
                    <a:lstStyle/>
                    <a:p>
                      <a:pPr algn="l"/>
                      <a:r>
                        <a:rPr lang="en-US" sz="2000" b="1" i="0" dirty="0">
                          <a:solidFill>
                            <a:schemeClr val="tx1"/>
                          </a:solidFill>
                          <a:latin typeface="Palatino Linotype" panose="02040502050505030304" pitchFamily="18" charset="0"/>
                        </a:rPr>
                        <a:t>T1:</a:t>
                      </a:r>
                    </a:p>
                    <a:p>
                      <a:pPr algn="l"/>
                      <a:endParaRPr lang="en-US" sz="2000" b="0" i="0" dirty="0">
                        <a:solidFill>
                          <a:schemeClr val="tx1"/>
                        </a:solidFill>
                        <a:latin typeface="Palatino Linotype" panose="02040502050505030304" pitchFamily="18" charset="0"/>
                      </a:endParaRPr>
                    </a:p>
                    <a:p>
                      <a:pPr algn="l"/>
                      <a:r>
                        <a:rPr lang="en-US" sz="2000" b="1" i="0" dirty="0">
                          <a:solidFill>
                            <a:schemeClr val="tx1"/>
                          </a:solidFill>
                          <a:latin typeface="Palatino Linotype" panose="02040502050505030304" pitchFamily="18" charset="0"/>
                        </a:rPr>
                        <a:t>Begin</a:t>
                      </a:r>
                    </a:p>
                    <a:p>
                      <a:pPr algn="l"/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read(</a:t>
                      </a:r>
                      <a:r>
                        <a:rPr lang="en-US" sz="2000" b="1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A</a:t>
                      </a:r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algn="l"/>
                      <a:endParaRPr lang="en-US" sz="2000" b="0" i="0" kern="1200" dirty="0">
                        <a:solidFill>
                          <a:schemeClr val="tx1"/>
                        </a:solidFill>
                        <a:effectLst/>
                        <a:latin typeface="Palatino Linotype" panose="02040502050505030304" pitchFamily="18" charset="0"/>
                        <a:ea typeface="+mn-ea"/>
                        <a:cs typeface="+mn-cs"/>
                      </a:endParaRPr>
                    </a:p>
                    <a:p>
                      <a:pPr algn="l"/>
                      <a:endParaRPr lang="en-US" sz="2000" b="0" i="0" kern="1200" dirty="0">
                        <a:solidFill>
                          <a:schemeClr val="tx1"/>
                        </a:solidFill>
                        <a:effectLst/>
                        <a:latin typeface="Palatino Linotype" panose="02040502050505030304" pitchFamily="18" charset="0"/>
                        <a:ea typeface="+mn-ea"/>
                        <a:cs typeface="+mn-cs"/>
                      </a:endParaRPr>
                    </a:p>
                    <a:p>
                      <a:pPr algn="l"/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write(</a:t>
                      </a:r>
                      <a:r>
                        <a:rPr lang="en-US" sz="2000" b="1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A</a:t>
                      </a:r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algn="l"/>
                      <a:endParaRPr lang="en-US" sz="2000" b="0" i="0" kern="1200" dirty="0">
                        <a:solidFill>
                          <a:schemeClr val="tx1"/>
                        </a:solidFill>
                        <a:effectLst/>
                        <a:latin typeface="Palatino Linotype" panose="02040502050505030304" pitchFamily="18" charset="0"/>
                        <a:ea typeface="+mn-ea"/>
                        <a:cs typeface="+mn-cs"/>
                      </a:endParaRPr>
                    </a:p>
                    <a:p>
                      <a:pPr algn="l"/>
                      <a:endParaRPr lang="en-US" sz="2000" b="0" i="0" kern="1200" dirty="0">
                        <a:solidFill>
                          <a:schemeClr val="tx1"/>
                        </a:solidFill>
                        <a:effectLst/>
                        <a:latin typeface="Palatino Linotype" panose="02040502050505030304" pitchFamily="18" charset="0"/>
                        <a:ea typeface="+mn-ea"/>
                        <a:cs typeface="+mn-cs"/>
                      </a:endParaRPr>
                    </a:p>
                    <a:p>
                      <a:pPr algn="l"/>
                      <a:endParaRPr lang="en-US" sz="2000" b="0" i="0" kern="1200" dirty="0">
                        <a:solidFill>
                          <a:schemeClr val="tx1"/>
                        </a:solidFill>
                        <a:effectLst/>
                        <a:latin typeface="Palatino Linotype" panose="02040502050505030304" pitchFamily="18" charset="0"/>
                        <a:ea typeface="+mn-ea"/>
                        <a:cs typeface="+mn-cs"/>
                      </a:endParaRPr>
                    </a:p>
                    <a:p>
                      <a:pPr algn="l"/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write(</a:t>
                      </a:r>
                      <a:r>
                        <a:rPr lang="en-US" sz="2000" b="1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B</a:t>
                      </a:r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algn="l"/>
                      <a:r>
                        <a:rPr lang="en-US" sz="2000" b="1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End</a:t>
                      </a: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b="1" i="0" dirty="0">
                          <a:solidFill>
                            <a:schemeClr val="tx1"/>
                          </a:solidFill>
                          <a:latin typeface="Palatino Linotype" panose="02040502050505030304" pitchFamily="18" charset="0"/>
                        </a:rPr>
                        <a:t>T2:</a:t>
                      </a:r>
                    </a:p>
                    <a:p>
                      <a:pPr algn="l"/>
                      <a:endParaRPr lang="en-US" sz="2000" b="0" i="0" dirty="0">
                        <a:solidFill>
                          <a:schemeClr val="tx1"/>
                        </a:solidFill>
                        <a:latin typeface="Palatino Linotype" panose="02040502050505030304" pitchFamily="18" charset="0"/>
                      </a:endParaRPr>
                    </a:p>
                    <a:p>
                      <a:pPr algn="l"/>
                      <a:endParaRPr lang="en-US" sz="2000" b="0" i="0" dirty="0">
                        <a:solidFill>
                          <a:schemeClr val="tx1"/>
                        </a:solidFill>
                        <a:latin typeface="Palatino Linotype" panose="02040502050505030304" pitchFamily="18" charset="0"/>
                      </a:endParaRPr>
                    </a:p>
                    <a:p>
                      <a:pPr algn="l"/>
                      <a:endParaRPr lang="en-US" sz="2000" b="0" i="0" dirty="0">
                        <a:solidFill>
                          <a:schemeClr val="tx1"/>
                        </a:solidFill>
                        <a:latin typeface="Palatino Linotype" panose="02040502050505030304" pitchFamily="18" charset="0"/>
                      </a:endParaRPr>
                    </a:p>
                    <a:p>
                      <a:pPr algn="l"/>
                      <a:r>
                        <a:rPr lang="en-US" sz="2000" b="1" i="0" dirty="0">
                          <a:solidFill>
                            <a:schemeClr val="tx1"/>
                          </a:solidFill>
                          <a:latin typeface="Palatino Linotype" panose="02040502050505030304" pitchFamily="18" charset="0"/>
                        </a:rPr>
                        <a:t>Begin</a:t>
                      </a:r>
                    </a:p>
                    <a:p>
                      <a:pPr algn="l"/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read(</a:t>
                      </a:r>
                      <a:r>
                        <a:rPr lang="en-US" sz="2000" b="1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A</a:t>
                      </a:r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algn="l"/>
                      <a:endParaRPr lang="en-US" sz="2000" b="0" i="0" kern="1200" dirty="0">
                        <a:solidFill>
                          <a:schemeClr val="tx1"/>
                        </a:solidFill>
                        <a:effectLst/>
                        <a:latin typeface="Palatino Linotype" panose="02040502050505030304" pitchFamily="18" charset="0"/>
                        <a:ea typeface="+mn-ea"/>
                        <a:cs typeface="+mn-cs"/>
                      </a:endParaRPr>
                    </a:p>
                    <a:p>
                      <a:pPr algn="l"/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write(</a:t>
                      </a:r>
                      <a:r>
                        <a:rPr lang="en-US" sz="2000" b="1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A</a:t>
                      </a:r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algn="l"/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write(</a:t>
                      </a:r>
                      <a:r>
                        <a:rPr lang="en-US" sz="2000" b="1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B</a:t>
                      </a:r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1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End</a:t>
                      </a:r>
                    </a:p>
                    <a:p>
                      <a:pPr algn="l"/>
                      <a:endParaRPr lang="en-US" sz="2000" b="1" i="0" dirty="0">
                        <a:solidFill>
                          <a:schemeClr val="tx1"/>
                        </a:solidFill>
                        <a:latin typeface="Palatino Linotype" panose="0204050205050503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7499455"/>
                  </a:ext>
                </a:extLst>
              </a:tr>
            </a:tbl>
          </a:graphicData>
        </a:graphic>
      </p:graphicFrame>
      <p:sp>
        <p:nvSpPr>
          <p:cNvPr id="6" name="Oval 5">
            <a:extLst>
              <a:ext uri="{FF2B5EF4-FFF2-40B4-BE49-F238E27FC236}">
                <a16:creationId xmlns:a16="http://schemas.microsoft.com/office/drawing/2014/main" id="{FEB9F8D0-3FAB-345A-E50D-AE6D24FED93F}"/>
              </a:ext>
            </a:extLst>
          </p:cNvPr>
          <p:cNvSpPr/>
          <p:nvPr/>
        </p:nvSpPr>
        <p:spPr>
          <a:xfrm>
            <a:off x="6283607" y="4491805"/>
            <a:ext cx="1257444" cy="379379"/>
          </a:xfrm>
          <a:prstGeom prst="ellipse">
            <a:avLst/>
          </a:prstGeom>
          <a:noFill/>
          <a:ln w="317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E7FF7F8-8C58-9D0F-C3A6-C94D1F09AC3F}"/>
              </a:ext>
            </a:extLst>
          </p:cNvPr>
          <p:cNvSpPr txBox="1"/>
          <p:nvPr/>
        </p:nvSpPr>
        <p:spPr>
          <a:xfrm>
            <a:off x="1503558" y="4292389"/>
            <a:ext cx="240129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Palatino Linotype" panose="02040502050505030304" pitchFamily="18" charset="0"/>
              </a:rPr>
              <a:t>Output </a:t>
            </a:r>
            <a:r>
              <a:rPr lang="en-US" sz="2400" b="1" dirty="0">
                <a:latin typeface="Palatino Linotype" panose="02040502050505030304" pitchFamily="18" charset="0"/>
                <a:sym typeface="Wingdings" pitchFamily="2" charset="2"/>
              </a:rPr>
              <a:t> 50</a:t>
            </a:r>
            <a:endParaRPr lang="en-US" sz="2400" dirty="0">
              <a:latin typeface="Palatino Linotype" panose="0204050205050503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1074034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3231EB-2571-CD69-5E63-36A9307988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639FD3-AC30-D0E5-5009-2C34378EB8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905091"/>
          </a:xfrm>
        </p:spPr>
        <p:txBody>
          <a:bodyPr>
            <a:normAutofit/>
          </a:bodyPr>
          <a:lstStyle/>
          <a:p>
            <a:pPr algn="ctr"/>
            <a:r>
              <a:rPr lang="en-US" sz="4000" b="1" dirty="0">
                <a:latin typeface="Palatino Linotype" panose="02040502050505030304" pitchFamily="18" charset="0"/>
              </a:rPr>
              <a:t>Write-Write Conflict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C44273-371F-D313-161D-14DB369B33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07290" y="6356350"/>
            <a:ext cx="2743200" cy="365125"/>
          </a:xfrm>
        </p:spPr>
        <p:txBody>
          <a:bodyPr/>
          <a:lstStyle/>
          <a:p>
            <a:fld id="{D0FE24AB-0A3D-3945-A314-A55A03C76B7E}" type="slidenum">
              <a:rPr lang="en-US" smtClean="0">
                <a:latin typeface="Palatino Linotype" panose="02040502050505030304" pitchFamily="18" charset="0"/>
              </a:rPr>
              <a:t>64</a:t>
            </a:fld>
            <a:endParaRPr lang="en-US" dirty="0">
              <a:latin typeface="Palatino Linotype" panose="0204050205050503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D827DD-154C-7543-68FD-449BEAF047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5215" y="1415587"/>
            <a:ext cx="11816785" cy="1648626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US" sz="2400" b="1" dirty="0">
                <a:latin typeface="Palatino Linotype" panose="02040502050505030304" pitchFamily="18" charset="0"/>
              </a:rPr>
              <a:t>Lost Update </a:t>
            </a:r>
            <a:r>
              <a:rPr lang="en-US" sz="2400" dirty="0">
                <a:latin typeface="Palatino Linotype" panose="02040502050505030304" pitchFamily="18" charset="0"/>
                <a:sym typeface="Wingdings" pitchFamily="2" charset="2"/>
              </a:rPr>
              <a:t> </a:t>
            </a:r>
            <a:r>
              <a:rPr lang="en-US" sz="2400" dirty="0">
                <a:latin typeface="Palatino Linotype" panose="02040502050505030304" pitchFamily="18" charset="0"/>
              </a:rPr>
              <a:t>One transaction overwrites uncommitted data from another uncommitted transaction.</a:t>
            </a:r>
          </a:p>
          <a:p>
            <a:pPr>
              <a:lnSpc>
                <a:spcPct val="100000"/>
              </a:lnSpc>
            </a:pPr>
            <a:endParaRPr lang="en-US" sz="1000" dirty="0">
              <a:latin typeface="Palatino Linotype" panose="02040502050505030304" pitchFamily="18" charset="0"/>
            </a:endParaRPr>
          </a:p>
          <a:p>
            <a:pPr>
              <a:lnSpc>
                <a:spcPct val="100000"/>
              </a:lnSpc>
            </a:pPr>
            <a:r>
              <a:rPr lang="en-US" sz="2400" dirty="0">
                <a:latin typeface="Palatino Linotype" panose="02040502050505030304" pitchFamily="18" charset="0"/>
              </a:rPr>
              <a:t>Say, initially A = 50.</a:t>
            </a:r>
          </a:p>
          <a:p>
            <a:pPr marL="0" indent="0">
              <a:lnSpc>
                <a:spcPct val="100000"/>
              </a:lnSpc>
              <a:buNone/>
            </a:pPr>
            <a:endParaRPr lang="en-US" sz="2400" dirty="0">
              <a:latin typeface="Palatino Linotype" panose="02040502050505030304" pitchFamily="18" charset="0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CA154FAB-338A-B2D5-CEE7-649F33B8D3F3}"/>
              </a:ext>
            </a:extLst>
          </p:cNvPr>
          <p:cNvGraphicFramePr>
            <a:graphicFrameLocks noGrp="1"/>
          </p:cNvGraphicFramePr>
          <p:nvPr/>
        </p:nvGraphicFramePr>
        <p:xfrm>
          <a:off x="4355416" y="2947481"/>
          <a:ext cx="3856382" cy="38424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79874">
                  <a:extLst>
                    <a:ext uri="{9D8B030D-6E8A-4147-A177-3AD203B41FA5}">
                      <a16:colId xmlns:a16="http://schemas.microsoft.com/office/drawing/2014/main" val="282134077"/>
                    </a:ext>
                  </a:extLst>
                </a:gridCol>
                <a:gridCol w="1876508">
                  <a:extLst>
                    <a:ext uri="{9D8B030D-6E8A-4147-A177-3AD203B41FA5}">
                      <a16:colId xmlns:a16="http://schemas.microsoft.com/office/drawing/2014/main" val="4206062769"/>
                    </a:ext>
                  </a:extLst>
                </a:gridCol>
              </a:tblGrid>
              <a:tr h="3842425">
                <a:tc>
                  <a:txBody>
                    <a:bodyPr/>
                    <a:lstStyle/>
                    <a:p>
                      <a:pPr algn="l"/>
                      <a:r>
                        <a:rPr lang="en-US" sz="2000" b="1" i="0" dirty="0">
                          <a:solidFill>
                            <a:schemeClr val="tx1"/>
                          </a:solidFill>
                          <a:latin typeface="Palatino Linotype" panose="02040502050505030304" pitchFamily="18" charset="0"/>
                        </a:rPr>
                        <a:t>T1:</a:t>
                      </a:r>
                    </a:p>
                    <a:p>
                      <a:pPr algn="l"/>
                      <a:endParaRPr lang="en-US" sz="2000" b="0" i="0" dirty="0">
                        <a:solidFill>
                          <a:schemeClr val="tx1"/>
                        </a:solidFill>
                        <a:latin typeface="Palatino Linotype" panose="02040502050505030304" pitchFamily="18" charset="0"/>
                      </a:endParaRPr>
                    </a:p>
                    <a:p>
                      <a:pPr algn="l"/>
                      <a:r>
                        <a:rPr lang="en-US" sz="2000" b="1" i="0" dirty="0">
                          <a:solidFill>
                            <a:schemeClr val="tx1"/>
                          </a:solidFill>
                          <a:latin typeface="Palatino Linotype" panose="02040502050505030304" pitchFamily="18" charset="0"/>
                        </a:rPr>
                        <a:t>Begin</a:t>
                      </a:r>
                    </a:p>
                    <a:p>
                      <a:pPr algn="l"/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read(</a:t>
                      </a:r>
                      <a:r>
                        <a:rPr lang="en-US" sz="2000" b="1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A</a:t>
                      </a:r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algn="l"/>
                      <a:endParaRPr lang="en-US" sz="2000" b="0" i="0" kern="1200" dirty="0">
                        <a:solidFill>
                          <a:schemeClr val="tx1"/>
                        </a:solidFill>
                        <a:effectLst/>
                        <a:latin typeface="Palatino Linotype" panose="02040502050505030304" pitchFamily="18" charset="0"/>
                        <a:ea typeface="+mn-ea"/>
                        <a:cs typeface="+mn-cs"/>
                      </a:endParaRPr>
                    </a:p>
                    <a:p>
                      <a:pPr algn="l"/>
                      <a:endParaRPr lang="en-US" sz="2000" b="0" i="0" kern="1200" dirty="0">
                        <a:solidFill>
                          <a:schemeClr val="tx1"/>
                        </a:solidFill>
                        <a:effectLst/>
                        <a:latin typeface="Palatino Linotype" panose="02040502050505030304" pitchFamily="18" charset="0"/>
                        <a:ea typeface="+mn-ea"/>
                        <a:cs typeface="+mn-cs"/>
                      </a:endParaRPr>
                    </a:p>
                    <a:p>
                      <a:pPr algn="l"/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write(</a:t>
                      </a:r>
                      <a:r>
                        <a:rPr lang="en-US" sz="2000" b="1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A</a:t>
                      </a:r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algn="l"/>
                      <a:endParaRPr lang="en-US" sz="2000" b="0" i="0" kern="1200" dirty="0">
                        <a:solidFill>
                          <a:schemeClr val="tx1"/>
                        </a:solidFill>
                        <a:effectLst/>
                        <a:latin typeface="Palatino Linotype" panose="02040502050505030304" pitchFamily="18" charset="0"/>
                        <a:ea typeface="+mn-ea"/>
                        <a:cs typeface="+mn-cs"/>
                      </a:endParaRPr>
                    </a:p>
                    <a:p>
                      <a:pPr algn="l"/>
                      <a:endParaRPr lang="en-US" sz="2000" b="0" i="0" kern="1200" dirty="0">
                        <a:solidFill>
                          <a:schemeClr val="tx1"/>
                        </a:solidFill>
                        <a:effectLst/>
                        <a:latin typeface="Palatino Linotype" panose="02040502050505030304" pitchFamily="18" charset="0"/>
                        <a:ea typeface="+mn-ea"/>
                        <a:cs typeface="+mn-cs"/>
                      </a:endParaRPr>
                    </a:p>
                    <a:p>
                      <a:pPr algn="l"/>
                      <a:endParaRPr lang="en-US" sz="2000" b="0" i="0" kern="1200" dirty="0">
                        <a:solidFill>
                          <a:schemeClr val="tx1"/>
                        </a:solidFill>
                        <a:effectLst/>
                        <a:latin typeface="Palatino Linotype" panose="02040502050505030304" pitchFamily="18" charset="0"/>
                        <a:ea typeface="+mn-ea"/>
                        <a:cs typeface="+mn-cs"/>
                      </a:endParaRPr>
                    </a:p>
                    <a:p>
                      <a:pPr algn="l"/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write(</a:t>
                      </a:r>
                      <a:r>
                        <a:rPr lang="en-US" sz="2000" b="1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B</a:t>
                      </a:r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algn="l"/>
                      <a:r>
                        <a:rPr lang="en-US" sz="2000" b="1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End</a:t>
                      </a: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b="1" i="0" dirty="0">
                          <a:solidFill>
                            <a:schemeClr val="tx1"/>
                          </a:solidFill>
                          <a:latin typeface="Palatino Linotype" panose="02040502050505030304" pitchFamily="18" charset="0"/>
                        </a:rPr>
                        <a:t>T2:</a:t>
                      </a:r>
                    </a:p>
                    <a:p>
                      <a:pPr algn="l"/>
                      <a:endParaRPr lang="en-US" sz="2000" b="0" i="0" dirty="0">
                        <a:solidFill>
                          <a:schemeClr val="tx1"/>
                        </a:solidFill>
                        <a:latin typeface="Palatino Linotype" panose="02040502050505030304" pitchFamily="18" charset="0"/>
                      </a:endParaRPr>
                    </a:p>
                    <a:p>
                      <a:pPr algn="l"/>
                      <a:endParaRPr lang="en-US" sz="2000" b="0" i="0" dirty="0">
                        <a:solidFill>
                          <a:schemeClr val="tx1"/>
                        </a:solidFill>
                        <a:latin typeface="Palatino Linotype" panose="02040502050505030304" pitchFamily="18" charset="0"/>
                      </a:endParaRPr>
                    </a:p>
                    <a:p>
                      <a:pPr algn="l"/>
                      <a:endParaRPr lang="en-US" sz="2000" b="0" i="0" dirty="0">
                        <a:solidFill>
                          <a:schemeClr val="tx1"/>
                        </a:solidFill>
                        <a:latin typeface="Palatino Linotype" panose="02040502050505030304" pitchFamily="18" charset="0"/>
                      </a:endParaRPr>
                    </a:p>
                    <a:p>
                      <a:pPr algn="l"/>
                      <a:r>
                        <a:rPr lang="en-US" sz="2000" b="1" i="0" dirty="0">
                          <a:solidFill>
                            <a:schemeClr val="tx1"/>
                          </a:solidFill>
                          <a:latin typeface="Palatino Linotype" panose="02040502050505030304" pitchFamily="18" charset="0"/>
                        </a:rPr>
                        <a:t>Begin</a:t>
                      </a:r>
                    </a:p>
                    <a:p>
                      <a:pPr algn="l"/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read(</a:t>
                      </a:r>
                      <a:r>
                        <a:rPr lang="en-US" sz="2000" b="1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A</a:t>
                      </a:r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algn="l"/>
                      <a:endParaRPr lang="en-US" sz="2000" b="0" i="0" kern="1200" dirty="0">
                        <a:solidFill>
                          <a:schemeClr val="tx1"/>
                        </a:solidFill>
                        <a:effectLst/>
                        <a:latin typeface="Palatino Linotype" panose="02040502050505030304" pitchFamily="18" charset="0"/>
                        <a:ea typeface="+mn-ea"/>
                        <a:cs typeface="+mn-cs"/>
                      </a:endParaRPr>
                    </a:p>
                    <a:p>
                      <a:pPr algn="l"/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write(</a:t>
                      </a:r>
                      <a:r>
                        <a:rPr lang="en-US" sz="2000" b="1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A</a:t>
                      </a:r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algn="l"/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write(</a:t>
                      </a:r>
                      <a:r>
                        <a:rPr lang="en-US" sz="2000" b="1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B</a:t>
                      </a:r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1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End</a:t>
                      </a:r>
                    </a:p>
                    <a:p>
                      <a:pPr algn="l"/>
                      <a:endParaRPr lang="en-US" sz="2000" b="1" i="0" dirty="0">
                        <a:solidFill>
                          <a:schemeClr val="tx1"/>
                        </a:solidFill>
                        <a:latin typeface="Palatino Linotype" panose="0204050205050503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7499455"/>
                  </a:ext>
                </a:extLst>
              </a:tr>
            </a:tbl>
          </a:graphicData>
        </a:graphic>
      </p:graphicFrame>
      <p:sp>
        <p:nvSpPr>
          <p:cNvPr id="6" name="Oval 5">
            <a:extLst>
              <a:ext uri="{FF2B5EF4-FFF2-40B4-BE49-F238E27FC236}">
                <a16:creationId xmlns:a16="http://schemas.microsoft.com/office/drawing/2014/main" id="{E14CDCB9-37CB-74DF-A8A8-945630A274EA}"/>
              </a:ext>
            </a:extLst>
          </p:cNvPr>
          <p:cNvSpPr/>
          <p:nvPr/>
        </p:nvSpPr>
        <p:spPr>
          <a:xfrm>
            <a:off x="4326232" y="4792966"/>
            <a:ext cx="1257444" cy="379379"/>
          </a:xfrm>
          <a:prstGeom prst="ellipse">
            <a:avLst/>
          </a:prstGeom>
          <a:noFill/>
          <a:ln w="317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7F6D96E-37ED-0E32-5A04-AFBFD360567D}"/>
              </a:ext>
            </a:extLst>
          </p:cNvPr>
          <p:cNvSpPr txBox="1"/>
          <p:nvPr/>
        </p:nvSpPr>
        <p:spPr>
          <a:xfrm>
            <a:off x="1503558" y="4292389"/>
            <a:ext cx="240129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Palatino Linotype" panose="02040502050505030304" pitchFamily="18" charset="0"/>
              </a:rPr>
              <a:t>A = 100</a:t>
            </a:r>
            <a:endParaRPr lang="en-US" sz="2400" dirty="0">
              <a:latin typeface="Palatino Linotype" panose="0204050205050503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50879990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BFDCBB-78F2-4978-6E06-14D5B9C13B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7B6B06-1DF1-8A6E-0525-0FB15DE635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905091"/>
          </a:xfrm>
        </p:spPr>
        <p:txBody>
          <a:bodyPr>
            <a:normAutofit/>
          </a:bodyPr>
          <a:lstStyle/>
          <a:p>
            <a:pPr algn="ctr"/>
            <a:r>
              <a:rPr lang="en-US" sz="4000" b="1" dirty="0">
                <a:latin typeface="Palatino Linotype" panose="02040502050505030304" pitchFamily="18" charset="0"/>
              </a:rPr>
              <a:t>Write-Write Conflict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DFBF953-2A96-B981-9F75-2AD3A9CD02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07290" y="6356350"/>
            <a:ext cx="2743200" cy="365125"/>
          </a:xfrm>
        </p:spPr>
        <p:txBody>
          <a:bodyPr/>
          <a:lstStyle/>
          <a:p>
            <a:fld id="{D0FE24AB-0A3D-3945-A314-A55A03C76B7E}" type="slidenum">
              <a:rPr lang="en-US" smtClean="0">
                <a:latin typeface="Palatino Linotype" panose="02040502050505030304" pitchFamily="18" charset="0"/>
              </a:rPr>
              <a:t>65</a:t>
            </a:fld>
            <a:endParaRPr lang="en-US" dirty="0">
              <a:latin typeface="Palatino Linotype" panose="0204050205050503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89C217-77F8-830A-F56F-F4640EDD27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5215" y="1415587"/>
            <a:ext cx="11816785" cy="1648626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US" sz="2400" b="1" dirty="0">
                <a:latin typeface="Palatino Linotype" panose="02040502050505030304" pitchFamily="18" charset="0"/>
              </a:rPr>
              <a:t>Lost Update </a:t>
            </a:r>
            <a:r>
              <a:rPr lang="en-US" sz="2400" dirty="0">
                <a:latin typeface="Palatino Linotype" panose="02040502050505030304" pitchFamily="18" charset="0"/>
                <a:sym typeface="Wingdings" pitchFamily="2" charset="2"/>
              </a:rPr>
              <a:t> </a:t>
            </a:r>
            <a:r>
              <a:rPr lang="en-US" sz="2400" dirty="0">
                <a:latin typeface="Palatino Linotype" panose="02040502050505030304" pitchFamily="18" charset="0"/>
              </a:rPr>
              <a:t>One transaction overwrites uncommitted data from another uncommitted transaction.</a:t>
            </a:r>
          </a:p>
          <a:p>
            <a:pPr>
              <a:lnSpc>
                <a:spcPct val="100000"/>
              </a:lnSpc>
            </a:pPr>
            <a:endParaRPr lang="en-US" sz="1000" dirty="0">
              <a:latin typeface="Palatino Linotype" panose="02040502050505030304" pitchFamily="18" charset="0"/>
            </a:endParaRPr>
          </a:p>
          <a:p>
            <a:pPr>
              <a:lnSpc>
                <a:spcPct val="100000"/>
              </a:lnSpc>
            </a:pPr>
            <a:r>
              <a:rPr lang="en-US" sz="2400" dirty="0">
                <a:latin typeface="Palatino Linotype" panose="02040502050505030304" pitchFamily="18" charset="0"/>
              </a:rPr>
              <a:t>Say, initially A = 50.</a:t>
            </a:r>
          </a:p>
          <a:p>
            <a:pPr marL="0" indent="0">
              <a:lnSpc>
                <a:spcPct val="100000"/>
              </a:lnSpc>
              <a:buNone/>
            </a:pPr>
            <a:endParaRPr lang="en-US" sz="2400" dirty="0">
              <a:latin typeface="Palatino Linotype" panose="02040502050505030304" pitchFamily="18" charset="0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03FE89B1-057E-E61B-0D76-BA64B8024F32}"/>
              </a:ext>
            </a:extLst>
          </p:cNvPr>
          <p:cNvGraphicFramePr>
            <a:graphicFrameLocks noGrp="1"/>
          </p:cNvGraphicFramePr>
          <p:nvPr/>
        </p:nvGraphicFramePr>
        <p:xfrm>
          <a:off x="4355416" y="2947481"/>
          <a:ext cx="3856382" cy="38424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79874">
                  <a:extLst>
                    <a:ext uri="{9D8B030D-6E8A-4147-A177-3AD203B41FA5}">
                      <a16:colId xmlns:a16="http://schemas.microsoft.com/office/drawing/2014/main" val="282134077"/>
                    </a:ext>
                  </a:extLst>
                </a:gridCol>
                <a:gridCol w="1876508">
                  <a:extLst>
                    <a:ext uri="{9D8B030D-6E8A-4147-A177-3AD203B41FA5}">
                      <a16:colId xmlns:a16="http://schemas.microsoft.com/office/drawing/2014/main" val="4206062769"/>
                    </a:ext>
                  </a:extLst>
                </a:gridCol>
              </a:tblGrid>
              <a:tr h="3842425">
                <a:tc>
                  <a:txBody>
                    <a:bodyPr/>
                    <a:lstStyle/>
                    <a:p>
                      <a:pPr algn="l"/>
                      <a:r>
                        <a:rPr lang="en-US" sz="2000" b="1" i="0" dirty="0">
                          <a:solidFill>
                            <a:schemeClr val="tx1"/>
                          </a:solidFill>
                          <a:latin typeface="Palatino Linotype" panose="02040502050505030304" pitchFamily="18" charset="0"/>
                        </a:rPr>
                        <a:t>T1:</a:t>
                      </a:r>
                    </a:p>
                    <a:p>
                      <a:pPr algn="l"/>
                      <a:endParaRPr lang="en-US" sz="2000" b="0" i="0" dirty="0">
                        <a:solidFill>
                          <a:schemeClr val="tx1"/>
                        </a:solidFill>
                        <a:latin typeface="Palatino Linotype" panose="02040502050505030304" pitchFamily="18" charset="0"/>
                      </a:endParaRPr>
                    </a:p>
                    <a:p>
                      <a:pPr algn="l"/>
                      <a:r>
                        <a:rPr lang="en-US" sz="2000" b="1" i="0" dirty="0">
                          <a:solidFill>
                            <a:schemeClr val="tx1"/>
                          </a:solidFill>
                          <a:latin typeface="Palatino Linotype" panose="02040502050505030304" pitchFamily="18" charset="0"/>
                        </a:rPr>
                        <a:t>Begin</a:t>
                      </a:r>
                    </a:p>
                    <a:p>
                      <a:pPr algn="l"/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read(</a:t>
                      </a:r>
                      <a:r>
                        <a:rPr lang="en-US" sz="2000" b="1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A</a:t>
                      </a:r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algn="l"/>
                      <a:endParaRPr lang="en-US" sz="2000" b="0" i="0" kern="1200" dirty="0">
                        <a:solidFill>
                          <a:schemeClr val="tx1"/>
                        </a:solidFill>
                        <a:effectLst/>
                        <a:latin typeface="Palatino Linotype" panose="02040502050505030304" pitchFamily="18" charset="0"/>
                        <a:ea typeface="+mn-ea"/>
                        <a:cs typeface="+mn-cs"/>
                      </a:endParaRPr>
                    </a:p>
                    <a:p>
                      <a:pPr algn="l"/>
                      <a:endParaRPr lang="en-US" sz="2000" b="0" i="0" kern="1200" dirty="0">
                        <a:solidFill>
                          <a:schemeClr val="tx1"/>
                        </a:solidFill>
                        <a:effectLst/>
                        <a:latin typeface="Palatino Linotype" panose="02040502050505030304" pitchFamily="18" charset="0"/>
                        <a:ea typeface="+mn-ea"/>
                        <a:cs typeface="+mn-cs"/>
                      </a:endParaRPr>
                    </a:p>
                    <a:p>
                      <a:pPr algn="l"/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write(</a:t>
                      </a:r>
                      <a:r>
                        <a:rPr lang="en-US" sz="2000" b="1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A</a:t>
                      </a:r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algn="l"/>
                      <a:endParaRPr lang="en-US" sz="2000" b="0" i="0" kern="1200" dirty="0">
                        <a:solidFill>
                          <a:schemeClr val="tx1"/>
                        </a:solidFill>
                        <a:effectLst/>
                        <a:latin typeface="Palatino Linotype" panose="02040502050505030304" pitchFamily="18" charset="0"/>
                        <a:ea typeface="+mn-ea"/>
                        <a:cs typeface="+mn-cs"/>
                      </a:endParaRPr>
                    </a:p>
                    <a:p>
                      <a:pPr algn="l"/>
                      <a:endParaRPr lang="en-US" sz="2000" b="0" i="0" kern="1200" dirty="0">
                        <a:solidFill>
                          <a:schemeClr val="tx1"/>
                        </a:solidFill>
                        <a:effectLst/>
                        <a:latin typeface="Palatino Linotype" panose="02040502050505030304" pitchFamily="18" charset="0"/>
                        <a:ea typeface="+mn-ea"/>
                        <a:cs typeface="+mn-cs"/>
                      </a:endParaRPr>
                    </a:p>
                    <a:p>
                      <a:pPr algn="l"/>
                      <a:endParaRPr lang="en-US" sz="2000" b="0" i="0" kern="1200" dirty="0">
                        <a:solidFill>
                          <a:schemeClr val="tx1"/>
                        </a:solidFill>
                        <a:effectLst/>
                        <a:latin typeface="Palatino Linotype" panose="02040502050505030304" pitchFamily="18" charset="0"/>
                        <a:ea typeface="+mn-ea"/>
                        <a:cs typeface="+mn-cs"/>
                      </a:endParaRPr>
                    </a:p>
                    <a:p>
                      <a:pPr algn="l"/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write(</a:t>
                      </a:r>
                      <a:r>
                        <a:rPr lang="en-US" sz="2000" b="1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B</a:t>
                      </a:r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algn="l"/>
                      <a:r>
                        <a:rPr lang="en-US" sz="2000" b="1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End</a:t>
                      </a: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b="1" i="0" dirty="0">
                          <a:solidFill>
                            <a:schemeClr val="tx1"/>
                          </a:solidFill>
                          <a:latin typeface="Palatino Linotype" panose="02040502050505030304" pitchFamily="18" charset="0"/>
                        </a:rPr>
                        <a:t>T2:</a:t>
                      </a:r>
                    </a:p>
                    <a:p>
                      <a:pPr algn="l"/>
                      <a:endParaRPr lang="en-US" sz="2000" b="0" i="0" dirty="0">
                        <a:solidFill>
                          <a:schemeClr val="tx1"/>
                        </a:solidFill>
                        <a:latin typeface="Palatino Linotype" panose="02040502050505030304" pitchFamily="18" charset="0"/>
                      </a:endParaRPr>
                    </a:p>
                    <a:p>
                      <a:pPr algn="l"/>
                      <a:endParaRPr lang="en-US" sz="2000" b="0" i="0" dirty="0">
                        <a:solidFill>
                          <a:schemeClr val="tx1"/>
                        </a:solidFill>
                        <a:latin typeface="Palatino Linotype" panose="02040502050505030304" pitchFamily="18" charset="0"/>
                      </a:endParaRPr>
                    </a:p>
                    <a:p>
                      <a:pPr algn="l"/>
                      <a:endParaRPr lang="en-US" sz="2000" b="0" i="0" dirty="0">
                        <a:solidFill>
                          <a:schemeClr val="tx1"/>
                        </a:solidFill>
                        <a:latin typeface="Palatino Linotype" panose="02040502050505030304" pitchFamily="18" charset="0"/>
                      </a:endParaRPr>
                    </a:p>
                    <a:p>
                      <a:pPr algn="l"/>
                      <a:r>
                        <a:rPr lang="en-US" sz="2000" b="1" i="0" dirty="0">
                          <a:solidFill>
                            <a:schemeClr val="tx1"/>
                          </a:solidFill>
                          <a:latin typeface="Palatino Linotype" panose="02040502050505030304" pitchFamily="18" charset="0"/>
                        </a:rPr>
                        <a:t>Begin</a:t>
                      </a:r>
                    </a:p>
                    <a:p>
                      <a:pPr algn="l"/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read(</a:t>
                      </a:r>
                      <a:r>
                        <a:rPr lang="en-US" sz="2000" b="1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A</a:t>
                      </a:r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algn="l"/>
                      <a:endParaRPr lang="en-US" sz="2000" b="0" i="0" kern="1200" dirty="0">
                        <a:solidFill>
                          <a:schemeClr val="tx1"/>
                        </a:solidFill>
                        <a:effectLst/>
                        <a:latin typeface="Palatino Linotype" panose="02040502050505030304" pitchFamily="18" charset="0"/>
                        <a:ea typeface="+mn-ea"/>
                        <a:cs typeface="+mn-cs"/>
                      </a:endParaRPr>
                    </a:p>
                    <a:p>
                      <a:pPr algn="l"/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write(</a:t>
                      </a:r>
                      <a:r>
                        <a:rPr lang="en-US" sz="2000" b="1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A</a:t>
                      </a:r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algn="l"/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write(</a:t>
                      </a:r>
                      <a:r>
                        <a:rPr lang="en-US" sz="2000" b="1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B</a:t>
                      </a:r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1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End</a:t>
                      </a:r>
                    </a:p>
                    <a:p>
                      <a:pPr algn="l"/>
                      <a:endParaRPr lang="en-US" sz="2000" b="1" i="0" dirty="0">
                        <a:solidFill>
                          <a:schemeClr val="tx1"/>
                        </a:solidFill>
                        <a:latin typeface="Palatino Linotype" panose="0204050205050503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7499455"/>
                  </a:ext>
                </a:extLst>
              </a:tr>
            </a:tbl>
          </a:graphicData>
        </a:graphic>
      </p:graphicFrame>
      <p:sp>
        <p:nvSpPr>
          <p:cNvPr id="6" name="Oval 5">
            <a:extLst>
              <a:ext uri="{FF2B5EF4-FFF2-40B4-BE49-F238E27FC236}">
                <a16:creationId xmlns:a16="http://schemas.microsoft.com/office/drawing/2014/main" id="{C0D819D8-EB54-E0CF-8048-BA479CE03D77}"/>
              </a:ext>
            </a:extLst>
          </p:cNvPr>
          <p:cNvSpPr/>
          <p:nvPr/>
        </p:nvSpPr>
        <p:spPr>
          <a:xfrm>
            <a:off x="6283607" y="5082490"/>
            <a:ext cx="1257444" cy="379379"/>
          </a:xfrm>
          <a:prstGeom prst="ellipse">
            <a:avLst/>
          </a:prstGeom>
          <a:noFill/>
          <a:ln w="317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5CDC40F-6E33-790B-3E5E-7A1F08C5BDA2}"/>
              </a:ext>
            </a:extLst>
          </p:cNvPr>
          <p:cNvSpPr txBox="1"/>
          <p:nvPr/>
        </p:nvSpPr>
        <p:spPr>
          <a:xfrm>
            <a:off x="1449421" y="4292389"/>
            <a:ext cx="2455431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Palatino Linotype" panose="02040502050505030304" pitchFamily="18" charset="0"/>
              </a:rPr>
              <a:t>A = 100</a:t>
            </a:r>
          </a:p>
          <a:p>
            <a:endParaRPr lang="en-US" sz="2400" b="1" dirty="0">
              <a:latin typeface="Palatino Linotype" panose="02040502050505030304" pitchFamily="18" charset="0"/>
            </a:endParaRPr>
          </a:p>
          <a:p>
            <a:r>
              <a:rPr lang="en-US" sz="2400" dirty="0">
                <a:latin typeface="Palatino Linotype" panose="02040502050505030304" pitchFamily="18" charset="0"/>
              </a:rPr>
              <a:t>Previous update missed!</a:t>
            </a:r>
          </a:p>
        </p:txBody>
      </p:sp>
    </p:spTree>
    <p:extLst>
      <p:ext uri="{BB962C8B-B14F-4D97-AF65-F5344CB8AC3E}">
        <p14:creationId xmlns:p14="http://schemas.microsoft.com/office/powerpoint/2010/main" val="833738453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8B00B1-1DBE-FAE8-E377-37F914A586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FE39EF-686B-B93C-22A1-660AD3BE1A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905091"/>
          </a:xfrm>
        </p:spPr>
        <p:txBody>
          <a:bodyPr>
            <a:normAutofit/>
          </a:bodyPr>
          <a:lstStyle/>
          <a:p>
            <a:pPr algn="ctr"/>
            <a:r>
              <a:rPr lang="en-US" sz="4000" b="1" dirty="0">
                <a:latin typeface="Palatino Linotype" panose="02040502050505030304" pitchFamily="18" charset="0"/>
              </a:rPr>
              <a:t>Write-Write Conflict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E7F229C-1584-40D0-3E71-092A0C1B39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07290" y="6356350"/>
            <a:ext cx="2743200" cy="365125"/>
          </a:xfrm>
        </p:spPr>
        <p:txBody>
          <a:bodyPr/>
          <a:lstStyle/>
          <a:p>
            <a:fld id="{D0FE24AB-0A3D-3945-A314-A55A03C76B7E}" type="slidenum">
              <a:rPr lang="en-US" smtClean="0">
                <a:latin typeface="Palatino Linotype" panose="02040502050505030304" pitchFamily="18" charset="0"/>
              </a:rPr>
              <a:t>66</a:t>
            </a:fld>
            <a:endParaRPr lang="en-US" dirty="0">
              <a:latin typeface="Palatino Linotype" panose="0204050205050503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2BD4E0-D204-69C5-DDCE-246DB04BF1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5215" y="1415587"/>
            <a:ext cx="11816785" cy="1648626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US" sz="2400" b="1" dirty="0">
                <a:latin typeface="Palatino Linotype" panose="02040502050505030304" pitchFamily="18" charset="0"/>
              </a:rPr>
              <a:t>Lost Update </a:t>
            </a:r>
            <a:r>
              <a:rPr lang="en-US" sz="2400" dirty="0">
                <a:latin typeface="Palatino Linotype" panose="02040502050505030304" pitchFamily="18" charset="0"/>
                <a:sym typeface="Wingdings" pitchFamily="2" charset="2"/>
              </a:rPr>
              <a:t> </a:t>
            </a:r>
            <a:r>
              <a:rPr lang="en-US" sz="2400" dirty="0">
                <a:latin typeface="Palatino Linotype" panose="02040502050505030304" pitchFamily="18" charset="0"/>
              </a:rPr>
              <a:t>One transaction overwrites uncommitted data from another uncommitted transaction.</a:t>
            </a:r>
          </a:p>
          <a:p>
            <a:pPr>
              <a:lnSpc>
                <a:spcPct val="100000"/>
              </a:lnSpc>
            </a:pPr>
            <a:endParaRPr lang="en-US" sz="1000" dirty="0">
              <a:latin typeface="Palatino Linotype" panose="02040502050505030304" pitchFamily="18" charset="0"/>
            </a:endParaRPr>
          </a:p>
          <a:p>
            <a:pPr>
              <a:lnSpc>
                <a:spcPct val="100000"/>
              </a:lnSpc>
            </a:pPr>
            <a:r>
              <a:rPr lang="en-US" sz="2400" dirty="0">
                <a:latin typeface="Palatino Linotype" panose="02040502050505030304" pitchFamily="18" charset="0"/>
              </a:rPr>
              <a:t>Say, initially A = 50.</a:t>
            </a:r>
          </a:p>
          <a:p>
            <a:pPr marL="0" indent="0">
              <a:lnSpc>
                <a:spcPct val="100000"/>
              </a:lnSpc>
              <a:buNone/>
            </a:pPr>
            <a:endParaRPr lang="en-US" sz="2400" dirty="0">
              <a:latin typeface="Palatino Linotype" panose="02040502050505030304" pitchFamily="18" charset="0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75BAC363-9197-8CB4-B52B-8A5A6AEFB3F8}"/>
              </a:ext>
            </a:extLst>
          </p:cNvPr>
          <p:cNvGraphicFramePr>
            <a:graphicFrameLocks noGrp="1"/>
          </p:cNvGraphicFramePr>
          <p:nvPr/>
        </p:nvGraphicFramePr>
        <p:xfrm>
          <a:off x="4355416" y="2947481"/>
          <a:ext cx="3856382" cy="38424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79874">
                  <a:extLst>
                    <a:ext uri="{9D8B030D-6E8A-4147-A177-3AD203B41FA5}">
                      <a16:colId xmlns:a16="http://schemas.microsoft.com/office/drawing/2014/main" val="282134077"/>
                    </a:ext>
                  </a:extLst>
                </a:gridCol>
                <a:gridCol w="1876508">
                  <a:extLst>
                    <a:ext uri="{9D8B030D-6E8A-4147-A177-3AD203B41FA5}">
                      <a16:colId xmlns:a16="http://schemas.microsoft.com/office/drawing/2014/main" val="4206062769"/>
                    </a:ext>
                  </a:extLst>
                </a:gridCol>
              </a:tblGrid>
              <a:tr h="3842425">
                <a:tc>
                  <a:txBody>
                    <a:bodyPr/>
                    <a:lstStyle/>
                    <a:p>
                      <a:pPr algn="l"/>
                      <a:r>
                        <a:rPr lang="en-US" sz="2000" b="1" i="0" dirty="0">
                          <a:solidFill>
                            <a:schemeClr val="tx1"/>
                          </a:solidFill>
                          <a:latin typeface="Palatino Linotype" panose="02040502050505030304" pitchFamily="18" charset="0"/>
                        </a:rPr>
                        <a:t>T1:</a:t>
                      </a:r>
                    </a:p>
                    <a:p>
                      <a:pPr algn="l"/>
                      <a:endParaRPr lang="en-US" sz="2000" b="0" i="0" dirty="0">
                        <a:solidFill>
                          <a:schemeClr val="tx1"/>
                        </a:solidFill>
                        <a:latin typeface="Palatino Linotype" panose="02040502050505030304" pitchFamily="18" charset="0"/>
                      </a:endParaRPr>
                    </a:p>
                    <a:p>
                      <a:pPr algn="l"/>
                      <a:r>
                        <a:rPr lang="en-US" sz="2000" b="1" i="0" dirty="0">
                          <a:solidFill>
                            <a:schemeClr val="tx1"/>
                          </a:solidFill>
                          <a:latin typeface="Palatino Linotype" panose="02040502050505030304" pitchFamily="18" charset="0"/>
                        </a:rPr>
                        <a:t>Begin</a:t>
                      </a:r>
                    </a:p>
                    <a:p>
                      <a:pPr algn="l"/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read(</a:t>
                      </a:r>
                      <a:r>
                        <a:rPr lang="en-US" sz="2000" b="1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A</a:t>
                      </a:r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algn="l"/>
                      <a:endParaRPr lang="en-US" sz="2000" b="0" i="0" kern="1200" dirty="0">
                        <a:solidFill>
                          <a:schemeClr val="tx1"/>
                        </a:solidFill>
                        <a:effectLst/>
                        <a:latin typeface="Palatino Linotype" panose="02040502050505030304" pitchFamily="18" charset="0"/>
                        <a:ea typeface="+mn-ea"/>
                        <a:cs typeface="+mn-cs"/>
                      </a:endParaRPr>
                    </a:p>
                    <a:p>
                      <a:pPr algn="l"/>
                      <a:endParaRPr lang="en-US" sz="2000" b="0" i="0" kern="1200" dirty="0">
                        <a:solidFill>
                          <a:schemeClr val="tx1"/>
                        </a:solidFill>
                        <a:effectLst/>
                        <a:latin typeface="Palatino Linotype" panose="02040502050505030304" pitchFamily="18" charset="0"/>
                        <a:ea typeface="+mn-ea"/>
                        <a:cs typeface="+mn-cs"/>
                      </a:endParaRPr>
                    </a:p>
                    <a:p>
                      <a:pPr algn="l"/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write(</a:t>
                      </a:r>
                      <a:r>
                        <a:rPr lang="en-US" sz="2000" b="1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A</a:t>
                      </a:r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algn="l"/>
                      <a:endParaRPr lang="en-US" sz="2000" b="0" i="0" kern="1200" dirty="0">
                        <a:solidFill>
                          <a:schemeClr val="tx1"/>
                        </a:solidFill>
                        <a:effectLst/>
                        <a:latin typeface="Palatino Linotype" panose="02040502050505030304" pitchFamily="18" charset="0"/>
                        <a:ea typeface="+mn-ea"/>
                        <a:cs typeface="+mn-cs"/>
                      </a:endParaRPr>
                    </a:p>
                    <a:p>
                      <a:pPr algn="l"/>
                      <a:endParaRPr lang="en-US" sz="2000" b="0" i="0" kern="1200" dirty="0">
                        <a:solidFill>
                          <a:schemeClr val="tx1"/>
                        </a:solidFill>
                        <a:effectLst/>
                        <a:latin typeface="Palatino Linotype" panose="02040502050505030304" pitchFamily="18" charset="0"/>
                        <a:ea typeface="+mn-ea"/>
                        <a:cs typeface="+mn-cs"/>
                      </a:endParaRPr>
                    </a:p>
                    <a:p>
                      <a:pPr algn="l"/>
                      <a:endParaRPr lang="en-US" sz="2000" b="0" i="0" kern="1200" dirty="0">
                        <a:solidFill>
                          <a:schemeClr val="tx1"/>
                        </a:solidFill>
                        <a:effectLst/>
                        <a:latin typeface="Palatino Linotype" panose="02040502050505030304" pitchFamily="18" charset="0"/>
                        <a:ea typeface="+mn-ea"/>
                        <a:cs typeface="+mn-cs"/>
                      </a:endParaRPr>
                    </a:p>
                    <a:p>
                      <a:pPr algn="l"/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write(</a:t>
                      </a:r>
                      <a:r>
                        <a:rPr lang="en-US" sz="2000" b="1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B</a:t>
                      </a:r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algn="l"/>
                      <a:r>
                        <a:rPr lang="en-US" sz="2000" b="1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End</a:t>
                      </a: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b="1" i="0" dirty="0">
                          <a:solidFill>
                            <a:schemeClr val="tx1"/>
                          </a:solidFill>
                          <a:latin typeface="Palatino Linotype" panose="02040502050505030304" pitchFamily="18" charset="0"/>
                        </a:rPr>
                        <a:t>T2:</a:t>
                      </a:r>
                    </a:p>
                    <a:p>
                      <a:pPr algn="l"/>
                      <a:endParaRPr lang="en-US" sz="2000" b="0" i="0" dirty="0">
                        <a:solidFill>
                          <a:schemeClr val="tx1"/>
                        </a:solidFill>
                        <a:latin typeface="Palatino Linotype" panose="02040502050505030304" pitchFamily="18" charset="0"/>
                      </a:endParaRPr>
                    </a:p>
                    <a:p>
                      <a:pPr algn="l"/>
                      <a:endParaRPr lang="en-US" sz="2000" b="0" i="0" dirty="0">
                        <a:solidFill>
                          <a:schemeClr val="tx1"/>
                        </a:solidFill>
                        <a:latin typeface="Palatino Linotype" panose="02040502050505030304" pitchFamily="18" charset="0"/>
                      </a:endParaRPr>
                    </a:p>
                    <a:p>
                      <a:pPr algn="l"/>
                      <a:endParaRPr lang="en-US" sz="2000" b="0" i="0" dirty="0">
                        <a:solidFill>
                          <a:schemeClr val="tx1"/>
                        </a:solidFill>
                        <a:latin typeface="Palatino Linotype" panose="02040502050505030304" pitchFamily="18" charset="0"/>
                      </a:endParaRPr>
                    </a:p>
                    <a:p>
                      <a:pPr algn="l"/>
                      <a:r>
                        <a:rPr lang="en-US" sz="2000" b="1" i="0" dirty="0">
                          <a:solidFill>
                            <a:schemeClr val="tx1"/>
                          </a:solidFill>
                          <a:latin typeface="Palatino Linotype" panose="02040502050505030304" pitchFamily="18" charset="0"/>
                        </a:rPr>
                        <a:t>Begin</a:t>
                      </a:r>
                    </a:p>
                    <a:p>
                      <a:pPr algn="l"/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read(</a:t>
                      </a:r>
                      <a:r>
                        <a:rPr lang="en-US" sz="2000" b="1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A</a:t>
                      </a:r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algn="l"/>
                      <a:endParaRPr lang="en-US" sz="2000" b="0" i="0" kern="1200" dirty="0">
                        <a:solidFill>
                          <a:schemeClr val="tx1"/>
                        </a:solidFill>
                        <a:effectLst/>
                        <a:latin typeface="Palatino Linotype" panose="02040502050505030304" pitchFamily="18" charset="0"/>
                        <a:ea typeface="+mn-ea"/>
                        <a:cs typeface="+mn-cs"/>
                      </a:endParaRPr>
                    </a:p>
                    <a:p>
                      <a:pPr algn="l"/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write(</a:t>
                      </a:r>
                      <a:r>
                        <a:rPr lang="en-US" sz="2000" b="1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A</a:t>
                      </a:r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algn="l"/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write(</a:t>
                      </a:r>
                      <a:r>
                        <a:rPr lang="en-US" sz="2000" b="1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B</a:t>
                      </a:r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1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End</a:t>
                      </a:r>
                    </a:p>
                    <a:p>
                      <a:pPr algn="l"/>
                      <a:endParaRPr lang="en-US" sz="2000" b="1" i="0" dirty="0">
                        <a:solidFill>
                          <a:schemeClr val="tx1"/>
                        </a:solidFill>
                        <a:latin typeface="Palatino Linotype" panose="0204050205050503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7499455"/>
                  </a:ext>
                </a:extLst>
              </a:tr>
            </a:tbl>
          </a:graphicData>
        </a:graphic>
      </p:graphicFrame>
      <p:sp>
        <p:nvSpPr>
          <p:cNvPr id="6" name="Oval 5">
            <a:extLst>
              <a:ext uri="{FF2B5EF4-FFF2-40B4-BE49-F238E27FC236}">
                <a16:creationId xmlns:a16="http://schemas.microsoft.com/office/drawing/2014/main" id="{9C01B7AB-C88E-F505-FCC0-7D23C7A4971E}"/>
              </a:ext>
            </a:extLst>
          </p:cNvPr>
          <p:cNvSpPr/>
          <p:nvPr/>
        </p:nvSpPr>
        <p:spPr>
          <a:xfrm>
            <a:off x="6283607" y="5413229"/>
            <a:ext cx="1257444" cy="379379"/>
          </a:xfrm>
          <a:prstGeom prst="ellipse">
            <a:avLst/>
          </a:prstGeom>
          <a:noFill/>
          <a:ln w="317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DA9A86D-61C9-5189-4112-34746E9846CE}"/>
              </a:ext>
            </a:extLst>
          </p:cNvPr>
          <p:cNvSpPr txBox="1"/>
          <p:nvPr/>
        </p:nvSpPr>
        <p:spPr>
          <a:xfrm>
            <a:off x="1449421" y="4292389"/>
            <a:ext cx="245543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Palatino Linotype" panose="02040502050505030304" pitchFamily="18" charset="0"/>
              </a:rPr>
              <a:t>A = 100</a:t>
            </a:r>
          </a:p>
          <a:p>
            <a:endParaRPr lang="en-US" sz="2400" b="1" dirty="0">
              <a:latin typeface="Palatino Linotype" panose="02040502050505030304" pitchFamily="18" charset="0"/>
            </a:endParaRPr>
          </a:p>
          <a:p>
            <a:r>
              <a:rPr lang="en-US" sz="2400" b="1" dirty="0">
                <a:latin typeface="Palatino Linotype" panose="02040502050505030304" pitchFamily="18" charset="0"/>
              </a:rPr>
              <a:t>B = 100</a:t>
            </a:r>
          </a:p>
        </p:txBody>
      </p:sp>
    </p:spTree>
    <p:extLst>
      <p:ext uri="{BB962C8B-B14F-4D97-AF65-F5344CB8AC3E}">
        <p14:creationId xmlns:p14="http://schemas.microsoft.com/office/powerpoint/2010/main" val="2920261030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30A290-31DF-6D79-A355-34F7E29D30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48AF75-65AB-9405-3515-1CB985C65A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905091"/>
          </a:xfrm>
        </p:spPr>
        <p:txBody>
          <a:bodyPr>
            <a:normAutofit/>
          </a:bodyPr>
          <a:lstStyle/>
          <a:p>
            <a:pPr algn="ctr"/>
            <a:r>
              <a:rPr lang="en-US" sz="4000" b="1" dirty="0">
                <a:latin typeface="Palatino Linotype" panose="02040502050505030304" pitchFamily="18" charset="0"/>
              </a:rPr>
              <a:t>Write-Write Conflict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9D86CA1-11B0-7E4C-B02C-83BD4537E6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07290" y="6356350"/>
            <a:ext cx="2743200" cy="365125"/>
          </a:xfrm>
        </p:spPr>
        <p:txBody>
          <a:bodyPr/>
          <a:lstStyle/>
          <a:p>
            <a:fld id="{D0FE24AB-0A3D-3945-A314-A55A03C76B7E}" type="slidenum">
              <a:rPr lang="en-US" smtClean="0">
                <a:latin typeface="Palatino Linotype" panose="02040502050505030304" pitchFamily="18" charset="0"/>
              </a:rPr>
              <a:t>67</a:t>
            </a:fld>
            <a:endParaRPr lang="en-US" dirty="0">
              <a:latin typeface="Palatino Linotype" panose="0204050205050503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ADB215-59E3-410C-7236-1A278B01F0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5215" y="1415587"/>
            <a:ext cx="11816785" cy="1648626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US" sz="2400" b="1" dirty="0">
                <a:latin typeface="Palatino Linotype" panose="02040502050505030304" pitchFamily="18" charset="0"/>
              </a:rPr>
              <a:t>Lost Update </a:t>
            </a:r>
            <a:r>
              <a:rPr lang="en-US" sz="2400" dirty="0">
                <a:latin typeface="Palatino Linotype" panose="02040502050505030304" pitchFamily="18" charset="0"/>
                <a:sym typeface="Wingdings" pitchFamily="2" charset="2"/>
              </a:rPr>
              <a:t> </a:t>
            </a:r>
            <a:r>
              <a:rPr lang="en-US" sz="2400" dirty="0">
                <a:latin typeface="Palatino Linotype" panose="02040502050505030304" pitchFamily="18" charset="0"/>
              </a:rPr>
              <a:t>One transaction overwrites uncommitted data from another uncommitted transaction.</a:t>
            </a:r>
          </a:p>
          <a:p>
            <a:pPr>
              <a:lnSpc>
                <a:spcPct val="100000"/>
              </a:lnSpc>
            </a:pPr>
            <a:endParaRPr lang="en-US" sz="1000" dirty="0">
              <a:latin typeface="Palatino Linotype" panose="02040502050505030304" pitchFamily="18" charset="0"/>
            </a:endParaRPr>
          </a:p>
          <a:p>
            <a:pPr>
              <a:lnSpc>
                <a:spcPct val="100000"/>
              </a:lnSpc>
            </a:pPr>
            <a:r>
              <a:rPr lang="en-US" sz="2400" dirty="0">
                <a:latin typeface="Palatino Linotype" panose="02040502050505030304" pitchFamily="18" charset="0"/>
              </a:rPr>
              <a:t>Say, initially A = 50.</a:t>
            </a:r>
          </a:p>
          <a:p>
            <a:pPr marL="0" indent="0">
              <a:lnSpc>
                <a:spcPct val="100000"/>
              </a:lnSpc>
              <a:buNone/>
            </a:pPr>
            <a:endParaRPr lang="en-US" sz="2400" dirty="0">
              <a:latin typeface="Palatino Linotype" panose="02040502050505030304" pitchFamily="18" charset="0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E542E402-B99F-CE82-644F-B25D2B855B96}"/>
              </a:ext>
            </a:extLst>
          </p:cNvPr>
          <p:cNvGraphicFramePr>
            <a:graphicFrameLocks noGrp="1"/>
          </p:cNvGraphicFramePr>
          <p:nvPr/>
        </p:nvGraphicFramePr>
        <p:xfrm>
          <a:off x="4355416" y="2947481"/>
          <a:ext cx="3856382" cy="38424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79874">
                  <a:extLst>
                    <a:ext uri="{9D8B030D-6E8A-4147-A177-3AD203B41FA5}">
                      <a16:colId xmlns:a16="http://schemas.microsoft.com/office/drawing/2014/main" val="282134077"/>
                    </a:ext>
                  </a:extLst>
                </a:gridCol>
                <a:gridCol w="1876508">
                  <a:extLst>
                    <a:ext uri="{9D8B030D-6E8A-4147-A177-3AD203B41FA5}">
                      <a16:colId xmlns:a16="http://schemas.microsoft.com/office/drawing/2014/main" val="4206062769"/>
                    </a:ext>
                  </a:extLst>
                </a:gridCol>
              </a:tblGrid>
              <a:tr h="3842425">
                <a:tc>
                  <a:txBody>
                    <a:bodyPr/>
                    <a:lstStyle/>
                    <a:p>
                      <a:pPr algn="l"/>
                      <a:r>
                        <a:rPr lang="en-US" sz="2000" b="1" i="0" dirty="0">
                          <a:solidFill>
                            <a:schemeClr val="tx1"/>
                          </a:solidFill>
                          <a:latin typeface="Palatino Linotype" panose="02040502050505030304" pitchFamily="18" charset="0"/>
                        </a:rPr>
                        <a:t>T1:</a:t>
                      </a:r>
                    </a:p>
                    <a:p>
                      <a:pPr algn="l"/>
                      <a:endParaRPr lang="en-US" sz="2000" b="0" i="0" dirty="0">
                        <a:solidFill>
                          <a:schemeClr val="tx1"/>
                        </a:solidFill>
                        <a:latin typeface="Palatino Linotype" panose="02040502050505030304" pitchFamily="18" charset="0"/>
                      </a:endParaRPr>
                    </a:p>
                    <a:p>
                      <a:pPr algn="l"/>
                      <a:r>
                        <a:rPr lang="en-US" sz="2000" b="1" i="0" dirty="0">
                          <a:solidFill>
                            <a:schemeClr val="tx1"/>
                          </a:solidFill>
                          <a:latin typeface="Palatino Linotype" panose="02040502050505030304" pitchFamily="18" charset="0"/>
                        </a:rPr>
                        <a:t>Begin</a:t>
                      </a:r>
                    </a:p>
                    <a:p>
                      <a:pPr algn="l"/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read(</a:t>
                      </a:r>
                      <a:r>
                        <a:rPr lang="en-US" sz="2000" b="1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A</a:t>
                      </a:r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algn="l"/>
                      <a:endParaRPr lang="en-US" sz="2000" b="0" i="0" kern="1200" dirty="0">
                        <a:solidFill>
                          <a:schemeClr val="tx1"/>
                        </a:solidFill>
                        <a:effectLst/>
                        <a:latin typeface="Palatino Linotype" panose="02040502050505030304" pitchFamily="18" charset="0"/>
                        <a:ea typeface="+mn-ea"/>
                        <a:cs typeface="+mn-cs"/>
                      </a:endParaRPr>
                    </a:p>
                    <a:p>
                      <a:pPr algn="l"/>
                      <a:endParaRPr lang="en-US" sz="2000" b="0" i="0" kern="1200" dirty="0">
                        <a:solidFill>
                          <a:schemeClr val="tx1"/>
                        </a:solidFill>
                        <a:effectLst/>
                        <a:latin typeface="Palatino Linotype" panose="02040502050505030304" pitchFamily="18" charset="0"/>
                        <a:ea typeface="+mn-ea"/>
                        <a:cs typeface="+mn-cs"/>
                      </a:endParaRPr>
                    </a:p>
                    <a:p>
                      <a:pPr algn="l"/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write(</a:t>
                      </a:r>
                      <a:r>
                        <a:rPr lang="en-US" sz="2000" b="1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A</a:t>
                      </a:r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algn="l"/>
                      <a:endParaRPr lang="en-US" sz="2000" b="0" i="0" kern="1200" dirty="0">
                        <a:solidFill>
                          <a:schemeClr val="tx1"/>
                        </a:solidFill>
                        <a:effectLst/>
                        <a:latin typeface="Palatino Linotype" panose="02040502050505030304" pitchFamily="18" charset="0"/>
                        <a:ea typeface="+mn-ea"/>
                        <a:cs typeface="+mn-cs"/>
                      </a:endParaRPr>
                    </a:p>
                    <a:p>
                      <a:pPr algn="l"/>
                      <a:endParaRPr lang="en-US" sz="2000" b="0" i="0" kern="1200" dirty="0">
                        <a:solidFill>
                          <a:schemeClr val="tx1"/>
                        </a:solidFill>
                        <a:effectLst/>
                        <a:latin typeface="Palatino Linotype" panose="02040502050505030304" pitchFamily="18" charset="0"/>
                        <a:ea typeface="+mn-ea"/>
                        <a:cs typeface="+mn-cs"/>
                      </a:endParaRPr>
                    </a:p>
                    <a:p>
                      <a:pPr algn="l"/>
                      <a:endParaRPr lang="en-US" sz="2000" b="0" i="0" kern="1200" dirty="0">
                        <a:solidFill>
                          <a:schemeClr val="tx1"/>
                        </a:solidFill>
                        <a:effectLst/>
                        <a:latin typeface="Palatino Linotype" panose="02040502050505030304" pitchFamily="18" charset="0"/>
                        <a:ea typeface="+mn-ea"/>
                        <a:cs typeface="+mn-cs"/>
                      </a:endParaRPr>
                    </a:p>
                    <a:p>
                      <a:pPr algn="l"/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write(</a:t>
                      </a:r>
                      <a:r>
                        <a:rPr lang="en-US" sz="2000" b="1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B</a:t>
                      </a:r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algn="l"/>
                      <a:r>
                        <a:rPr lang="en-US" sz="2000" b="1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End</a:t>
                      </a: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b="1" i="0" dirty="0">
                          <a:solidFill>
                            <a:schemeClr val="tx1"/>
                          </a:solidFill>
                          <a:latin typeface="Palatino Linotype" panose="02040502050505030304" pitchFamily="18" charset="0"/>
                        </a:rPr>
                        <a:t>T2:</a:t>
                      </a:r>
                    </a:p>
                    <a:p>
                      <a:pPr algn="l"/>
                      <a:endParaRPr lang="en-US" sz="2000" b="0" i="0" dirty="0">
                        <a:solidFill>
                          <a:schemeClr val="tx1"/>
                        </a:solidFill>
                        <a:latin typeface="Palatino Linotype" panose="02040502050505030304" pitchFamily="18" charset="0"/>
                      </a:endParaRPr>
                    </a:p>
                    <a:p>
                      <a:pPr algn="l"/>
                      <a:endParaRPr lang="en-US" sz="2000" b="0" i="0" dirty="0">
                        <a:solidFill>
                          <a:schemeClr val="tx1"/>
                        </a:solidFill>
                        <a:latin typeface="Palatino Linotype" panose="02040502050505030304" pitchFamily="18" charset="0"/>
                      </a:endParaRPr>
                    </a:p>
                    <a:p>
                      <a:pPr algn="l"/>
                      <a:endParaRPr lang="en-US" sz="2000" b="0" i="0" dirty="0">
                        <a:solidFill>
                          <a:schemeClr val="tx1"/>
                        </a:solidFill>
                        <a:latin typeface="Palatino Linotype" panose="02040502050505030304" pitchFamily="18" charset="0"/>
                      </a:endParaRPr>
                    </a:p>
                    <a:p>
                      <a:pPr algn="l"/>
                      <a:r>
                        <a:rPr lang="en-US" sz="2000" b="1" i="0" dirty="0">
                          <a:solidFill>
                            <a:schemeClr val="tx1"/>
                          </a:solidFill>
                          <a:latin typeface="Palatino Linotype" panose="02040502050505030304" pitchFamily="18" charset="0"/>
                        </a:rPr>
                        <a:t>Begin</a:t>
                      </a:r>
                    </a:p>
                    <a:p>
                      <a:pPr algn="l"/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read(</a:t>
                      </a:r>
                      <a:r>
                        <a:rPr lang="en-US" sz="2000" b="1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A</a:t>
                      </a:r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algn="l"/>
                      <a:endParaRPr lang="en-US" sz="2000" b="0" i="0" kern="1200" dirty="0">
                        <a:solidFill>
                          <a:schemeClr val="tx1"/>
                        </a:solidFill>
                        <a:effectLst/>
                        <a:latin typeface="Palatino Linotype" panose="02040502050505030304" pitchFamily="18" charset="0"/>
                        <a:ea typeface="+mn-ea"/>
                        <a:cs typeface="+mn-cs"/>
                      </a:endParaRPr>
                    </a:p>
                    <a:p>
                      <a:pPr algn="l"/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write(</a:t>
                      </a:r>
                      <a:r>
                        <a:rPr lang="en-US" sz="2000" b="1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A</a:t>
                      </a:r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algn="l"/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write(</a:t>
                      </a:r>
                      <a:r>
                        <a:rPr lang="en-US" sz="2000" b="1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B</a:t>
                      </a:r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1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End</a:t>
                      </a:r>
                    </a:p>
                    <a:p>
                      <a:pPr algn="l"/>
                      <a:endParaRPr lang="en-US" sz="2000" b="1" i="0" dirty="0">
                        <a:solidFill>
                          <a:schemeClr val="tx1"/>
                        </a:solidFill>
                        <a:latin typeface="Palatino Linotype" panose="0204050205050503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7499455"/>
                  </a:ext>
                </a:extLst>
              </a:tr>
            </a:tbl>
          </a:graphicData>
        </a:graphic>
      </p:graphicFrame>
      <p:sp>
        <p:nvSpPr>
          <p:cNvPr id="6" name="Oval 5">
            <a:extLst>
              <a:ext uri="{FF2B5EF4-FFF2-40B4-BE49-F238E27FC236}">
                <a16:creationId xmlns:a16="http://schemas.microsoft.com/office/drawing/2014/main" id="{F7468B94-D8EE-4A58-EF0E-D92DE4C25C5A}"/>
              </a:ext>
            </a:extLst>
          </p:cNvPr>
          <p:cNvSpPr/>
          <p:nvPr/>
        </p:nvSpPr>
        <p:spPr>
          <a:xfrm>
            <a:off x="4345688" y="6010805"/>
            <a:ext cx="1257444" cy="379379"/>
          </a:xfrm>
          <a:prstGeom prst="ellipse">
            <a:avLst/>
          </a:prstGeom>
          <a:noFill/>
          <a:ln w="317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DDF18EA-8576-ED8A-F89B-37F6EE5B1390}"/>
              </a:ext>
            </a:extLst>
          </p:cNvPr>
          <p:cNvSpPr txBox="1"/>
          <p:nvPr/>
        </p:nvSpPr>
        <p:spPr>
          <a:xfrm>
            <a:off x="1449421" y="4292389"/>
            <a:ext cx="245543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Palatino Linotype" panose="02040502050505030304" pitchFamily="18" charset="0"/>
              </a:rPr>
              <a:t>A = 100</a:t>
            </a:r>
          </a:p>
          <a:p>
            <a:endParaRPr lang="en-US" sz="2400" b="1" dirty="0">
              <a:latin typeface="Palatino Linotype" panose="02040502050505030304" pitchFamily="18" charset="0"/>
            </a:endParaRPr>
          </a:p>
          <a:p>
            <a:r>
              <a:rPr lang="en-US" sz="2400" b="1" dirty="0">
                <a:latin typeface="Palatino Linotype" panose="02040502050505030304" pitchFamily="18" charset="0"/>
              </a:rPr>
              <a:t>B = 150</a:t>
            </a:r>
          </a:p>
        </p:txBody>
      </p:sp>
    </p:spTree>
    <p:extLst>
      <p:ext uri="{BB962C8B-B14F-4D97-AF65-F5344CB8AC3E}">
        <p14:creationId xmlns:p14="http://schemas.microsoft.com/office/powerpoint/2010/main" val="2364185164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31F5CA-9F50-DBFC-C3D1-90F5BCCED0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55D8C7-C9CF-0CEA-BFCA-D4CF1A737C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905091"/>
          </a:xfrm>
        </p:spPr>
        <p:txBody>
          <a:bodyPr>
            <a:normAutofit/>
          </a:bodyPr>
          <a:lstStyle/>
          <a:p>
            <a:pPr algn="ctr"/>
            <a:r>
              <a:rPr lang="en-US" sz="4000" b="1" dirty="0">
                <a:latin typeface="Palatino Linotype" panose="02040502050505030304" pitchFamily="18" charset="0"/>
              </a:rPr>
              <a:t>Write-Write Conflict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2180CBA-36BB-CADB-E098-C28CF2B768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07290" y="6356350"/>
            <a:ext cx="2743200" cy="365125"/>
          </a:xfrm>
        </p:spPr>
        <p:txBody>
          <a:bodyPr/>
          <a:lstStyle/>
          <a:p>
            <a:fld id="{D0FE24AB-0A3D-3945-A314-A55A03C76B7E}" type="slidenum">
              <a:rPr lang="en-US" smtClean="0">
                <a:latin typeface="Palatino Linotype" panose="02040502050505030304" pitchFamily="18" charset="0"/>
              </a:rPr>
              <a:t>68</a:t>
            </a:fld>
            <a:endParaRPr lang="en-US" dirty="0">
              <a:latin typeface="Palatino Linotype" panose="0204050205050503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C4E0AE-C008-478C-2AD3-ADB50C8C01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5215" y="1415587"/>
            <a:ext cx="11816785" cy="1648626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US" sz="2400" b="1" dirty="0">
                <a:latin typeface="Palatino Linotype" panose="02040502050505030304" pitchFamily="18" charset="0"/>
              </a:rPr>
              <a:t>Lost Update </a:t>
            </a:r>
            <a:r>
              <a:rPr lang="en-US" sz="2400" dirty="0">
                <a:latin typeface="Palatino Linotype" panose="02040502050505030304" pitchFamily="18" charset="0"/>
                <a:sym typeface="Wingdings" pitchFamily="2" charset="2"/>
              </a:rPr>
              <a:t> </a:t>
            </a:r>
            <a:r>
              <a:rPr lang="en-US" sz="2400" dirty="0">
                <a:latin typeface="Palatino Linotype" panose="02040502050505030304" pitchFamily="18" charset="0"/>
              </a:rPr>
              <a:t>One transaction overwrites uncommitted data from another uncommitted transaction.</a:t>
            </a:r>
          </a:p>
          <a:p>
            <a:pPr>
              <a:lnSpc>
                <a:spcPct val="100000"/>
              </a:lnSpc>
            </a:pPr>
            <a:endParaRPr lang="en-US" sz="1000" dirty="0">
              <a:latin typeface="Palatino Linotype" panose="02040502050505030304" pitchFamily="18" charset="0"/>
            </a:endParaRPr>
          </a:p>
          <a:p>
            <a:pPr>
              <a:lnSpc>
                <a:spcPct val="100000"/>
              </a:lnSpc>
            </a:pPr>
            <a:r>
              <a:rPr lang="en-US" sz="2400" dirty="0">
                <a:latin typeface="Palatino Linotype" panose="02040502050505030304" pitchFamily="18" charset="0"/>
              </a:rPr>
              <a:t>Say, initially A = 50.</a:t>
            </a:r>
          </a:p>
          <a:p>
            <a:pPr marL="0" indent="0">
              <a:lnSpc>
                <a:spcPct val="100000"/>
              </a:lnSpc>
              <a:buNone/>
            </a:pPr>
            <a:endParaRPr lang="en-US" sz="2400" dirty="0">
              <a:latin typeface="Palatino Linotype" panose="02040502050505030304" pitchFamily="18" charset="0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30392184-598B-3565-E20D-69C76BD9940F}"/>
              </a:ext>
            </a:extLst>
          </p:cNvPr>
          <p:cNvGraphicFramePr>
            <a:graphicFrameLocks noGrp="1"/>
          </p:cNvGraphicFramePr>
          <p:nvPr/>
        </p:nvGraphicFramePr>
        <p:xfrm>
          <a:off x="4355416" y="2947481"/>
          <a:ext cx="3856382" cy="38424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79874">
                  <a:extLst>
                    <a:ext uri="{9D8B030D-6E8A-4147-A177-3AD203B41FA5}">
                      <a16:colId xmlns:a16="http://schemas.microsoft.com/office/drawing/2014/main" val="282134077"/>
                    </a:ext>
                  </a:extLst>
                </a:gridCol>
                <a:gridCol w="1876508">
                  <a:extLst>
                    <a:ext uri="{9D8B030D-6E8A-4147-A177-3AD203B41FA5}">
                      <a16:colId xmlns:a16="http://schemas.microsoft.com/office/drawing/2014/main" val="4206062769"/>
                    </a:ext>
                  </a:extLst>
                </a:gridCol>
              </a:tblGrid>
              <a:tr h="3842425">
                <a:tc>
                  <a:txBody>
                    <a:bodyPr/>
                    <a:lstStyle/>
                    <a:p>
                      <a:pPr algn="l"/>
                      <a:r>
                        <a:rPr lang="en-US" sz="2000" b="1" i="0" dirty="0">
                          <a:solidFill>
                            <a:schemeClr val="tx1"/>
                          </a:solidFill>
                          <a:latin typeface="Palatino Linotype" panose="02040502050505030304" pitchFamily="18" charset="0"/>
                        </a:rPr>
                        <a:t>T1:</a:t>
                      </a:r>
                    </a:p>
                    <a:p>
                      <a:pPr algn="l"/>
                      <a:endParaRPr lang="en-US" sz="2000" b="0" i="0" dirty="0">
                        <a:solidFill>
                          <a:schemeClr val="tx1"/>
                        </a:solidFill>
                        <a:latin typeface="Palatino Linotype" panose="02040502050505030304" pitchFamily="18" charset="0"/>
                      </a:endParaRPr>
                    </a:p>
                    <a:p>
                      <a:pPr algn="l"/>
                      <a:r>
                        <a:rPr lang="en-US" sz="2000" b="1" i="0" dirty="0">
                          <a:solidFill>
                            <a:schemeClr val="tx1"/>
                          </a:solidFill>
                          <a:latin typeface="Palatino Linotype" panose="02040502050505030304" pitchFamily="18" charset="0"/>
                        </a:rPr>
                        <a:t>Begin</a:t>
                      </a:r>
                    </a:p>
                    <a:p>
                      <a:pPr algn="l"/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read(</a:t>
                      </a:r>
                      <a:r>
                        <a:rPr lang="en-US" sz="2000" b="1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A</a:t>
                      </a:r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algn="l"/>
                      <a:endParaRPr lang="en-US" sz="2000" b="0" i="0" kern="1200" dirty="0">
                        <a:solidFill>
                          <a:schemeClr val="tx1"/>
                        </a:solidFill>
                        <a:effectLst/>
                        <a:latin typeface="Palatino Linotype" panose="02040502050505030304" pitchFamily="18" charset="0"/>
                        <a:ea typeface="+mn-ea"/>
                        <a:cs typeface="+mn-cs"/>
                      </a:endParaRPr>
                    </a:p>
                    <a:p>
                      <a:pPr algn="l"/>
                      <a:endParaRPr lang="en-US" sz="2000" b="0" i="0" kern="1200" dirty="0">
                        <a:solidFill>
                          <a:schemeClr val="tx1"/>
                        </a:solidFill>
                        <a:effectLst/>
                        <a:latin typeface="Palatino Linotype" panose="02040502050505030304" pitchFamily="18" charset="0"/>
                        <a:ea typeface="+mn-ea"/>
                        <a:cs typeface="+mn-cs"/>
                      </a:endParaRPr>
                    </a:p>
                    <a:p>
                      <a:pPr algn="l"/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write(</a:t>
                      </a:r>
                      <a:r>
                        <a:rPr lang="en-US" sz="2000" b="1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A</a:t>
                      </a:r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algn="l"/>
                      <a:endParaRPr lang="en-US" sz="2000" b="0" i="0" kern="1200" dirty="0">
                        <a:solidFill>
                          <a:schemeClr val="tx1"/>
                        </a:solidFill>
                        <a:effectLst/>
                        <a:latin typeface="Palatino Linotype" panose="02040502050505030304" pitchFamily="18" charset="0"/>
                        <a:ea typeface="+mn-ea"/>
                        <a:cs typeface="+mn-cs"/>
                      </a:endParaRPr>
                    </a:p>
                    <a:p>
                      <a:pPr algn="l"/>
                      <a:endParaRPr lang="en-US" sz="2000" b="0" i="0" kern="1200" dirty="0">
                        <a:solidFill>
                          <a:schemeClr val="tx1"/>
                        </a:solidFill>
                        <a:effectLst/>
                        <a:latin typeface="Palatino Linotype" panose="02040502050505030304" pitchFamily="18" charset="0"/>
                        <a:ea typeface="+mn-ea"/>
                        <a:cs typeface="+mn-cs"/>
                      </a:endParaRPr>
                    </a:p>
                    <a:p>
                      <a:pPr algn="l"/>
                      <a:endParaRPr lang="en-US" sz="2000" b="0" i="0" kern="1200" dirty="0">
                        <a:solidFill>
                          <a:schemeClr val="tx1"/>
                        </a:solidFill>
                        <a:effectLst/>
                        <a:latin typeface="Palatino Linotype" panose="02040502050505030304" pitchFamily="18" charset="0"/>
                        <a:ea typeface="+mn-ea"/>
                        <a:cs typeface="+mn-cs"/>
                      </a:endParaRPr>
                    </a:p>
                    <a:p>
                      <a:pPr algn="l"/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write(</a:t>
                      </a:r>
                      <a:r>
                        <a:rPr lang="en-US" sz="2000" b="1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B</a:t>
                      </a:r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algn="l"/>
                      <a:r>
                        <a:rPr lang="en-US" sz="2000" b="1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End</a:t>
                      </a: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b="1" i="0" dirty="0">
                          <a:solidFill>
                            <a:schemeClr val="tx1"/>
                          </a:solidFill>
                          <a:latin typeface="Palatino Linotype" panose="02040502050505030304" pitchFamily="18" charset="0"/>
                        </a:rPr>
                        <a:t>T2:</a:t>
                      </a:r>
                    </a:p>
                    <a:p>
                      <a:pPr algn="l"/>
                      <a:endParaRPr lang="en-US" sz="2000" b="0" i="0" dirty="0">
                        <a:solidFill>
                          <a:schemeClr val="tx1"/>
                        </a:solidFill>
                        <a:latin typeface="Palatino Linotype" panose="02040502050505030304" pitchFamily="18" charset="0"/>
                      </a:endParaRPr>
                    </a:p>
                    <a:p>
                      <a:pPr algn="l"/>
                      <a:endParaRPr lang="en-US" sz="2000" b="0" i="0" dirty="0">
                        <a:solidFill>
                          <a:schemeClr val="tx1"/>
                        </a:solidFill>
                        <a:latin typeface="Palatino Linotype" panose="02040502050505030304" pitchFamily="18" charset="0"/>
                      </a:endParaRPr>
                    </a:p>
                    <a:p>
                      <a:pPr algn="l"/>
                      <a:endParaRPr lang="en-US" sz="2000" b="0" i="0" dirty="0">
                        <a:solidFill>
                          <a:schemeClr val="tx1"/>
                        </a:solidFill>
                        <a:latin typeface="Palatino Linotype" panose="02040502050505030304" pitchFamily="18" charset="0"/>
                      </a:endParaRPr>
                    </a:p>
                    <a:p>
                      <a:pPr algn="l"/>
                      <a:r>
                        <a:rPr lang="en-US" sz="2000" b="1" i="0" dirty="0">
                          <a:solidFill>
                            <a:schemeClr val="tx1"/>
                          </a:solidFill>
                          <a:latin typeface="Palatino Linotype" panose="02040502050505030304" pitchFamily="18" charset="0"/>
                        </a:rPr>
                        <a:t>Begin</a:t>
                      </a:r>
                    </a:p>
                    <a:p>
                      <a:pPr algn="l"/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read(</a:t>
                      </a:r>
                      <a:r>
                        <a:rPr lang="en-US" sz="2000" b="1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A</a:t>
                      </a:r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algn="l"/>
                      <a:endParaRPr lang="en-US" sz="2000" b="0" i="0" kern="1200" dirty="0">
                        <a:solidFill>
                          <a:schemeClr val="tx1"/>
                        </a:solidFill>
                        <a:effectLst/>
                        <a:latin typeface="Palatino Linotype" panose="02040502050505030304" pitchFamily="18" charset="0"/>
                        <a:ea typeface="+mn-ea"/>
                        <a:cs typeface="+mn-cs"/>
                      </a:endParaRPr>
                    </a:p>
                    <a:p>
                      <a:pPr algn="l"/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write(</a:t>
                      </a:r>
                      <a:r>
                        <a:rPr lang="en-US" sz="2000" b="1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A</a:t>
                      </a:r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algn="l"/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write(</a:t>
                      </a:r>
                      <a:r>
                        <a:rPr lang="en-US" sz="2000" b="1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B</a:t>
                      </a:r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1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End</a:t>
                      </a:r>
                    </a:p>
                    <a:p>
                      <a:pPr algn="l"/>
                      <a:endParaRPr lang="en-US" sz="2000" b="1" i="0" dirty="0">
                        <a:solidFill>
                          <a:schemeClr val="tx1"/>
                        </a:solidFill>
                        <a:latin typeface="Palatino Linotype" panose="0204050205050503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7499455"/>
                  </a:ext>
                </a:extLst>
              </a:tr>
            </a:tbl>
          </a:graphicData>
        </a:graphic>
      </p:graphicFrame>
      <p:sp>
        <p:nvSpPr>
          <p:cNvPr id="6" name="Oval 5">
            <a:extLst>
              <a:ext uri="{FF2B5EF4-FFF2-40B4-BE49-F238E27FC236}">
                <a16:creationId xmlns:a16="http://schemas.microsoft.com/office/drawing/2014/main" id="{C6DB1A11-38EE-A721-3766-1254537BCF59}"/>
              </a:ext>
            </a:extLst>
          </p:cNvPr>
          <p:cNvSpPr/>
          <p:nvPr/>
        </p:nvSpPr>
        <p:spPr>
          <a:xfrm>
            <a:off x="4345688" y="6010805"/>
            <a:ext cx="1257444" cy="379379"/>
          </a:xfrm>
          <a:prstGeom prst="ellipse">
            <a:avLst/>
          </a:prstGeom>
          <a:noFill/>
          <a:ln w="317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AF045A1-82EC-B6BD-B91E-DE549AA67EE3}"/>
              </a:ext>
            </a:extLst>
          </p:cNvPr>
          <p:cNvSpPr txBox="1"/>
          <p:nvPr/>
        </p:nvSpPr>
        <p:spPr>
          <a:xfrm>
            <a:off x="1449421" y="4292389"/>
            <a:ext cx="245543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Palatino Linotype" panose="02040502050505030304" pitchFamily="18" charset="0"/>
              </a:rPr>
              <a:t>A = 100</a:t>
            </a:r>
          </a:p>
          <a:p>
            <a:endParaRPr lang="en-US" sz="2400" b="1" dirty="0">
              <a:latin typeface="Palatino Linotype" panose="02040502050505030304" pitchFamily="18" charset="0"/>
            </a:endParaRPr>
          </a:p>
          <a:p>
            <a:r>
              <a:rPr lang="en-US" sz="2400" b="1" dirty="0">
                <a:latin typeface="Palatino Linotype" panose="02040502050505030304" pitchFamily="18" charset="0"/>
              </a:rPr>
              <a:t>B = 150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F7F5408-1CA2-389F-CCCF-47BC42A22940}"/>
              </a:ext>
            </a:extLst>
          </p:cNvPr>
          <p:cNvSpPr txBox="1"/>
          <p:nvPr/>
        </p:nvSpPr>
        <p:spPr>
          <a:xfrm>
            <a:off x="8211798" y="4110117"/>
            <a:ext cx="385638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Palatino Linotype" panose="02040502050505030304" pitchFamily="18" charset="0"/>
              </a:rPr>
              <a:t>This leads to unexpected results of 100,150 when it should have been 150, 150.</a:t>
            </a:r>
          </a:p>
        </p:txBody>
      </p:sp>
    </p:spTree>
    <p:extLst>
      <p:ext uri="{BB962C8B-B14F-4D97-AF65-F5344CB8AC3E}">
        <p14:creationId xmlns:p14="http://schemas.microsoft.com/office/powerpoint/2010/main" val="1055757218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BAB4B0-99A8-51E1-FBE4-9BD6645FCD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4EC32E-FC68-4091-95FF-A708DD4AC0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905091"/>
          </a:xfrm>
        </p:spPr>
        <p:txBody>
          <a:bodyPr>
            <a:normAutofit/>
          </a:bodyPr>
          <a:lstStyle/>
          <a:p>
            <a:pPr algn="ctr"/>
            <a:r>
              <a:rPr lang="en-US" sz="4000" b="1" dirty="0">
                <a:latin typeface="Palatino Linotype" panose="02040502050505030304" pitchFamily="18" charset="0"/>
              </a:rPr>
              <a:t>Isolation Support: Concurrency Control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CA3B24F-DD74-D09F-57EB-6965294299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07290" y="6356350"/>
            <a:ext cx="2743200" cy="365125"/>
          </a:xfrm>
        </p:spPr>
        <p:txBody>
          <a:bodyPr/>
          <a:lstStyle/>
          <a:p>
            <a:fld id="{D0FE24AB-0A3D-3945-A314-A55A03C76B7E}" type="slidenum">
              <a:rPr lang="en-US" smtClean="0">
                <a:latin typeface="Palatino Linotype" panose="02040502050505030304" pitchFamily="18" charset="0"/>
              </a:rPr>
              <a:t>69</a:t>
            </a:fld>
            <a:endParaRPr lang="en-US" dirty="0">
              <a:latin typeface="Palatino Linotype" panose="0204050205050503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CBC5EF-92CB-A5C5-6DC9-E5FA8A3F67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5215" y="1415586"/>
            <a:ext cx="11816785" cy="5305889"/>
          </a:xfrm>
        </p:spPr>
        <p:txBody>
          <a:bodyPr>
            <a:noAutofit/>
          </a:bodyPr>
          <a:lstStyle/>
          <a:p>
            <a:r>
              <a:rPr lang="en-US" sz="2400" dirty="0">
                <a:latin typeface="Palatino Linotype" panose="02040502050505030304" pitchFamily="18" charset="0"/>
              </a:rPr>
              <a:t>A </a:t>
            </a:r>
            <a:r>
              <a:rPr lang="en-US" sz="2400" b="1" dirty="0">
                <a:latin typeface="Palatino Linotype" panose="02040502050505030304" pitchFamily="18" charset="0"/>
              </a:rPr>
              <a:t>concurrency control protocol </a:t>
            </a:r>
            <a:r>
              <a:rPr lang="en-US" sz="2400" dirty="0">
                <a:latin typeface="Palatino Linotype" panose="02040502050505030304" pitchFamily="18" charset="0"/>
              </a:rPr>
              <a:t>lays down the mechanism for the DBMS to decide a legal/valid schedule of transactions.</a:t>
            </a:r>
          </a:p>
          <a:p>
            <a:endParaRPr lang="en-US" sz="2400" dirty="0">
              <a:effectLst/>
              <a:latin typeface="Palatino Linotype" panose="02040502050505030304" pitchFamily="18" charset="0"/>
            </a:endParaRPr>
          </a:p>
          <a:p>
            <a:r>
              <a:rPr lang="en-US" sz="2400" dirty="0">
                <a:latin typeface="Palatino Linotype" panose="02040502050505030304" pitchFamily="18" charset="0"/>
              </a:rPr>
              <a:t>What are the </a:t>
            </a:r>
            <a:r>
              <a:rPr lang="en-US" sz="2400" b="1" dirty="0">
                <a:latin typeface="Palatino Linotype" panose="02040502050505030304" pitchFamily="18" charset="0"/>
              </a:rPr>
              <a:t>types</a:t>
            </a:r>
            <a:r>
              <a:rPr lang="en-US" sz="2400" dirty="0">
                <a:latin typeface="Palatino Linotype" panose="02040502050505030304" pitchFamily="18" charset="0"/>
              </a:rPr>
              <a:t> of concurrency control protocols?</a:t>
            </a:r>
            <a:endParaRPr lang="en-US" sz="2400" dirty="0">
              <a:effectLst/>
              <a:latin typeface="Palatino Linotype" panose="0204050205050503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69609981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2429A1-80AB-C1D3-12A7-1F16AEE785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FF1F7F-DCB8-B4C7-727F-33EE413699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905091"/>
          </a:xfrm>
        </p:spPr>
        <p:txBody>
          <a:bodyPr>
            <a:normAutofit/>
          </a:bodyPr>
          <a:lstStyle/>
          <a:p>
            <a:pPr algn="ctr"/>
            <a:r>
              <a:rPr lang="en-US" sz="4000" b="1" dirty="0">
                <a:latin typeface="Palatino Linotype" panose="02040502050505030304" pitchFamily="18" charset="0"/>
              </a:rPr>
              <a:t>Isolation Support: Concurrency Control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89A2661-2E1B-B0D4-5EEE-D535646CAE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07290" y="6356350"/>
            <a:ext cx="2743200" cy="365125"/>
          </a:xfrm>
        </p:spPr>
        <p:txBody>
          <a:bodyPr/>
          <a:lstStyle/>
          <a:p>
            <a:fld id="{D0FE24AB-0A3D-3945-A314-A55A03C76B7E}" type="slidenum">
              <a:rPr lang="en-US" smtClean="0">
                <a:latin typeface="Palatino Linotype" panose="02040502050505030304" pitchFamily="18" charset="0"/>
              </a:rPr>
              <a:t>70</a:t>
            </a:fld>
            <a:endParaRPr lang="en-US" dirty="0">
              <a:latin typeface="Palatino Linotype" panose="0204050205050503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0280D0-6513-E2AF-C6A9-D2988CC8DB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5215" y="1415586"/>
            <a:ext cx="11816785" cy="5305889"/>
          </a:xfrm>
        </p:spPr>
        <p:txBody>
          <a:bodyPr>
            <a:noAutofit/>
          </a:bodyPr>
          <a:lstStyle/>
          <a:p>
            <a:r>
              <a:rPr lang="en-US" sz="2400" dirty="0">
                <a:latin typeface="Palatino Linotype" panose="02040502050505030304" pitchFamily="18" charset="0"/>
              </a:rPr>
              <a:t>A concurrency control protocol lays down the mechanism for the DBMS to decide legal/valid schedule of transactions.</a:t>
            </a:r>
          </a:p>
          <a:p>
            <a:endParaRPr lang="en-US" sz="2400" dirty="0">
              <a:effectLst/>
              <a:latin typeface="Palatino Linotype" panose="02040502050505030304" pitchFamily="18" charset="0"/>
            </a:endParaRPr>
          </a:p>
          <a:p>
            <a:r>
              <a:rPr lang="en-US" sz="2400" dirty="0">
                <a:latin typeface="Palatino Linotype" panose="02040502050505030304" pitchFamily="18" charset="0"/>
              </a:rPr>
              <a:t>What are the types of concurrency control protocols?</a:t>
            </a:r>
          </a:p>
          <a:p>
            <a:endParaRPr lang="en-US" sz="2400" dirty="0">
              <a:effectLst/>
              <a:latin typeface="Palatino Linotype" panose="02040502050505030304" pitchFamily="18" charset="0"/>
            </a:endParaRPr>
          </a:p>
          <a:p>
            <a:r>
              <a:rPr lang="en-US" sz="2400" b="1" dirty="0">
                <a:latin typeface="Palatino Linotype" panose="02040502050505030304" pitchFamily="18" charset="0"/>
              </a:rPr>
              <a:t>Pessimistic:</a:t>
            </a:r>
            <a:r>
              <a:rPr lang="en-US" sz="2400" dirty="0">
                <a:latin typeface="Palatino Linotype" panose="02040502050505030304" pitchFamily="18" charset="0"/>
              </a:rPr>
              <a:t> Prevent problems from arising in the first place.</a:t>
            </a:r>
          </a:p>
        </p:txBody>
      </p:sp>
    </p:spTree>
    <p:extLst>
      <p:ext uri="{BB962C8B-B14F-4D97-AF65-F5344CB8AC3E}">
        <p14:creationId xmlns:p14="http://schemas.microsoft.com/office/powerpoint/2010/main" val="2052853327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248708-C60A-83E9-092B-8F0E2939AE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E0ACF3-1618-C56D-149E-B29EFA03B3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905091"/>
          </a:xfrm>
        </p:spPr>
        <p:txBody>
          <a:bodyPr>
            <a:normAutofit/>
          </a:bodyPr>
          <a:lstStyle/>
          <a:p>
            <a:pPr algn="ctr"/>
            <a:r>
              <a:rPr lang="en-US" sz="4000" b="1" dirty="0">
                <a:latin typeface="Palatino Linotype" panose="02040502050505030304" pitchFamily="18" charset="0"/>
              </a:rPr>
              <a:t>Isolation Support: Concurrency Control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8C881E2-B393-B706-FF49-819BF2497B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07290" y="6356350"/>
            <a:ext cx="2743200" cy="365125"/>
          </a:xfrm>
        </p:spPr>
        <p:txBody>
          <a:bodyPr/>
          <a:lstStyle/>
          <a:p>
            <a:fld id="{D0FE24AB-0A3D-3945-A314-A55A03C76B7E}" type="slidenum">
              <a:rPr lang="en-US" smtClean="0">
                <a:latin typeface="Palatino Linotype" panose="02040502050505030304" pitchFamily="18" charset="0"/>
              </a:rPr>
              <a:t>71</a:t>
            </a:fld>
            <a:endParaRPr lang="en-US" dirty="0">
              <a:latin typeface="Palatino Linotype" panose="0204050205050503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E73733-0B50-E475-BA1E-7938048753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5215" y="1415586"/>
            <a:ext cx="11816785" cy="5305889"/>
          </a:xfrm>
        </p:spPr>
        <p:txBody>
          <a:bodyPr>
            <a:noAutofit/>
          </a:bodyPr>
          <a:lstStyle/>
          <a:p>
            <a:r>
              <a:rPr lang="en-US" sz="2400" dirty="0">
                <a:latin typeface="Palatino Linotype" panose="02040502050505030304" pitchFamily="18" charset="0"/>
              </a:rPr>
              <a:t>A concurrency control protocol lays down the mechanism for the DBMS to decide legal/valid schedule of transactions.</a:t>
            </a:r>
          </a:p>
          <a:p>
            <a:endParaRPr lang="en-US" sz="2400" dirty="0">
              <a:effectLst/>
              <a:latin typeface="Palatino Linotype" panose="02040502050505030304" pitchFamily="18" charset="0"/>
            </a:endParaRPr>
          </a:p>
          <a:p>
            <a:r>
              <a:rPr lang="en-US" sz="2400" dirty="0">
                <a:latin typeface="Palatino Linotype" panose="02040502050505030304" pitchFamily="18" charset="0"/>
              </a:rPr>
              <a:t>What are the types of concurrency control protocols?</a:t>
            </a:r>
          </a:p>
          <a:p>
            <a:endParaRPr lang="en-US" sz="2400" dirty="0">
              <a:effectLst/>
              <a:latin typeface="Palatino Linotype" panose="02040502050505030304" pitchFamily="18" charset="0"/>
            </a:endParaRPr>
          </a:p>
          <a:p>
            <a:r>
              <a:rPr lang="en-US" sz="2400" b="1" dirty="0">
                <a:latin typeface="Palatino Linotype" panose="02040502050505030304" pitchFamily="18" charset="0"/>
              </a:rPr>
              <a:t>Pessimistic: </a:t>
            </a:r>
            <a:r>
              <a:rPr lang="en-US" sz="2400" dirty="0">
                <a:latin typeface="Palatino Linotype" panose="02040502050505030304" pitchFamily="18" charset="0"/>
              </a:rPr>
              <a:t>Prevent problems from arising in the first place.</a:t>
            </a:r>
          </a:p>
          <a:p>
            <a:endParaRPr lang="en-US" sz="2400" dirty="0">
              <a:latin typeface="Palatino Linotype" panose="02040502050505030304" pitchFamily="18" charset="0"/>
            </a:endParaRPr>
          </a:p>
          <a:p>
            <a:r>
              <a:rPr lang="en-US" sz="2400" b="1" dirty="0">
                <a:latin typeface="Palatino Linotype" panose="02040502050505030304" pitchFamily="18" charset="0"/>
              </a:rPr>
              <a:t>Optimistic: </a:t>
            </a:r>
            <a:r>
              <a:rPr lang="en-US" sz="2400" dirty="0">
                <a:latin typeface="Palatino Linotype" panose="02040502050505030304" pitchFamily="18" charset="0"/>
              </a:rPr>
              <a:t>Assume that conflicts are rare; deal with them after they occur.</a:t>
            </a:r>
            <a:endParaRPr lang="en-US" sz="2400" dirty="0">
              <a:effectLst/>
              <a:latin typeface="Palatino Linotype" panose="0204050205050503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58178985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34C789-0DDA-DE4D-0600-F4E8BDE426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ADC199-99C0-5217-9B02-AF6844D853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905091"/>
          </a:xfrm>
        </p:spPr>
        <p:txBody>
          <a:bodyPr>
            <a:normAutofit/>
          </a:bodyPr>
          <a:lstStyle/>
          <a:p>
            <a:pPr algn="ctr"/>
            <a:r>
              <a:rPr lang="en-US" sz="4000" b="1" dirty="0">
                <a:latin typeface="Palatino Linotype" panose="02040502050505030304" pitchFamily="18" charset="0"/>
              </a:rPr>
              <a:t>Isolation Support: Concurrency Control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932D23F-F4CD-5206-20E2-6E72A0A230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07290" y="6356350"/>
            <a:ext cx="2743200" cy="365125"/>
          </a:xfrm>
        </p:spPr>
        <p:txBody>
          <a:bodyPr/>
          <a:lstStyle/>
          <a:p>
            <a:fld id="{D0FE24AB-0A3D-3945-A314-A55A03C76B7E}" type="slidenum">
              <a:rPr lang="en-US" smtClean="0">
                <a:latin typeface="Palatino Linotype" panose="02040502050505030304" pitchFamily="18" charset="0"/>
              </a:rPr>
              <a:t>72</a:t>
            </a:fld>
            <a:endParaRPr lang="en-US" dirty="0">
              <a:latin typeface="Palatino Linotype" panose="0204050205050503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8CD650-A410-A174-2CF1-A7D565D739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5215" y="1415586"/>
            <a:ext cx="11816785" cy="5305889"/>
          </a:xfrm>
        </p:spPr>
        <p:txBody>
          <a:bodyPr>
            <a:noAutofit/>
          </a:bodyPr>
          <a:lstStyle/>
          <a:p>
            <a:r>
              <a:rPr lang="en-US" sz="2400" dirty="0">
                <a:latin typeface="Palatino Linotype" panose="02040502050505030304" pitchFamily="18" charset="0"/>
              </a:rPr>
              <a:t>A concurrency control protocol lays down the mechanism for the DBMS to decide legal/valid schedule of transactions.</a:t>
            </a:r>
          </a:p>
          <a:p>
            <a:endParaRPr lang="en-US" sz="2400" dirty="0">
              <a:effectLst/>
              <a:latin typeface="Palatino Linotype" panose="02040502050505030304" pitchFamily="18" charset="0"/>
            </a:endParaRPr>
          </a:p>
          <a:p>
            <a:r>
              <a:rPr lang="en-US" sz="2400" dirty="0">
                <a:latin typeface="Palatino Linotype" panose="02040502050505030304" pitchFamily="18" charset="0"/>
              </a:rPr>
              <a:t>What are the types of concurrency control protocols?</a:t>
            </a:r>
          </a:p>
          <a:p>
            <a:endParaRPr lang="en-US" sz="2400" dirty="0">
              <a:effectLst/>
              <a:latin typeface="Palatino Linotype" panose="02040502050505030304" pitchFamily="18" charset="0"/>
            </a:endParaRPr>
          </a:p>
          <a:p>
            <a:r>
              <a:rPr lang="en-US" sz="2400" b="1" dirty="0">
                <a:latin typeface="Palatino Linotype" panose="02040502050505030304" pitchFamily="18" charset="0"/>
              </a:rPr>
              <a:t>Pessimistic: </a:t>
            </a:r>
            <a:r>
              <a:rPr lang="en-US" sz="2400" dirty="0">
                <a:latin typeface="Palatino Linotype" panose="02040502050505030304" pitchFamily="18" charset="0"/>
              </a:rPr>
              <a:t>Prevent problems from arising in the first place.</a:t>
            </a:r>
          </a:p>
          <a:p>
            <a:endParaRPr lang="en-US" sz="2400" dirty="0">
              <a:latin typeface="Palatino Linotype" panose="02040502050505030304" pitchFamily="18" charset="0"/>
            </a:endParaRPr>
          </a:p>
          <a:p>
            <a:r>
              <a:rPr lang="en-US" sz="2400" b="1" dirty="0">
                <a:latin typeface="Palatino Linotype" panose="02040502050505030304" pitchFamily="18" charset="0"/>
              </a:rPr>
              <a:t>Optimistic: </a:t>
            </a:r>
            <a:r>
              <a:rPr lang="en-US" sz="2400" dirty="0">
                <a:latin typeface="Palatino Linotype" panose="02040502050505030304" pitchFamily="18" charset="0"/>
              </a:rPr>
              <a:t>Assume that conflicts are rare; deal with them after they occur.</a:t>
            </a:r>
          </a:p>
          <a:p>
            <a:endParaRPr lang="en-US" sz="2400" dirty="0">
              <a:effectLst/>
              <a:latin typeface="Palatino Linotype" panose="02040502050505030304" pitchFamily="18" charset="0"/>
            </a:endParaRPr>
          </a:p>
          <a:p>
            <a:r>
              <a:rPr lang="en-US" sz="2400" b="1" dirty="0">
                <a:effectLst/>
                <a:latin typeface="Palatino Linotype" panose="02040502050505030304" pitchFamily="18" charset="0"/>
              </a:rPr>
              <a:t>But, how does a concurrency control protocol determine a valid schedule?</a:t>
            </a:r>
            <a:r>
              <a:rPr lang="en-US" sz="2400" dirty="0">
                <a:effectLst/>
                <a:latin typeface="Palatino Linotype" panose="02040502050505030304" pitchFamily="18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570707384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6D14AD-550B-6A85-699E-D4BD5794BD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1D78A3-640C-62B5-700F-9B4F576795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905091"/>
          </a:xfrm>
        </p:spPr>
        <p:txBody>
          <a:bodyPr>
            <a:normAutofit/>
          </a:bodyPr>
          <a:lstStyle/>
          <a:p>
            <a:pPr algn="ctr"/>
            <a:r>
              <a:rPr lang="en-US" sz="4000" b="1" dirty="0">
                <a:latin typeface="Palatino Linotype" panose="02040502050505030304" pitchFamily="18" charset="0"/>
              </a:rPr>
              <a:t>Serializable Schedules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6BE1C1B-51CD-A76A-6A92-223C062679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07290" y="6356350"/>
            <a:ext cx="2743200" cy="365125"/>
          </a:xfrm>
        </p:spPr>
        <p:txBody>
          <a:bodyPr/>
          <a:lstStyle/>
          <a:p>
            <a:fld id="{D0FE24AB-0A3D-3945-A314-A55A03C76B7E}" type="slidenum">
              <a:rPr lang="en-US" smtClean="0">
                <a:latin typeface="Palatino Linotype" panose="02040502050505030304" pitchFamily="18" charset="0"/>
              </a:rPr>
              <a:t>73</a:t>
            </a:fld>
            <a:endParaRPr lang="en-US" dirty="0">
              <a:latin typeface="Palatino Linotype" panose="0204050205050503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D60E4F-E7D0-7359-BE9A-C8EA0C4600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5215" y="1415586"/>
            <a:ext cx="11816785" cy="5043580"/>
          </a:xfrm>
        </p:spPr>
        <p:txBody>
          <a:bodyPr>
            <a:noAutofit/>
          </a:bodyPr>
          <a:lstStyle/>
          <a:p>
            <a:r>
              <a:rPr lang="en-US" sz="2400" b="1" dirty="0">
                <a:latin typeface="Palatino Linotype" panose="02040502050505030304" pitchFamily="18" charset="0"/>
              </a:rPr>
              <a:t>Serial Schedule </a:t>
            </a:r>
            <a:r>
              <a:rPr lang="en-US" sz="2400" dirty="0">
                <a:latin typeface="Palatino Linotype" panose="02040502050505030304" pitchFamily="18" charset="0"/>
                <a:sym typeface="Wingdings" pitchFamily="2" charset="2"/>
              </a:rPr>
              <a:t> A schedule that </a:t>
            </a:r>
            <a:r>
              <a:rPr lang="en-US" sz="2400" dirty="0">
                <a:latin typeface="Palatino Linotype" panose="02040502050505030304" pitchFamily="18" charset="0"/>
              </a:rPr>
              <a:t>does not interleave the operations of different transactions</a:t>
            </a:r>
            <a:r>
              <a:rPr lang="en-US" sz="2400" dirty="0">
                <a:latin typeface="Palatino Linotype" panose="02040502050505030304" pitchFamily="18" charset="0"/>
                <a:sym typeface="Wingdings" pitchFamily="2" charset="2"/>
              </a:rPr>
              <a:t>.</a:t>
            </a:r>
          </a:p>
          <a:p>
            <a:endParaRPr lang="en-US" sz="2400" dirty="0">
              <a:effectLst/>
              <a:latin typeface="Palatino Linotype" panose="02040502050505030304" pitchFamily="18" charset="0"/>
              <a:sym typeface="Wingdings" pitchFamily="2" charset="2"/>
            </a:endParaRPr>
          </a:p>
          <a:p>
            <a:r>
              <a:rPr lang="en-US" sz="2400" b="1" dirty="0">
                <a:effectLst/>
                <a:latin typeface="Palatino Linotype" panose="02040502050505030304" pitchFamily="18" charset="0"/>
              </a:rPr>
              <a:t>Equivalent Schedule </a:t>
            </a:r>
            <a:r>
              <a:rPr lang="en-US" sz="2400" dirty="0">
                <a:effectLst/>
                <a:latin typeface="Palatino Linotype" panose="02040502050505030304" pitchFamily="18" charset="0"/>
                <a:sym typeface="Wingdings" pitchFamily="2" charset="2"/>
              </a:rPr>
              <a:t> </a:t>
            </a:r>
            <a:r>
              <a:rPr lang="en-US" sz="2400" dirty="0">
                <a:latin typeface="Palatino Linotype" panose="02040502050505030304" pitchFamily="18" charset="0"/>
              </a:rPr>
              <a:t>For any database state, the effect of executing the first schedule is identical to the effect of executing the second schedule.</a:t>
            </a:r>
          </a:p>
          <a:p>
            <a:endParaRPr lang="en-US" sz="2400" dirty="0">
              <a:latin typeface="Palatino Linotype" panose="02040502050505030304" pitchFamily="18" charset="0"/>
            </a:endParaRPr>
          </a:p>
          <a:p>
            <a:r>
              <a:rPr lang="en-US" sz="2400" b="1" dirty="0">
                <a:latin typeface="Palatino Linotype" panose="02040502050505030304" pitchFamily="18" charset="0"/>
              </a:rPr>
              <a:t>Serializable Schedule?</a:t>
            </a:r>
          </a:p>
          <a:p>
            <a:endParaRPr lang="en-US" sz="2400" dirty="0">
              <a:effectLst/>
              <a:latin typeface="Palatino Linotype" panose="02040502050505030304" pitchFamily="18" charset="0"/>
            </a:endParaRPr>
          </a:p>
          <a:p>
            <a:endParaRPr lang="en-US" sz="2400" dirty="0">
              <a:effectLst/>
              <a:latin typeface="Palatino Linotype" panose="0204050205050503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55771072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606712-9C4A-D6D8-3928-A6D4E5570E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777C0E-B7BF-0249-B896-75BD27BE29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905091"/>
          </a:xfrm>
        </p:spPr>
        <p:txBody>
          <a:bodyPr>
            <a:normAutofit/>
          </a:bodyPr>
          <a:lstStyle/>
          <a:p>
            <a:pPr algn="ctr"/>
            <a:r>
              <a:rPr lang="en-US" sz="4000" b="1" dirty="0">
                <a:latin typeface="Palatino Linotype" panose="02040502050505030304" pitchFamily="18" charset="0"/>
              </a:rPr>
              <a:t>Serializable Schedules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7333F98-7E13-7A0B-F82D-315AEF3092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07290" y="6356350"/>
            <a:ext cx="2743200" cy="365125"/>
          </a:xfrm>
        </p:spPr>
        <p:txBody>
          <a:bodyPr/>
          <a:lstStyle/>
          <a:p>
            <a:fld id="{D0FE24AB-0A3D-3945-A314-A55A03C76B7E}" type="slidenum">
              <a:rPr lang="en-US" smtClean="0">
                <a:latin typeface="Palatino Linotype" panose="02040502050505030304" pitchFamily="18" charset="0"/>
              </a:rPr>
              <a:t>74</a:t>
            </a:fld>
            <a:endParaRPr lang="en-US" dirty="0">
              <a:latin typeface="Palatino Linotype" panose="0204050205050503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E70F12-4573-F301-D501-92312A5EB7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5215" y="1415586"/>
            <a:ext cx="11816785" cy="5043580"/>
          </a:xfrm>
        </p:spPr>
        <p:txBody>
          <a:bodyPr>
            <a:noAutofit/>
          </a:bodyPr>
          <a:lstStyle/>
          <a:p>
            <a:r>
              <a:rPr lang="en-US" sz="2400" b="1" dirty="0">
                <a:latin typeface="Palatino Linotype" panose="02040502050505030304" pitchFamily="18" charset="0"/>
              </a:rPr>
              <a:t>Serial Schedule </a:t>
            </a:r>
            <a:r>
              <a:rPr lang="en-US" sz="2400" dirty="0">
                <a:latin typeface="Palatino Linotype" panose="02040502050505030304" pitchFamily="18" charset="0"/>
                <a:sym typeface="Wingdings" pitchFamily="2" charset="2"/>
              </a:rPr>
              <a:t> A schedule that </a:t>
            </a:r>
            <a:r>
              <a:rPr lang="en-US" sz="2400" dirty="0">
                <a:latin typeface="Palatino Linotype" panose="02040502050505030304" pitchFamily="18" charset="0"/>
              </a:rPr>
              <a:t>does not interleave the operations of different transactions</a:t>
            </a:r>
            <a:r>
              <a:rPr lang="en-US" sz="2400" dirty="0">
                <a:latin typeface="Palatino Linotype" panose="02040502050505030304" pitchFamily="18" charset="0"/>
                <a:sym typeface="Wingdings" pitchFamily="2" charset="2"/>
              </a:rPr>
              <a:t>.</a:t>
            </a:r>
          </a:p>
          <a:p>
            <a:endParaRPr lang="en-US" sz="2400" dirty="0">
              <a:effectLst/>
              <a:latin typeface="Palatino Linotype" panose="02040502050505030304" pitchFamily="18" charset="0"/>
              <a:sym typeface="Wingdings" pitchFamily="2" charset="2"/>
            </a:endParaRPr>
          </a:p>
          <a:p>
            <a:r>
              <a:rPr lang="en-US" sz="2400" b="1" dirty="0">
                <a:effectLst/>
                <a:latin typeface="Palatino Linotype" panose="02040502050505030304" pitchFamily="18" charset="0"/>
              </a:rPr>
              <a:t>Equivalent Schedule </a:t>
            </a:r>
            <a:r>
              <a:rPr lang="en-US" sz="2400" dirty="0">
                <a:effectLst/>
                <a:latin typeface="Palatino Linotype" panose="02040502050505030304" pitchFamily="18" charset="0"/>
                <a:sym typeface="Wingdings" pitchFamily="2" charset="2"/>
              </a:rPr>
              <a:t> </a:t>
            </a:r>
            <a:r>
              <a:rPr lang="en-US" sz="2400" dirty="0">
                <a:latin typeface="Palatino Linotype" panose="02040502050505030304" pitchFamily="18" charset="0"/>
              </a:rPr>
              <a:t>For any database state, the effect of executing the first schedule is identical to the effect of executing the second schedule.</a:t>
            </a:r>
          </a:p>
          <a:p>
            <a:endParaRPr lang="en-US" sz="2400" dirty="0">
              <a:latin typeface="Palatino Linotype" panose="02040502050505030304" pitchFamily="18" charset="0"/>
            </a:endParaRPr>
          </a:p>
          <a:p>
            <a:r>
              <a:rPr lang="en-US" sz="2400" b="1" dirty="0">
                <a:latin typeface="Palatino Linotype" panose="02040502050505030304" pitchFamily="18" charset="0"/>
              </a:rPr>
              <a:t>Serializable Schedule </a:t>
            </a:r>
            <a:r>
              <a:rPr lang="en-US" sz="2400" dirty="0">
                <a:latin typeface="Palatino Linotype" panose="02040502050505030304" pitchFamily="18" charset="0"/>
                <a:sym typeface="Wingdings" pitchFamily="2" charset="2"/>
              </a:rPr>
              <a:t> </a:t>
            </a:r>
            <a:r>
              <a:rPr lang="en-US" sz="2400" dirty="0">
                <a:latin typeface="Palatino Linotype" panose="02040502050505030304" pitchFamily="18" charset="0"/>
              </a:rPr>
              <a:t>A schedule that is equivalent to some serial execution of the transactions (serial schedule).</a:t>
            </a:r>
          </a:p>
          <a:p>
            <a:endParaRPr lang="en-US" sz="2400" dirty="0">
              <a:effectLst/>
              <a:latin typeface="Palatino Linotype" panose="02040502050505030304" pitchFamily="18" charset="0"/>
            </a:endParaRPr>
          </a:p>
          <a:p>
            <a:endParaRPr lang="en-US" sz="2400" dirty="0">
              <a:effectLst/>
              <a:latin typeface="Palatino Linotype" panose="0204050205050503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59176462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D428BD-59BE-62D6-B8E5-2B26B4F05A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71D9EE-C7B2-98E1-3AD3-5EB9098B84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905091"/>
          </a:xfrm>
        </p:spPr>
        <p:txBody>
          <a:bodyPr>
            <a:normAutofit/>
          </a:bodyPr>
          <a:lstStyle/>
          <a:p>
            <a:pPr algn="ctr"/>
            <a:r>
              <a:rPr lang="en-US" sz="4000" b="1" dirty="0">
                <a:latin typeface="Palatino Linotype" panose="02040502050505030304" pitchFamily="18" charset="0"/>
              </a:rPr>
              <a:t>Serializable Schedules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5E0771-DEEF-6F03-D10B-2085326508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07290" y="6356350"/>
            <a:ext cx="2743200" cy="365125"/>
          </a:xfrm>
        </p:spPr>
        <p:txBody>
          <a:bodyPr/>
          <a:lstStyle/>
          <a:p>
            <a:fld id="{D0FE24AB-0A3D-3945-A314-A55A03C76B7E}" type="slidenum">
              <a:rPr lang="en-US" smtClean="0">
                <a:latin typeface="Palatino Linotype" panose="02040502050505030304" pitchFamily="18" charset="0"/>
              </a:rPr>
              <a:t>75</a:t>
            </a:fld>
            <a:endParaRPr lang="en-US" dirty="0">
              <a:latin typeface="Palatino Linotype" panose="0204050205050503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99EF49-8D4E-1682-3AE9-7903F4E7B5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5215" y="1415586"/>
            <a:ext cx="11816785" cy="5043580"/>
          </a:xfrm>
        </p:spPr>
        <p:txBody>
          <a:bodyPr>
            <a:noAutofit/>
          </a:bodyPr>
          <a:lstStyle/>
          <a:p>
            <a:r>
              <a:rPr lang="en-US" sz="2400" b="1" dirty="0">
                <a:latin typeface="Palatino Linotype" panose="02040502050505030304" pitchFamily="18" charset="0"/>
              </a:rPr>
              <a:t>Serial Schedule </a:t>
            </a:r>
            <a:r>
              <a:rPr lang="en-US" sz="2400" dirty="0">
                <a:latin typeface="Palatino Linotype" panose="02040502050505030304" pitchFamily="18" charset="0"/>
                <a:sym typeface="Wingdings" pitchFamily="2" charset="2"/>
              </a:rPr>
              <a:t> A schedule that </a:t>
            </a:r>
            <a:r>
              <a:rPr lang="en-US" sz="2400" dirty="0">
                <a:latin typeface="Palatino Linotype" panose="02040502050505030304" pitchFamily="18" charset="0"/>
              </a:rPr>
              <a:t>does not interleave the operations of different transactions</a:t>
            </a:r>
            <a:r>
              <a:rPr lang="en-US" sz="2400" dirty="0">
                <a:latin typeface="Palatino Linotype" panose="02040502050505030304" pitchFamily="18" charset="0"/>
                <a:sym typeface="Wingdings" pitchFamily="2" charset="2"/>
              </a:rPr>
              <a:t>.</a:t>
            </a:r>
          </a:p>
          <a:p>
            <a:endParaRPr lang="en-US" sz="2400" dirty="0">
              <a:effectLst/>
              <a:latin typeface="Palatino Linotype" panose="02040502050505030304" pitchFamily="18" charset="0"/>
              <a:sym typeface="Wingdings" pitchFamily="2" charset="2"/>
            </a:endParaRPr>
          </a:p>
          <a:p>
            <a:r>
              <a:rPr lang="en-US" sz="2400" b="1" dirty="0">
                <a:effectLst/>
                <a:latin typeface="Palatino Linotype" panose="02040502050505030304" pitchFamily="18" charset="0"/>
              </a:rPr>
              <a:t>Equivalent Schedule </a:t>
            </a:r>
            <a:r>
              <a:rPr lang="en-US" sz="2400" dirty="0">
                <a:effectLst/>
                <a:latin typeface="Palatino Linotype" panose="02040502050505030304" pitchFamily="18" charset="0"/>
                <a:sym typeface="Wingdings" pitchFamily="2" charset="2"/>
              </a:rPr>
              <a:t> </a:t>
            </a:r>
            <a:r>
              <a:rPr lang="en-US" sz="2400" dirty="0">
                <a:latin typeface="Palatino Linotype" panose="02040502050505030304" pitchFamily="18" charset="0"/>
              </a:rPr>
              <a:t>For any database state, the effect of executing the first schedule is identical to the effect of executing the second schedule.</a:t>
            </a:r>
          </a:p>
          <a:p>
            <a:endParaRPr lang="en-US" sz="2400" dirty="0">
              <a:latin typeface="Palatino Linotype" panose="02040502050505030304" pitchFamily="18" charset="0"/>
            </a:endParaRPr>
          </a:p>
          <a:p>
            <a:r>
              <a:rPr lang="en-US" sz="2400" b="1" dirty="0">
                <a:latin typeface="Palatino Linotype" panose="02040502050505030304" pitchFamily="18" charset="0"/>
              </a:rPr>
              <a:t>Serializable Schedule </a:t>
            </a:r>
            <a:r>
              <a:rPr lang="en-US" sz="2400" dirty="0">
                <a:latin typeface="Palatino Linotype" panose="02040502050505030304" pitchFamily="18" charset="0"/>
                <a:sym typeface="Wingdings" pitchFamily="2" charset="2"/>
              </a:rPr>
              <a:t> </a:t>
            </a:r>
            <a:r>
              <a:rPr lang="en-US" sz="2400" dirty="0">
                <a:latin typeface="Palatino Linotype" panose="02040502050505030304" pitchFamily="18" charset="0"/>
              </a:rPr>
              <a:t>A schedule that is equivalent to some serial execution of the transactions (serial schedule).</a:t>
            </a:r>
          </a:p>
          <a:p>
            <a:endParaRPr lang="en-US" sz="2400" dirty="0">
              <a:latin typeface="Palatino Linotype" panose="02040502050505030304" pitchFamily="18" charset="0"/>
            </a:endParaRPr>
          </a:p>
          <a:p>
            <a:r>
              <a:rPr lang="en-US" sz="2400" dirty="0">
                <a:solidFill>
                  <a:srgbClr val="00B050"/>
                </a:solidFill>
                <a:latin typeface="Palatino Linotype" panose="02040502050505030304" pitchFamily="18" charset="0"/>
              </a:rPr>
              <a:t>If each transaction preserves consistency, then the corresponding serializable schedule preserves consistency!</a:t>
            </a:r>
          </a:p>
          <a:p>
            <a:endParaRPr lang="en-US" sz="2400" dirty="0">
              <a:effectLst/>
              <a:latin typeface="Palatino Linotype" panose="02040502050505030304" pitchFamily="18" charset="0"/>
            </a:endParaRPr>
          </a:p>
          <a:p>
            <a:endParaRPr lang="en-US" sz="2400" dirty="0">
              <a:effectLst/>
              <a:latin typeface="Palatino Linotype" panose="0204050205050503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82352626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B4B761-0FF5-AF9A-298B-BA78148E68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0766F5-4DF2-A9B9-6E17-7A3B6E128A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905091"/>
          </a:xfrm>
        </p:spPr>
        <p:txBody>
          <a:bodyPr>
            <a:normAutofit/>
          </a:bodyPr>
          <a:lstStyle/>
          <a:p>
            <a:pPr algn="ctr"/>
            <a:r>
              <a:rPr lang="en-US" sz="4000" b="1" dirty="0">
                <a:latin typeface="Palatino Linotype" panose="02040502050505030304" pitchFamily="18" charset="0"/>
              </a:rPr>
              <a:t>Isolation Levels vs. Consistency Levels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0BC900A-E4A3-6F4E-4DC3-63069FD84A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07290" y="6356350"/>
            <a:ext cx="2743200" cy="365125"/>
          </a:xfrm>
        </p:spPr>
        <p:txBody>
          <a:bodyPr/>
          <a:lstStyle/>
          <a:p>
            <a:fld id="{D0FE24AB-0A3D-3945-A314-A55A03C76B7E}" type="slidenum">
              <a:rPr lang="en-US" smtClean="0">
                <a:latin typeface="Palatino Linotype" panose="02040502050505030304" pitchFamily="18" charset="0"/>
              </a:rPr>
              <a:t>76</a:t>
            </a:fld>
            <a:endParaRPr lang="en-US" dirty="0">
              <a:latin typeface="Palatino Linotype" panose="02040502050505030304" pitchFamily="18" charset="0"/>
            </a:endParaRP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0B7EC393-D7C0-FB8F-4729-1FCF51FDD7D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07373697"/>
              </p:ext>
            </p:extLst>
          </p:nvPr>
        </p:nvGraphicFramePr>
        <p:xfrm>
          <a:off x="340466" y="1254868"/>
          <a:ext cx="11605100" cy="535021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802550">
                  <a:extLst>
                    <a:ext uri="{9D8B030D-6E8A-4147-A177-3AD203B41FA5}">
                      <a16:colId xmlns:a16="http://schemas.microsoft.com/office/drawing/2014/main" val="282134077"/>
                    </a:ext>
                  </a:extLst>
                </a:gridCol>
                <a:gridCol w="5802550">
                  <a:extLst>
                    <a:ext uri="{9D8B030D-6E8A-4147-A177-3AD203B41FA5}">
                      <a16:colId xmlns:a16="http://schemas.microsoft.com/office/drawing/2014/main" val="4206062769"/>
                    </a:ext>
                  </a:extLst>
                </a:gridCol>
              </a:tblGrid>
              <a:tr h="5350213">
                <a:tc>
                  <a:txBody>
                    <a:bodyPr/>
                    <a:lstStyle/>
                    <a:p>
                      <a:pPr algn="ctr"/>
                      <a:r>
                        <a:rPr lang="en-US" sz="2400" b="1" i="0" dirty="0">
                          <a:solidFill>
                            <a:schemeClr val="tx1"/>
                          </a:solidFill>
                          <a:latin typeface="Palatino Linotype" panose="02040502050505030304" pitchFamily="18" charset="0"/>
                        </a:rPr>
                        <a:t>Isolation Levels</a:t>
                      </a:r>
                    </a:p>
                    <a:p>
                      <a:pPr algn="ctr"/>
                      <a:endParaRPr lang="en-US" sz="2400" b="0" i="0" kern="1200" dirty="0">
                        <a:solidFill>
                          <a:schemeClr val="tx1"/>
                        </a:solidFill>
                        <a:effectLst/>
                        <a:latin typeface="Palatino Linotype" panose="02040502050505030304" pitchFamily="18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i="0" dirty="0">
                          <a:solidFill>
                            <a:schemeClr val="tx1"/>
                          </a:solidFill>
                          <a:latin typeface="Palatino Linotype" panose="02040502050505030304" pitchFamily="18" charset="0"/>
                        </a:rPr>
                        <a:t>Consistency Levels</a:t>
                      </a:r>
                    </a:p>
                    <a:p>
                      <a:pPr algn="ctr"/>
                      <a:endParaRPr lang="en-US" sz="2400" b="0" i="0" kern="1200" dirty="0">
                        <a:solidFill>
                          <a:schemeClr val="tx1"/>
                        </a:solidFill>
                        <a:effectLst/>
                        <a:latin typeface="Palatino Linotype" panose="02040502050505030304" pitchFamily="18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749945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28092556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8A4E12-956E-F20A-7522-B2B18A5A59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8E7DD3-EA5C-3DC2-85C7-553F390115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905091"/>
          </a:xfrm>
        </p:spPr>
        <p:txBody>
          <a:bodyPr>
            <a:normAutofit/>
          </a:bodyPr>
          <a:lstStyle/>
          <a:p>
            <a:pPr algn="ctr"/>
            <a:r>
              <a:rPr lang="en-US" sz="4000" b="1" dirty="0">
                <a:latin typeface="Palatino Linotype" panose="02040502050505030304" pitchFamily="18" charset="0"/>
              </a:rPr>
              <a:t>Isolation Levels vs. Consistency Levels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892AB72-9EAE-AD60-1A26-05999062A5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07290" y="6356350"/>
            <a:ext cx="2743200" cy="365125"/>
          </a:xfrm>
        </p:spPr>
        <p:txBody>
          <a:bodyPr/>
          <a:lstStyle/>
          <a:p>
            <a:fld id="{D0FE24AB-0A3D-3945-A314-A55A03C76B7E}" type="slidenum">
              <a:rPr lang="en-US" smtClean="0">
                <a:latin typeface="Palatino Linotype" panose="02040502050505030304" pitchFamily="18" charset="0"/>
              </a:rPr>
              <a:t>77</a:t>
            </a:fld>
            <a:endParaRPr lang="en-US" dirty="0">
              <a:latin typeface="Palatino Linotype" panose="02040502050505030304" pitchFamily="18" charset="0"/>
            </a:endParaRP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4B1F5261-FE2B-85FC-5C8B-2CC667F35EA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66989448"/>
              </p:ext>
            </p:extLst>
          </p:nvPr>
        </p:nvGraphicFramePr>
        <p:xfrm>
          <a:off x="340466" y="1254868"/>
          <a:ext cx="11605100" cy="535021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802550">
                  <a:extLst>
                    <a:ext uri="{9D8B030D-6E8A-4147-A177-3AD203B41FA5}">
                      <a16:colId xmlns:a16="http://schemas.microsoft.com/office/drawing/2014/main" val="282134077"/>
                    </a:ext>
                  </a:extLst>
                </a:gridCol>
                <a:gridCol w="5802550">
                  <a:extLst>
                    <a:ext uri="{9D8B030D-6E8A-4147-A177-3AD203B41FA5}">
                      <a16:colId xmlns:a16="http://schemas.microsoft.com/office/drawing/2014/main" val="4206062769"/>
                    </a:ext>
                  </a:extLst>
                </a:gridCol>
              </a:tblGrid>
              <a:tr h="5350213">
                <a:tc>
                  <a:txBody>
                    <a:bodyPr/>
                    <a:lstStyle/>
                    <a:p>
                      <a:pPr algn="ctr"/>
                      <a:r>
                        <a:rPr lang="en-US" sz="2400" b="1" i="0" dirty="0">
                          <a:solidFill>
                            <a:schemeClr val="tx1"/>
                          </a:solidFill>
                          <a:latin typeface="Palatino Linotype" panose="02040502050505030304" pitchFamily="18" charset="0"/>
                        </a:rPr>
                        <a:t>Isolation Levels</a:t>
                      </a:r>
                    </a:p>
                    <a:p>
                      <a:pPr algn="ctr"/>
                      <a:endParaRPr lang="en-US" sz="2200" b="0" i="0" kern="1200" dirty="0">
                        <a:solidFill>
                          <a:schemeClr val="tx1"/>
                        </a:solidFill>
                        <a:effectLst/>
                        <a:latin typeface="Palatino Linotype" panose="02040502050505030304" pitchFamily="18" charset="0"/>
                        <a:ea typeface="+mn-ea"/>
                        <a:cs typeface="+mn-cs"/>
                      </a:endParaRPr>
                    </a:p>
                    <a:p>
                      <a:pPr marL="342900" indent="-342900" algn="l">
                        <a:buFont typeface="Arial" panose="020B0604020202020204" pitchFamily="34" charset="0"/>
                        <a:buChar char="•"/>
                      </a:pPr>
                      <a:r>
                        <a:rPr lang="en-US" sz="2200" b="1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Correspond</a:t>
                      </a:r>
                      <a:r>
                        <a:rPr lang="en-US" sz="2200" b="0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 to the </a:t>
                      </a:r>
                      <a:r>
                        <a:rPr lang="en-US" sz="2200" b="1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I in ACID</a:t>
                      </a:r>
                      <a:r>
                        <a:rPr lang="en-US" sz="2200" b="0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.</a:t>
                      </a:r>
                    </a:p>
                    <a:p>
                      <a:pPr marL="342900" indent="-342900" algn="l">
                        <a:buFont typeface="Arial" panose="020B0604020202020204" pitchFamily="34" charset="0"/>
                        <a:buChar char="•"/>
                      </a:pPr>
                      <a:endParaRPr lang="en-US" sz="2200" b="0" i="0" kern="1200" dirty="0">
                        <a:solidFill>
                          <a:schemeClr val="tx1"/>
                        </a:solidFill>
                        <a:effectLst/>
                        <a:latin typeface="Palatino Linotype" panose="02040502050505030304" pitchFamily="18" charset="0"/>
                        <a:ea typeface="+mn-ea"/>
                        <a:cs typeface="+mn-cs"/>
                      </a:endParaRPr>
                    </a:p>
                    <a:p>
                      <a:pPr marL="342900" indent="-342900" algn="l">
                        <a:buFont typeface="Arial" panose="020B0604020202020204" pitchFamily="34" charset="0"/>
                        <a:buChar char="•"/>
                      </a:pPr>
                      <a:r>
                        <a:rPr lang="en-US" sz="2200" b="1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Database isolation </a:t>
                      </a:r>
                      <a:r>
                        <a:rPr lang="en-US" sz="2200" b="0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is the ability of a database to allow a transaction to execute as if there are no other concurrently running transactions.</a:t>
                      </a:r>
                    </a:p>
                    <a:p>
                      <a:pPr marL="342900" indent="-342900" algn="l">
                        <a:buFont typeface="Arial" panose="020B0604020202020204" pitchFamily="34" charset="0"/>
                        <a:buChar char="•"/>
                      </a:pPr>
                      <a:endParaRPr lang="en-US" sz="2200" b="0" i="0" kern="1200" dirty="0">
                        <a:solidFill>
                          <a:schemeClr val="tx1"/>
                        </a:solidFill>
                        <a:effectLst/>
                        <a:latin typeface="Palatino Linotype" panose="02040502050505030304" pitchFamily="18" charset="0"/>
                        <a:ea typeface="+mn-ea"/>
                        <a:cs typeface="+mn-cs"/>
                      </a:endParaRPr>
                    </a:p>
                    <a:p>
                      <a:pPr marL="342900" indent="-342900" algn="l">
                        <a:buFont typeface="Arial" panose="020B0604020202020204" pitchFamily="34" charset="0"/>
                        <a:buChar char="•"/>
                      </a:pPr>
                      <a:r>
                        <a:rPr lang="en-US" sz="2200" b="0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Greater the guaranteed isolation among the transactions, lesser the system performance.</a:t>
                      </a:r>
                    </a:p>
                    <a:p>
                      <a:pPr marL="342900" indent="-342900" algn="l">
                        <a:buFont typeface="Arial" panose="020B0604020202020204" pitchFamily="34" charset="0"/>
                        <a:buChar char="•"/>
                      </a:pPr>
                      <a:endParaRPr lang="en-US" sz="2200" b="0" i="0" kern="1200" dirty="0">
                        <a:solidFill>
                          <a:schemeClr val="tx1"/>
                        </a:solidFill>
                        <a:effectLst/>
                        <a:latin typeface="Palatino Linotype" panose="02040502050505030304" pitchFamily="18" charset="0"/>
                        <a:ea typeface="+mn-ea"/>
                        <a:cs typeface="+mn-cs"/>
                      </a:endParaRPr>
                    </a:p>
                    <a:p>
                      <a:pPr marL="342900" indent="-342900" algn="l">
                        <a:buFont typeface="Arial" panose="020B0604020202020204" pitchFamily="34" charset="0"/>
                        <a:buChar char="•"/>
                      </a:pPr>
                      <a:r>
                        <a:rPr lang="en-US" sz="2200" b="1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Isolation levels </a:t>
                      </a:r>
                      <a:r>
                        <a:rPr lang="en-US" sz="2200" b="0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trade off isolation guarantees for improved performance.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i="0" dirty="0">
                          <a:solidFill>
                            <a:schemeClr val="tx1"/>
                          </a:solidFill>
                          <a:latin typeface="Palatino Linotype" panose="02040502050505030304" pitchFamily="18" charset="0"/>
                        </a:rPr>
                        <a:t>Consistency Levels</a:t>
                      </a:r>
                    </a:p>
                    <a:p>
                      <a:pPr algn="ctr"/>
                      <a:endParaRPr lang="en-US" sz="2200" b="0" i="0" kern="1200" dirty="0">
                        <a:solidFill>
                          <a:schemeClr val="tx1"/>
                        </a:solidFill>
                        <a:effectLst/>
                        <a:latin typeface="Palatino Linotype" panose="02040502050505030304" pitchFamily="18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749945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7071114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8F98A3-F7F8-BB78-C1AF-BAEFA932CD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0F5C22-7A42-3909-7691-486210731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905091"/>
          </a:xfrm>
        </p:spPr>
        <p:txBody>
          <a:bodyPr>
            <a:normAutofit/>
          </a:bodyPr>
          <a:lstStyle/>
          <a:p>
            <a:pPr algn="ctr"/>
            <a:r>
              <a:rPr lang="en-US" sz="4000" b="1" dirty="0">
                <a:latin typeface="Palatino Linotype" panose="02040502050505030304" pitchFamily="18" charset="0"/>
              </a:rPr>
              <a:t>Isolation Levels vs. Consistency Levels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347D914-ABFE-3409-AB01-45F30DB412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07290" y="6356350"/>
            <a:ext cx="2743200" cy="365125"/>
          </a:xfrm>
        </p:spPr>
        <p:txBody>
          <a:bodyPr/>
          <a:lstStyle/>
          <a:p>
            <a:fld id="{D0FE24AB-0A3D-3945-A314-A55A03C76B7E}" type="slidenum">
              <a:rPr lang="en-US" smtClean="0">
                <a:latin typeface="Palatino Linotype" panose="02040502050505030304" pitchFamily="18" charset="0"/>
              </a:rPr>
              <a:t>78</a:t>
            </a:fld>
            <a:endParaRPr lang="en-US" dirty="0">
              <a:latin typeface="Palatino Linotype" panose="02040502050505030304" pitchFamily="18" charset="0"/>
            </a:endParaRP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39E189B5-BE1E-7086-9427-CED7903705F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99201712"/>
              </p:ext>
            </p:extLst>
          </p:nvPr>
        </p:nvGraphicFramePr>
        <p:xfrm>
          <a:off x="340466" y="1254868"/>
          <a:ext cx="11605100" cy="5516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802550">
                  <a:extLst>
                    <a:ext uri="{9D8B030D-6E8A-4147-A177-3AD203B41FA5}">
                      <a16:colId xmlns:a16="http://schemas.microsoft.com/office/drawing/2014/main" val="282134077"/>
                    </a:ext>
                  </a:extLst>
                </a:gridCol>
                <a:gridCol w="5802550">
                  <a:extLst>
                    <a:ext uri="{9D8B030D-6E8A-4147-A177-3AD203B41FA5}">
                      <a16:colId xmlns:a16="http://schemas.microsoft.com/office/drawing/2014/main" val="4206062769"/>
                    </a:ext>
                  </a:extLst>
                </a:gridCol>
              </a:tblGrid>
              <a:tr h="5350213">
                <a:tc>
                  <a:txBody>
                    <a:bodyPr/>
                    <a:lstStyle/>
                    <a:p>
                      <a:pPr algn="ctr"/>
                      <a:r>
                        <a:rPr lang="en-US" sz="2400" b="1" i="0" dirty="0">
                          <a:solidFill>
                            <a:schemeClr val="tx1"/>
                          </a:solidFill>
                          <a:latin typeface="Palatino Linotype" panose="02040502050505030304" pitchFamily="18" charset="0"/>
                        </a:rPr>
                        <a:t>Isolation Levels</a:t>
                      </a:r>
                    </a:p>
                    <a:p>
                      <a:pPr algn="ctr"/>
                      <a:endParaRPr lang="en-US" sz="2200" b="0" i="0" kern="1200" dirty="0">
                        <a:solidFill>
                          <a:schemeClr val="tx1"/>
                        </a:solidFill>
                        <a:effectLst/>
                        <a:latin typeface="Palatino Linotype" panose="02040502050505030304" pitchFamily="18" charset="0"/>
                        <a:ea typeface="+mn-ea"/>
                        <a:cs typeface="+mn-cs"/>
                      </a:endParaRPr>
                    </a:p>
                    <a:p>
                      <a:pPr marL="342900" indent="-342900" algn="l">
                        <a:buFont typeface="Arial" panose="020B0604020202020204" pitchFamily="34" charset="0"/>
                        <a:buChar char="•"/>
                      </a:pPr>
                      <a:r>
                        <a:rPr lang="en-US" sz="2200" b="1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Correspond</a:t>
                      </a:r>
                      <a:r>
                        <a:rPr lang="en-US" sz="2200" b="0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 to the </a:t>
                      </a:r>
                      <a:r>
                        <a:rPr lang="en-US" sz="2200" b="1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I in ACID</a:t>
                      </a:r>
                      <a:r>
                        <a:rPr lang="en-US" sz="2200" b="0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.</a:t>
                      </a:r>
                    </a:p>
                    <a:p>
                      <a:pPr marL="342900" indent="-342900" algn="l">
                        <a:buFont typeface="Arial" panose="020B0604020202020204" pitchFamily="34" charset="0"/>
                        <a:buChar char="•"/>
                      </a:pPr>
                      <a:endParaRPr lang="en-US" sz="2200" b="0" i="0" kern="1200" dirty="0">
                        <a:solidFill>
                          <a:schemeClr val="tx1"/>
                        </a:solidFill>
                        <a:effectLst/>
                        <a:latin typeface="Palatino Linotype" panose="02040502050505030304" pitchFamily="18" charset="0"/>
                        <a:ea typeface="+mn-ea"/>
                        <a:cs typeface="+mn-cs"/>
                      </a:endParaRPr>
                    </a:p>
                    <a:p>
                      <a:pPr marL="342900" indent="-342900" algn="l">
                        <a:buFont typeface="Arial" panose="020B0604020202020204" pitchFamily="34" charset="0"/>
                        <a:buChar char="•"/>
                      </a:pPr>
                      <a:r>
                        <a:rPr lang="en-US" sz="2200" b="1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Database isolation </a:t>
                      </a:r>
                      <a:r>
                        <a:rPr lang="en-US" sz="2200" b="0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is the ability of a database to allow a transaction to execute as if there are no other concurrently running transactions.</a:t>
                      </a:r>
                    </a:p>
                    <a:p>
                      <a:pPr marL="342900" indent="-342900" algn="l">
                        <a:buFont typeface="Arial" panose="020B0604020202020204" pitchFamily="34" charset="0"/>
                        <a:buChar char="•"/>
                      </a:pPr>
                      <a:endParaRPr lang="en-US" sz="2200" b="0" i="0" kern="1200" dirty="0">
                        <a:solidFill>
                          <a:schemeClr val="tx1"/>
                        </a:solidFill>
                        <a:effectLst/>
                        <a:latin typeface="Palatino Linotype" panose="02040502050505030304" pitchFamily="18" charset="0"/>
                        <a:ea typeface="+mn-ea"/>
                        <a:cs typeface="+mn-cs"/>
                      </a:endParaRPr>
                    </a:p>
                    <a:p>
                      <a:pPr marL="342900" indent="-342900" algn="l">
                        <a:buFont typeface="Arial" panose="020B0604020202020204" pitchFamily="34" charset="0"/>
                        <a:buChar char="•"/>
                      </a:pPr>
                      <a:r>
                        <a:rPr lang="en-US" sz="2200" b="0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Greater the guaranteed isolation among the transactions, lesser the system performance.</a:t>
                      </a:r>
                    </a:p>
                    <a:p>
                      <a:pPr marL="342900" indent="-342900" algn="l">
                        <a:buFont typeface="Arial" panose="020B0604020202020204" pitchFamily="34" charset="0"/>
                        <a:buChar char="•"/>
                      </a:pPr>
                      <a:endParaRPr lang="en-US" sz="2200" b="0" i="0" kern="1200" dirty="0">
                        <a:solidFill>
                          <a:schemeClr val="tx1"/>
                        </a:solidFill>
                        <a:effectLst/>
                        <a:latin typeface="Palatino Linotype" panose="02040502050505030304" pitchFamily="18" charset="0"/>
                        <a:ea typeface="+mn-ea"/>
                        <a:cs typeface="+mn-cs"/>
                      </a:endParaRPr>
                    </a:p>
                    <a:p>
                      <a:pPr marL="342900" indent="-342900" algn="l">
                        <a:buFont typeface="Arial" panose="020B0604020202020204" pitchFamily="34" charset="0"/>
                        <a:buChar char="•"/>
                      </a:pPr>
                      <a:r>
                        <a:rPr lang="en-US" sz="2200" b="1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Isolation levels </a:t>
                      </a:r>
                      <a:r>
                        <a:rPr lang="en-US" sz="2200" b="0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trade off isolation guarantees for improved performance.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i="0" dirty="0">
                          <a:solidFill>
                            <a:schemeClr val="tx1"/>
                          </a:solidFill>
                          <a:latin typeface="Palatino Linotype" panose="02040502050505030304" pitchFamily="18" charset="0"/>
                        </a:rPr>
                        <a:t>Consistency Levels</a:t>
                      </a:r>
                    </a:p>
                    <a:p>
                      <a:pPr algn="ctr"/>
                      <a:endParaRPr lang="en-US" sz="2400" b="0" i="0" kern="1200" dirty="0">
                        <a:solidFill>
                          <a:schemeClr val="tx1"/>
                        </a:solidFill>
                        <a:effectLst/>
                        <a:latin typeface="Palatino Linotype" panose="02040502050505030304" pitchFamily="18" charset="0"/>
                        <a:ea typeface="+mn-ea"/>
                        <a:cs typeface="+mn-cs"/>
                      </a:endParaRPr>
                    </a:p>
                    <a:p>
                      <a:pPr marL="342900" indent="-342900" algn="l">
                        <a:buFont typeface="Arial" panose="020B0604020202020204" pitchFamily="34" charset="0"/>
                        <a:buChar char="•"/>
                      </a:pPr>
                      <a:r>
                        <a:rPr lang="en-US" sz="2200" b="1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Do not correspond to C in ACID</a:t>
                      </a:r>
                      <a:r>
                        <a:rPr lang="en-US" sz="2200" b="0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.</a:t>
                      </a:r>
                    </a:p>
                    <a:p>
                      <a:pPr marL="342900" indent="-342900" algn="l">
                        <a:buFont typeface="Arial" panose="020B0604020202020204" pitchFamily="34" charset="0"/>
                        <a:buChar char="•"/>
                      </a:pPr>
                      <a:endParaRPr lang="en-US" sz="2200" b="0" i="0" kern="1200" dirty="0">
                        <a:solidFill>
                          <a:schemeClr val="tx1"/>
                        </a:solidFill>
                        <a:effectLst/>
                        <a:latin typeface="Palatino Linotype" panose="02040502050505030304" pitchFamily="18" charset="0"/>
                        <a:ea typeface="+mn-ea"/>
                        <a:cs typeface="+mn-cs"/>
                      </a:endParaRPr>
                    </a:p>
                    <a:p>
                      <a:pPr marL="342900" indent="-342900" algn="l">
                        <a:buFont typeface="Arial" panose="020B0604020202020204" pitchFamily="34" charset="0"/>
                        <a:buChar char="•"/>
                      </a:pPr>
                      <a:r>
                        <a:rPr lang="en-US" sz="2200" b="0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Unlike the C in ACID, the </a:t>
                      </a:r>
                      <a:r>
                        <a:rPr lang="en-US" sz="2200" b="1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database consistency </a:t>
                      </a:r>
                      <a:r>
                        <a:rPr lang="en-US" sz="2200" b="0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refers to the rules that make a </a:t>
                      </a:r>
                      <a:r>
                        <a:rPr lang="en-US" sz="2200" b="1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concurrent</a:t>
                      </a:r>
                      <a:r>
                        <a:rPr lang="en-US" sz="2200" b="0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, </a:t>
                      </a:r>
                      <a:r>
                        <a:rPr lang="en-US" sz="2200" b="1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distributed</a:t>
                      </a:r>
                      <a:r>
                        <a:rPr lang="en-US" sz="2200" b="0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2200" b="1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system</a:t>
                      </a:r>
                      <a:r>
                        <a:rPr lang="en-US" sz="2200" b="0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 appear as a</a:t>
                      </a:r>
                      <a:r>
                        <a:rPr lang="en-US" sz="2200" b="1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 single-threaded, centralized system</a:t>
                      </a:r>
                      <a:r>
                        <a:rPr lang="en-US" sz="2200" b="0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.</a:t>
                      </a:r>
                    </a:p>
                    <a:p>
                      <a:pPr marL="342900" indent="-342900" algn="l">
                        <a:buFont typeface="Arial" panose="020B0604020202020204" pitchFamily="34" charset="0"/>
                        <a:buChar char="•"/>
                      </a:pPr>
                      <a:endParaRPr lang="en-US" sz="2200" b="0" i="0" kern="1200" dirty="0">
                        <a:solidFill>
                          <a:schemeClr val="tx1"/>
                        </a:solidFill>
                        <a:effectLst/>
                        <a:latin typeface="Palatino Linotype" panose="02040502050505030304" pitchFamily="18" charset="0"/>
                        <a:ea typeface="+mn-ea"/>
                        <a:cs typeface="+mn-cs"/>
                      </a:endParaRPr>
                    </a:p>
                    <a:p>
                      <a:pPr marL="342900" indent="-342900" algn="l">
                        <a:buFont typeface="Arial" panose="020B0604020202020204" pitchFamily="34" charset="0"/>
                        <a:buChar char="•"/>
                      </a:pPr>
                      <a:r>
                        <a:rPr lang="en-US" sz="2200" b="1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Reads</a:t>
                      </a:r>
                      <a:r>
                        <a:rPr lang="en-US" sz="2200" b="0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 at a particular point in time </a:t>
                      </a:r>
                      <a:r>
                        <a:rPr lang="en-US" sz="2200" b="1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must reflect the most recently completed write </a:t>
                      </a:r>
                      <a:r>
                        <a:rPr lang="en-US" sz="2200" b="0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(in real-time) of that data item, no matter which server processed that write.</a:t>
                      </a:r>
                    </a:p>
                    <a:p>
                      <a:pPr marL="342900" indent="-342900" algn="l">
                        <a:buFont typeface="Arial" panose="020B0604020202020204" pitchFamily="34" charset="0"/>
                        <a:buChar char="•"/>
                      </a:pPr>
                      <a:endParaRPr lang="en-US" sz="2200" b="0" i="0" kern="1200" dirty="0">
                        <a:solidFill>
                          <a:schemeClr val="tx1"/>
                        </a:solidFill>
                        <a:effectLst/>
                        <a:latin typeface="Palatino Linotype" panose="02040502050505030304" pitchFamily="18" charset="0"/>
                        <a:ea typeface="+mn-ea"/>
                        <a:cs typeface="+mn-cs"/>
                      </a:endParaRPr>
                    </a:p>
                    <a:p>
                      <a:pPr marL="342900" marR="0" lvl="0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2200" b="1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Consistency levels </a:t>
                      </a:r>
                      <a:r>
                        <a:rPr lang="en-US" sz="2200" b="0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trade off read results for improved performance.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749945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1394928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85843D-473F-0901-DA3D-85A119F52E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42A23A-D4EA-15C5-8F21-CDF58A8B80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905091"/>
          </a:xfrm>
        </p:spPr>
        <p:txBody>
          <a:bodyPr>
            <a:normAutofit/>
          </a:bodyPr>
          <a:lstStyle/>
          <a:p>
            <a:pPr algn="ctr"/>
            <a:r>
              <a:rPr lang="en-US" sz="4000" b="1" dirty="0">
                <a:latin typeface="Palatino Linotype" panose="02040502050505030304" pitchFamily="18" charset="0"/>
              </a:rPr>
              <a:t>Isolation Levels vs. Consistency Levels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6D143A1-F670-9674-0DA5-611AE456D7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07290" y="6356350"/>
            <a:ext cx="2743200" cy="365125"/>
          </a:xfrm>
        </p:spPr>
        <p:txBody>
          <a:bodyPr/>
          <a:lstStyle/>
          <a:p>
            <a:fld id="{D0FE24AB-0A3D-3945-A314-A55A03C76B7E}" type="slidenum">
              <a:rPr lang="en-US" smtClean="0">
                <a:latin typeface="Palatino Linotype" panose="02040502050505030304" pitchFamily="18" charset="0"/>
              </a:rPr>
              <a:t>79</a:t>
            </a:fld>
            <a:endParaRPr lang="en-US" dirty="0">
              <a:latin typeface="Palatino Linotype" panose="0204050205050503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9A7A0A-A456-7C4F-59F7-DFAE373288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5215" y="1415586"/>
            <a:ext cx="11816785" cy="5043580"/>
          </a:xfrm>
        </p:spPr>
        <p:txBody>
          <a:bodyPr>
            <a:noAutofit/>
          </a:bodyPr>
          <a:lstStyle/>
          <a:p>
            <a:r>
              <a:rPr lang="en-US" sz="2400" dirty="0">
                <a:effectLst/>
                <a:latin typeface="Palatino Linotype" panose="02040502050505030304" pitchFamily="18" charset="0"/>
              </a:rPr>
              <a:t>More simply said:</a:t>
            </a:r>
            <a:endParaRPr lang="en-US" sz="2400" dirty="0">
              <a:latin typeface="Palatino Linotype" panose="02040502050505030304" pitchFamily="18" charset="0"/>
            </a:endParaRPr>
          </a:p>
          <a:p>
            <a:pPr lvl="1">
              <a:buFont typeface="Wingdings" pitchFamily="2" charset="2"/>
              <a:buChar char="Ø"/>
            </a:pPr>
            <a:r>
              <a:rPr lang="en-US" dirty="0">
                <a:effectLst/>
                <a:latin typeface="Palatino Linotype" panose="02040502050505030304" pitchFamily="18" charset="0"/>
              </a:rPr>
              <a:t>Whenever you talk about transaction isolation, you will be talking about isolation levels.</a:t>
            </a:r>
          </a:p>
          <a:p>
            <a:pPr marL="457200" lvl="1" indent="0">
              <a:buNone/>
            </a:pPr>
            <a:endParaRPr lang="en-US" dirty="0">
              <a:latin typeface="Palatino Linotype" panose="02040502050505030304" pitchFamily="18" charset="0"/>
            </a:endParaRPr>
          </a:p>
          <a:p>
            <a:pPr lvl="1">
              <a:buFont typeface="Wingdings" pitchFamily="2" charset="2"/>
              <a:buChar char="Ø"/>
            </a:pPr>
            <a:r>
              <a:rPr lang="en-US" dirty="0">
                <a:effectLst/>
                <a:latin typeface="Palatino Linotype" panose="02040502050505030304" pitchFamily="18" charset="0"/>
              </a:rPr>
              <a:t>Whenever you talk about individual operations like read/write, you will talk about consisten</a:t>
            </a:r>
            <a:r>
              <a:rPr lang="en-US" dirty="0">
                <a:latin typeface="Palatino Linotype" panose="02040502050505030304" pitchFamily="18" charset="0"/>
              </a:rPr>
              <a:t>cy levels.</a:t>
            </a:r>
            <a:endParaRPr lang="en-US" dirty="0">
              <a:effectLst/>
              <a:latin typeface="Palatino Linotype" panose="02040502050505030304" pitchFamily="18" charset="0"/>
            </a:endParaRPr>
          </a:p>
          <a:p>
            <a:endParaRPr lang="en-US" sz="2400" dirty="0">
              <a:effectLst/>
              <a:latin typeface="Palatino Linotype" panose="0204050205050503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71955788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705FA2-D933-52C9-5131-5DF2EFC789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C01BAF-7A21-F712-ACAB-6F49F40C88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905091"/>
          </a:xfrm>
        </p:spPr>
        <p:txBody>
          <a:bodyPr>
            <a:normAutofit/>
          </a:bodyPr>
          <a:lstStyle/>
          <a:p>
            <a:pPr algn="ctr"/>
            <a:r>
              <a:rPr lang="en-US" sz="4000" b="1" dirty="0">
                <a:latin typeface="Palatino Linotype" panose="02040502050505030304" pitchFamily="18" charset="0"/>
              </a:rPr>
              <a:t>Serializable Isolation Level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CC6352D-54C2-EBBD-A5A5-C0E3ABD6E0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07290" y="6356350"/>
            <a:ext cx="2743200" cy="365125"/>
          </a:xfrm>
        </p:spPr>
        <p:txBody>
          <a:bodyPr/>
          <a:lstStyle/>
          <a:p>
            <a:fld id="{D0FE24AB-0A3D-3945-A314-A55A03C76B7E}" type="slidenum">
              <a:rPr lang="en-US" smtClean="0">
                <a:latin typeface="Palatino Linotype" panose="02040502050505030304" pitchFamily="18" charset="0"/>
              </a:rPr>
              <a:t>80</a:t>
            </a:fld>
            <a:endParaRPr lang="en-US" dirty="0">
              <a:latin typeface="Palatino Linotype" panose="0204050205050503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580F27-C268-006C-E8D1-5C861BDA44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5215" y="1415586"/>
            <a:ext cx="11816785" cy="5043580"/>
          </a:xfrm>
        </p:spPr>
        <p:txBody>
          <a:bodyPr>
            <a:noAutofit/>
          </a:bodyPr>
          <a:lstStyle/>
          <a:p>
            <a:r>
              <a:rPr lang="en-US" sz="2400" dirty="0">
                <a:effectLst/>
                <a:latin typeface="Palatino Linotype" panose="02040502050505030304" pitchFamily="18" charset="0"/>
              </a:rPr>
              <a:t>Also known as serializability.</a:t>
            </a:r>
          </a:p>
          <a:p>
            <a:endParaRPr lang="en-US" sz="2400" dirty="0">
              <a:latin typeface="Palatino Linotype" panose="02040502050505030304" pitchFamily="18" charset="0"/>
            </a:endParaRPr>
          </a:p>
          <a:p>
            <a:r>
              <a:rPr lang="en-US" sz="2400" dirty="0">
                <a:solidFill>
                  <a:srgbClr val="363A3D"/>
                </a:solidFill>
                <a:effectLst/>
                <a:latin typeface="Palatino Linotype" panose="02040502050505030304" pitchFamily="18" charset="0"/>
              </a:rPr>
              <a:t>The ability of a DBMS to run transactions in parallel, but in a way that they are running, </a:t>
            </a:r>
            <a:r>
              <a:rPr lang="en-US" sz="2400" b="1" dirty="0">
                <a:solidFill>
                  <a:srgbClr val="363A3D"/>
                </a:solidFill>
                <a:effectLst/>
                <a:latin typeface="Palatino Linotype" panose="02040502050505030304" pitchFamily="18" charset="0"/>
              </a:rPr>
              <a:t>serially</a:t>
            </a:r>
            <a:r>
              <a:rPr lang="en-US" sz="2400" dirty="0">
                <a:solidFill>
                  <a:srgbClr val="363A3D"/>
                </a:solidFill>
                <a:effectLst/>
                <a:latin typeface="Palatino Linotype" panose="02040502050505030304" pitchFamily="18" charset="0"/>
              </a:rPr>
              <a:t>, that is, </a:t>
            </a:r>
            <a:r>
              <a:rPr lang="en-US" sz="2400" b="1" dirty="0">
                <a:solidFill>
                  <a:srgbClr val="363A3D"/>
                </a:solidFill>
                <a:effectLst/>
                <a:latin typeface="Palatino Linotype" panose="02040502050505030304" pitchFamily="18" charset="0"/>
              </a:rPr>
              <a:t>one after another</a:t>
            </a:r>
            <a:r>
              <a:rPr lang="en-US" sz="2400" dirty="0">
                <a:solidFill>
                  <a:srgbClr val="363A3D"/>
                </a:solidFill>
                <a:effectLst/>
                <a:latin typeface="Palatino Linotype" panose="02040502050505030304" pitchFamily="18" charset="0"/>
              </a:rPr>
              <a:t>.</a:t>
            </a:r>
          </a:p>
          <a:p>
            <a:endParaRPr lang="en-US" sz="2400" dirty="0">
              <a:solidFill>
                <a:srgbClr val="363A3D"/>
              </a:solidFill>
              <a:latin typeface="Palatino Linotype" panose="02040502050505030304" pitchFamily="18" charset="0"/>
            </a:endParaRPr>
          </a:p>
          <a:p>
            <a:r>
              <a:rPr lang="en-US" sz="2400" dirty="0">
                <a:solidFill>
                  <a:srgbClr val="363A3D"/>
                </a:solidFill>
                <a:latin typeface="Palatino Linotype" panose="02040502050505030304" pitchFamily="18" charset="0"/>
              </a:rPr>
              <a:t>Thus, if the DBMS can ensure a serializable schedule for a set of transactions, then we say that the DBMS is offering serializability or serializable isolation level.</a:t>
            </a:r>
            <a:endParaRPr lang="en-US" sz="2400" dirty="0">
              <a:effectLst/>
              <a:latin typeface="Palatino Linotype" panose="02040502050505030304" pitchFamily="18" charset="0"/>
            </a:endParaRPr>
          </a:p>
          <a:p>
            <a:endParaRPr lang="en-US" sz="2400" dirty="0">
              <a:latin typeface="Palatino Linotype" panose="02040502050505030304" pitchFamily="18" charset="0"/>
            </a:endParaRPr>
          </a:p>
          <a:p>
            <a:endParaRPr lang="en-US" sz="2400" dirty="0">
              <a:effectLst/>
              <a:latin typeface="Palatino Linotype" panose="02040502050505030304" pitchFamily="18" charset="0"/>
            </a:endParaRPr>
          </a:p>
          <a:p>
            <a:endParaRPr lang="en-US" sz="2400" dirty="0">
              <a:effectLst/>
              <a:latin typeface="Palatino Linotype" panose="0204050205050503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09099069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B2C290-D4EF-E4FF-8BE4-127790231F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26BA99-02DB-60FA-717F-A3D1C617E9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905091"/>
          </a:xfrm>
        </p:spPr>
        <p:txBody>
          <a:bodyPr>
            <a:normAutofit/>
          </a:bodyPr>
          <a:lstStyle/>
          <a:p>
            <a:pPr algn="ctr"/>
            <a:r>
              <a:rPr lang="en-US" sz="4000" b="1" dirty="0">
                <a:latin typeface="Palatino Linotype" panose="02040502050505030304" pitchFamily="18" charset="0"/>
              </a:rPr>
              <a:t>Levels of Serializability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6B6A5AA-299D-C159-F048-8713355B41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07290" y="6356350"/>
            <a:ext cx="2743200" cy="365125"/>
          </a:xfrm>
        </p:spPr>
        <p:txBody>
          <a:bodyPr/>
          <a:lstStyle/>
          <a:p>
            <a:fld id="{D0FE24AB-0A3D-3945-A314-A55A03C76B7E}" type="slidenum">
              <a:rPr lang="en-US" smtClean="0">
                <a:latin typeface="Palatino Linotype" panose="02040502050505030304" pitchFamily="18" charset="0"/>
              </a:rPr>
              <a:t>81</a:t>
            </a:fld>
            <a:endParaRPr lang="en-US" dirty="0">
              <a:latin typeface="Palatino Linotype" panose="0204050205050503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760875-3CC3-3C96-35CA-A8A5C9E702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5215" y="1415586"/>
            <a:ext cx="11816785" cy="5043580"/>
          </a:xfrm>
        </p:spPr>
        <p:txBody>
          <a:bodyPr>
            <a:noAutofit/>
          </a:bodyPr>
          <a:lstStyle/>
          <a:p>
            <a:r>
              <a:rPr lang="en-US" sz="2400" b="1" dirty="0">
                <a:effectLst/>
                <a:latin typeface="Palatino Linotype" panose="02040502050505030304" pitchFamily="18" charset="0"/>
              </a:rPr>
              <a:t>Conflict Serializability</a:t>
            </a:r>
          </a:p>
          <a:p>
            <a:pPr lvl="1"/>
            <a:r>
              <a:rPr lang="en-US" dirty="0">
                <a:latin typeface="Palatino Linotype" panose="02040502050505030304" pitchFamily="18" charset="0"/>
              </a:rPr>
              <a:t>Most DBMS try to support this.</a:t>
            </a:r>
            <a:endParaRPr lang="en-US" dirty="0">
              <a:effectLst/>
              <a:latin typeface="Palatino Linotype" panose="02040502050505030304" pitchFamily="18" charset="0"/>
            </a:endParaRPr>
          </a:p>
          <a:p>
            <a:endParaRPr lang="en-US" sz="2400" dirty="0">
              <a:latin typeface="Palatino Linotype" panose="02040502050505030304" pitchFamily="18" charset="0"/>
            </a:endParaRPr>
          </a:p>
          <a:p>
            <a:r>
              <a:rPr lang="en-US" sz="2400" b="1" dirty="0">
                <a:latin typeface="Palatino Linotype" panose="02040502050505030304" pitchFamily="18" charset="0"/>
              </a:rPr>
              <a:t>View Serializability</a:t>
            </a:r>
          </a:p>
          <a:p>
            <a:pPr lvl="1"/>
            <a:r>
              <a:rPr lang="en-US" dirty="0">
                <a:latin typeface="Palatino Linotype" panose="02040502050505030304" pitchFamily="18" charset="0"/>
              </a:rPr>
              <a:t>No DBMS can do this!</a:t>
            </a:r>
          </a:p>
          <a:p>
            <a:endParaRPr lang="en-US" sz="2400" dirty="0">
              <a:effectLst/>
              <a:latin typeface="Palatino Linotype" panose="02040502050505030304" pitchFamily="18" charset="0"/>
            </a:endParaRPr>
          </a:p>
          <a:p>
            <a:endParaRPr lang="en-US" sz="2400" dirty="0">
              <a:effectLst/>
              <a:latin typeface="Palatino Linotype" panose="0204050205050503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17696255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ADDC92-028A-958E-5C7B-B79A94425B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5A879A-E063-02A0-6DDF-3BBFAB51DD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905091"/>
          </a:xfrm>
        </p:spPr>
        <p:txBody>
          <a:bodyPr>
            <a:normAutofit/>
          </a:bodyPr>
          <a:lstStyle/>
          <a:p>
            <a:pPr algn="ctr"/>
            <a:r>
              <a:rPr lang="en-US" sz="4000" b="1" dirty="0">
                <a:latin typeface="Palatino Linotype" panose="02040502050505030304" pitchFamily="18" charset="0"/>
              </a:rPr>
              <a:t>Dependency Graphs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8A29420-C838-6D3E-AA34-988FC09930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07290" y="6356350"/>
            <a:ext cx="2743200" cy="365125"/>
          </a:xfrm>
        </p:spPr>
        <p:txBody>
          <a:bodyPr/>
          <a:lstStyle/>
          <a:p>
            <a:fld id="{D0FE24AB-0A3D-3945-A314-A55A03C76B7E}" type="slidenum">
              <a:rPr lang="en-US" smtClean="0">
                <a:latin typeface="Palatino Linotype" panose="02040502050505030304" pitchFamily="18" charset="0"/>
              </a:rPr>
              <a:t>82</a:t>
            </a:fld>
            <a:endParaRPr lang="en-US" dirty="0">
              <a:latin typeface="Palatino Linotype" panose="0204050205050503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1119E3-715A-4B5F-9C09-C099907752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5215" y="1415586"/>
            <a:ext cx="11816785" cy="5043580"/>
          </a:xfrm>
        </p:spPr>
        <p:txBody>
          <a:bodyPr>
            <a:noAutofit/>
          </a:bodyPr>
          <a:lstStyle/>
          <a:p>
            <a:r>
              <a:rPr lang="en-US" sz="2400" b="1" dirty="0">
                <a:effectLst/>
                <a:latin typeface="Palatino Linotype" panose="02040502050505030304" pitchFamily="18" charset="0"/>
              </a:rPr>
              <a:t>Help to determine the level of serializability among other things.</a:t>
            </a:r>
          </a:p>
          <a:p>
            <a:endParaRPr lang="en-US" sz="2400" b="1" dirty="0">
              <a:latin typeface="Palatino Linotype" panose="02040502050505030304" pitchFamily="18" charset="0"/>
            </a:endParaRPr>
          </a:p>
          <a:p>
            <a:r>
              <a:rPr lang="en-US" sz="2400" b="1" dirty="0">
                <a:latin typeface="Palatino Linotype" panose="02040502050505030304" pitchFamily="18" charset="0"/>
              </a:rPr>
              <a:t>How can you create a dependency graph?</a:t>
            </a:r>
            <a:endParaRPr lang="en-US" dirty="0">
              <a:latin typeface="Palatino Linotype" panose="02040502050505030304" pitchFamily="18" charset="0"/>
            </a:endParaRPr>
          </a:p>
          <a:p>
            <a:endParaRPr lang="en-US" sz="2400" dirty="0">
              <a:effectLst/>
              <a:latin typeface="Palatino Linotype" panose="02040502050505030304" pitchFamily="18" charset="0"/>
            </a:endParaRPr>
          </a:p>
          <a:p>
            <a:endParaRPr lang="en-US" sz="2400" dirty="0">
              <a:effectLst/>
              <a:latin typeface="Palatino Linotype" panose="0204050205050503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04274051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F171D6-8E6B-C6F6-F615-8F5250C373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AB6CF3-239B-0DC5-F145-C11B95D573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905091"/>
          </a:xfrm>
        </p:spPr>
        <p:txBody>
          <a:bodyPr>
            <a:normAutofit/>
          </a:bodyPr>
          <a:lstStyle/>
          <a:p>
            <a:pPr algn="ctr"/>
            <a:r>
              <a:rPr lang="en-US" sz="4000" b="1" dirty="0">
                <a:latin typeface="Palatino Linotype" panose="02040502050505030304" pitchFamily="18" charset="0"/>
              </a:rPr>
              <a:t>Dependency Graphs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32F826C-5F95-B6E7-EFEF-19F552A81D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07290" y="6356350"/>
            <a:ext cx="2743200" cy="365125"/>
          </a:xfrm>
        </p:spPr>
        <p:txBody>
          <a:bodyPr/>
          <a:lstStyle/>
          <a:p>
            <a:fld id="{D0FE24AB-0A3D-3945-A314-A55A03C76B7E}" type="slidenum">
              <a:rPr lang="en-US" smtClean="0">
                <a:latin typeface="Palatino Linotype" panose="02040502050505030304" pitchFamily="18" charset="0"/>
              </a:rPr>
              <a:t>83</a:t>
            </a:fld>
            <a:endParaRPr lang="en-US" dirty="0">
              <a:latin typeface="Palatino Linotype" panose="0204050205050503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BCE7FB-C96D-DD81-8157-EC04409B50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5215" y="1415586"/>
            <a:ext cx="11816785" cy="5043580"/>
          </a:xfrm>
        </p:spPr>
        <p:txBody>
          <a:bodyPr>
            <a:noAutofit/>
          </a:bodyPr>
          <a:lstStyle/>
          <a:p>
            <a:r>
              <a:rPr lang="en-US" sz="2400" dirty="0">
                <a:effectLst/>
                <a:latin typeface="Palatino Linotype" panose="02040502050505030304" pitchFamily="18" charset="0"/>
              </a:rPr>
              <a:t>Help to determine the level of serializability among other things.</a:t>
            </a:r>
          </a:p>
          <a:p>
            <a:endParaRPr lang="en-US" sz="2400" dirty="0">
              <a:latin typeface="Palatino Linotype" panose="02040502050505030304" pitchFamily="18" charset="0"/>
            </a:endParaRPr>
          </a:p>
          <a:p>
            <a:r>
              <a:rPr lang="en-US" sz="2400" dirty="0">
                <a:latin typeface="Palatino Linotype" panose="02040502050505030304" pitchFamily="18" charset="0"/>
              </a:rPr>
              <a:t>How can you create a dependency graph?</a:t>
            </a:r>
          </a:p>
          <a:p>
            <a:endParaRPr lang="en-US" sz="2400" dirty="0">
              <a:latin typeface="Palatino Linotype" panose="02040502050505030304" pitchFamily="18" charset="0"/>
            </a:endParaRPr>
          </a:p>
          <a:p>
            <a:r>
              <a:rPr lang="en-US" sz="2400" dirty="0">
                <a:latin typeface="Palatino Linotype" panose="02040502050505030304" pitchFamily="18" charset="0"/>
              </a:rPr>
              <a:t>One node per transaction.</a:t>
            </a:r>
          </a:p>
          <a:p>
            <a:endParaRPr lang="en-US" sz="2400" dirty="0">
              <a:latin typeface="Palatino Linotype" panose="02040502050505030304" pitchFamily="18" charset="0"/>
            </a:endParaRPr>
          </a:p>
          <a:p>
            <a:r>
              <a:rPr lang="en-US" sz="2400" b="1" dirty="0">
                <a:latin typeface="Palatino Linotype" panose="02040502050505030304" pitchFamily="18" charset="0"/>
              </a:rPr>
              <a:t>Add an edge from transaction Ti to transaction </a:t>
            </a:r>
            <a:r>
              <a:rPr lang="en-US" sz="2400" b="1" dirty="0" err="1">
                <a:latin typeface="Palatino Linotype" panose="02040502050505030304" pitchFamily="18" charset="0"/>
              </a:rPr>
              <a:t>Tj</a:t>
            </a:r>
            <a:r>
              <a:rPr lang="en-US" sz="2400" b="1" dirty="0">
                <a:latin typeface="Palatino Linotype" panose="02040502050505030304" pitchFamily="18" charset="0"/>
              </a:rPr>
              <a:t> </a:t>
            </a:r>
            <a:r>
              <a:rPr lang="en-US" sz="2400" dirty="0">
                <a:latin typeface="Palatino Linotype" panose="02040502050505030304" pitchFamily="18" charset="0"/>
              </a:rPr>
              <a:t>if you the following are met: </a:t>
            </a:r>
          </a:p>
          <a:p>
            <a:pPr lvl="1"/>
            <a:r>
              <a:rPr lang="en-US" dirty="0">
                <a:latin typeface="Palatino Linotype" panose="02040502050505030304" pitchFamily="18" charset="0"/>
              </a:rPr>
              <a:t>An operation </a:t>
            </a:r>
            <a:r>
              <a:rPr lang="en-US" b="1" dirty="0">
                <a:latin typeface="Palatino Linotype" panose="02040502050505030304" pitchFamily="18" charset="0"/>
              </a:rPr>
              <a:t>Oi of Ti </a:t>
            </a:r>
            <a:r>
              <a:rPr lang="en-US" dirty="0">
                <a:latin typeface="Palatino Linotype" panose="02040502050505030304" pitchFamily="18" charset="0"/>
              </a:rPr>
              <a:t>conflicts with an operation </a:t>
            </a:r>
            <a:r>
              <a:rPr lang="en-US" b="1" dirty="0" err="1">
                <a:latin typeface="Palatino Linotype" panose="02040502050505030304" pitchFamily="18" charset="0"/>
              </a:rPr>
              <a:t>Oj</a:t>
            </a:r>
            <a:r>
              <a:rPr lang="en-US" b="1" dirty="0">
                <a:latin typeface="Palatino Linotype" panose="02040502050505030304" pitchFamily="18" charset="0"/>
              </a:rPr>
              <a:t> of </a:t>
            </a:r>
            <a:r>
              <a:rPr lang="en-US" b="1" dirty="0" err="1">
                <a:latin typeface="Palatino Linotype" panose="02040502050505030304" pitchFamily="18" charset="0"/>
              </a:rPr>
              <a:t>Tj</a:t>
            </a:r>
            <a:r>
              <a:rPr lang="en-US" dirty="0">
                <a:latin typeface="Palatino Linotype" panose="02040502050505030304" pitchFamily="18" charset="0"/>
              </a:rPr>
              <a:t>.</a:t>
            </a:r>
          </a:p>
          <a:p>
            <a:pPr lvl="1"/>
            <a:r>
              <a:rPr lang="en-US" b="1" dirty="0">
                <a:latin typeface="Palatino Linotype" panose="02040502050505030304" pitchFamily="18" charset="0"/>
              </a:rPr>
              <a:t>Oi</a:t>
            </a:r>
            <a:r>
              <a:rPr lang="en-US" dirty="0">
                <a:latin typeface="Palatino Linotype" panose="02040502050505030304" pitchFamily="18" charset="0"/>
              </a:rPr>
              <a:t> appears earlier in the schedule than </a:t>
            </a:r>
            <a:r>
              <a:rPr lang="en-US" b="1" dirty="0" err="1">
                <a:latin typeface="Palatino Linotype" panose="02040502050505030304" pitchFamily="18" charset="0"/>
              </a:rPr>
              <a:t>Oj</a:t>
            </a:r>
            <a:r>
              <a:rPr lang="en-US" dirty="0">
                <a:latin typeface="Palatino Linotype" panose="02040502050505030304" pitchFamily="18" charset="0"/>
              </a:rPr>
              <a:t>.</a:t>
            </a:r>
          </a:p>
          <a:p>
            <a:endParaRPr lang="en-US" sz="2400" dirty="0">
              <a:latin typeface="Palatino Linotype" panose="02040502050505030304" pitchFamily="18" charset="0"/>
            </a:endParaRPr>
          </a:p>
          <a:p>
            <a:r>
              <a:rPr lang="en-US" sz="2400" dirty="0">
                <a:latin typeface="Palatino Linotype" panose="02040502050505030304" pitchFamily="18" charset="0"/>
              </a:rPr>
              <a:t>Also known as </a:t>
            </a:r>
            <a:r>
              <a:rPr lang="en-US" sz="2400" b="1" dirty="0">
                <a:latin typeface="Palatino Linotype" panose="02040502050505030304" pitchFamily="18" charset="0"/>
              </a:rPr>
              <a:t>precedence graph</a:t>
            </a:r>
            <a:r>
              <a:rPr lang="en-US" sz="2400" dirty="0">
                <a:latin typeface="Palatino Linotype" panose="02040502050505030304" pitchFamily="18" charset="0"/>
              </a:rPr>
              <a:t>.</a:t>
            </a:r>
            <a:endParaRPr lang="en-US" sz="2400" dirty="0">
              <a:effectLst/>
              <a:latin typeface="Palatino Linotype" panose="0204050205050503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55488736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7B8BEC-4868-7BDF-C48D-9CE045D531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EE3A7D-5ED9-1EBD-1066-5A3F5B49AD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905091"/>
          </a:xfrm>
        </p:spPr>
        <p:txBody>
          <a:bodyPr>
            <a:normAutofit/>
          </a:bodyPr>
          <a:lstStyle/>
          <a:p>
            <a:pPr algn="ctr"/>
            <a:r>
              <a:rPr lang="en-US" sz="4000" b="1" dirty="0">
                <a:latin typeface="Palatino Linotype" panose="02040502050505030304" pitchFamily="18" charset="0"/>
              </a:rPr>
              <a:t>Dependency Graphs Example I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074193A-C651-7897-6FF3-EA728E1F32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07290" y="6356350"/>
            <a:ext cx="2743200" cy="365125"/>
          </a:xfrm>
        </p:spPr>
        <p:txBody>
          <a:bodyPr/>
          <a:lstStyle/>
          <a:p>
            <a:fld id="{D0FE24AB-0A3D-3945-A314-A55A03C76B7E}" type="slidenum">
              <a:rPr lang="en-US" smtClean="0">
                <a:latin typeface="Palatino Linotype" panose="02040502050505030304" pitchFamily="18" charset="0"/>
              </a:rPr>
              <a:t>84</a:t>
            </a:fld>
            <a:endParaRPr lang="en-US" dirty="0">
              <a:latin typeface="Palatino Linotype" panose="02040502050505030304" pitchFamily="18" charset="0"/>
            </a:endParaRP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ADC30A8E-5387-C2F4-FC7C-B61924DD797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32875997"/>
              </p:ext>
            </p:extLst>
          </p:nvPr>
        </p:nvGraphicFramePr>
        <p:xfrm>
          <a:off x="2007041" y="1468264"/>
          <a:ext cx="3856382" cy="4358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79874">
                  <a:extLst>
                    <a:ext uri="{9D8B030D-6E8A-4147-A177-3AD203B41FA5}">
                      <a16:colId xmlns:a16="http://schemas.microsoft.com/office/drawing/2014/main" val="282134077"/>
                    </a:ext>
                  </a:extLst>
                </a:gridCol>
                <a:gridCol w="1876508">
                  <a:extLst>
                    <a:ext uri="{9D8B030D-6E8A-4147-A177-3AD203B41FA5}">
                      <a16:colId xmlns:a16="http://schemas.microsoft.com/office/drawing/2014/main" val="4206062769"/>
                    </a:ext>
                  </a:extLst>
                </a:gridCol>
              </a:tblGrid>
              <a:tr h="4235036">
                <a:tc>
                  <a:txBody>
                    <a:bodyPr/>
                    <a:lstStyle/>
                    <a:p>
                      <a:pPr algn="l"/>
                      <a:r>
                        <a:rPr lang="en-US" sz="2000" b="1" i="0" dirty="0">
                          <a:solidFill>
                            <a:schemeClr val="tx1"/>
                          </a:solidFill>
                          <a:latin typeface="Palatino Linotype" panose="02040502050505030304" pitchFamily="18" charset="0"/>
                        </a:rPr>
                        <a:t>T1:</a:t>
                      </a:r>
                    </a:p>
                    <a:p>
                      <a:pPr algn="l"/>
                      <a:endParaRPr lang="en-US" sz="2000" b="0" i="0" dirty="0">
                        <a:solidFill>
                          <a:schemeClr val="tx1"/>
                        </a:solidFill>
                        <a:latin typeface="Palatino Linotype" panose="02040502050505030304" pitchFamily="18" charset="0"/>
                      </a:endParaRPr>
                    </a:p>
                    <a:p>
                      <a:pPr algn="l"/>
                      <a:r>
                        <a:rPr lang="en-US" sz="2000" b="1" i="0" dirty="0">
                          <a:solidFill>
                            <a:schemeClr val="tx1"/>
                          </a:solidFill>
                          <a:latin typeface="Palatino Linotype" panose="02040502050505030304" pitchFamily="18" charset="0"/>
                        </a:rPr>
                        <a:t>Begin</a:t>
                      </a:r>
                    </a:p>
                    <a:p>
                      <a:pPr algn="l"/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read(</a:t>
                      </a:r>
                      <a:r>
                        <a:rPr lang="en-US" sz="2000" b="1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A</a:t>
                      </a:r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algn="l"/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write(</a:t>
                      </a:r>
                      <a:r>
                        <a:rPr lang="en-US" sz="2000" b="1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A</a:t>
                      </a:r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algn="l"/>
                      <a:endParaRPr lang="en-US" sz="2000" b="0" i="0" kern="1200" dirty="0">
                        <a:solidFill>
                          <a:schemeClr val="tx1"/>
                        </a:solidFill>
                        <a:effectLst/>
                        <a:latin typeface="Palatino Linotype" panose="02040502050505030304" pitchFamily="18" charset="0"/>
                        <a:ea typeface="+mn-ea"/>
                        <a:cs typeface="+mn-cs"/>
                      </a:endParaRPr>
                    </a:p>
                    <a:p>
                      <a:pPr algn="l"/>
                      <a:endParaRPr lang="en-US" sz="2000" b="0" i="0" kern="1200" dirty="0">
                        <a:solidFill>
                          <a:schemeClr val="tx1"/>
                        </a:solidFill>
                        <a:effectLst/>
                        <a:latin typeface="Palatino Linotype" panose="02040502050505030304" pitchFamily="18" charset="0"/>
                        <a:ea typeface="+mn-ea"/>
                        <a:cs typeface="+mn-cs"/>
                      </a:endParaRPr>
                    </a:p>
                    <a:p>
                      <a:pPr algn="l"/>
                      <a:endParaRPr lang="en-US" sz="2000" b="0" i="0" kern="1200" dirty="0">
                        <a:solidFill>
                          <a:schemeClr val="tx1"/>
                        </a:solidFill>
                        <a:effectLst/>
                        <a:latin typeface="Palatino Linotype" panose="02040502050505030304" pitchFamily="18" charset="0"/>
                        <a:ea typeface="+mn-ea"/>
                        <a:cs typeface="+mn-cs"/>
                      </a:endParaRPr>
                    </a:p>
                    <a:p>
                      <a:pPr algn="l"/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read(</a:t>
                      </a:r>
                      <a:r>
                        <a:rPr lang="en-US" sz="2000" b="1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B</a:t>
                      </a:r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algn="l"/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write(</a:t>
                      </a:r>
                      <a:r>
                        <a:rPr lang="en-US" sz="2000" b="1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B</a:t>
                      </a:r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algn="l"/>
                      <a:r>
                        <a:rPr lang="en-US" sz="2000" b="1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End</a:t>
                      </a: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b="1" i="0" dirty="0">
                          <a:solidFill>
                            <a:schemeClr val="tx1"/>
                          </a:solidFill>
                          <a:latin typeface="Palatino Linotype" panose="02040502050505030304" pitchFamily="18" charset="0"/>
                        </a:rPr>
                        <a:t>T2:</a:t>
                      </a:r>
                    </a:p>
                    <a:p>
                      <a:pPr algn="l"/>
                      <a:endParaRPr lang="en-US" sz="2000" b="0" i="0" dirty="0">
                        <a:solidFill>
                          <a:schemeClr val="tx1"/>
                        </a:solidFill>
                        <a:latin typeface="Palatino Linotype" panose="02040502050505030304" pitchFamily="18" charset="0"/>
                      </a:endParaRPr>
                    </a:p>
                    <a:p>
                      <a:pPr algn="l"/>
                      <a:endParaRPr lang="en-US" sz="2000" b="0" i="0" dirty="0">
                        <a:solidFill>
                          <a:schemeClr val="tx1"/>
                        </a:solidFill>
                        <a:latin typeface="Palatino Linotype" panose="02040502050505030304" pitchFamily="18" charset="0"/>
                      </a:endParaRPr>
                    </a:p>
                    <a:p>
                      <a:pPr algn="l"/>
                      <a:endParaRPr lang="en-US" sz="2000" b="0" i="0" dirty="0">
                        <a:solidFill>
                          <a:schemeClr val="tx1"/>
                        </a:solidFill>
                        <a:latin typeface="Palatino Linotype" panose="02040502050505030304" pitchFamily="18" charset="0"/>
                      </a:endParaRPr>
                    </a:p>
                    <a:p>
                      <a:pPr algn="l"/>
                      <a:endParaRPr lang="en-US" sz="2000" b="0" i="0" dirty="0">
                        <a:solidFill>
                          <a:schemeClr val="tx1"/>
                        </a:solidFill>
                        <a:latin typeface="Palatino Linotype" panose="02040502050505030304" pitchFamily="18" charset="0"/>
                      </a:endParaRPr>
                    </a:p>
                    <a:p>
                      <a:pPr algn="l"/>
                      <a:r>
                        <a:rPr lang="en-US" sz="2000" b="1" i="0" dirty="0">
                          <a:solidFill>
                            <a:schemeClr val="tx1"/>
                          </a:solidFill>
                          <a:latin typeface="Palatino Linotype" panose="02040502050505030304" pitchFamily="18" charset="0"/>
                        </a:rPr>
                        <a:t>Begin</a:t>
                      </a:r>
                    </a:p>
                    <a:p>
                      <a:pPr algn="l"/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read(</a:t>
                      </a:r>
                      <a:r>
                        <a:rPr lang="en-US" sz="2000" b="1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A</a:t>
                      </a:r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algn="l"/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write(</a:t>
                      </a:r>
                      <a:r>
                        <a:rPr lang="en-US" sz="2000" b="1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A</a:t>
                      </a:r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)</a:t>
                      </a:r>
                      <a:endParaRPr lang="en-US" sz="2000" b="1" i="0" dirty="0">
                        <a:solidFill>
                          <a:schemeClr val="tx1"/>
                        </a:solidFill>
                        <a:latin typeface="Palatino Linotype" panose="02040502050505030304" pitchFamily="18" charset="0"/>
                      </a:endParaRPr>
                    </a:p>
                    <a:p>
                      <a:pPr algn="l"/>
                      <a:endParaRPr lang="en-US" sz="2000" b="0" i="0" dirty="0">
                        <a:solidFill>
                          <a:schemeClr val="tx1"/>
                        </a:solidFill>
                        <a:latin typeface="Palatino Linotype" panose="02040502050505030304" pitchFamily="18" charset="0"/>
                      </a:endParaRPr>
                    </a:p>
                    <a:p>
                      <a:pPr algn="l"/>
                      <a:endParaRPr lang="en-US" sz="2000" b="0" i="0" dirty="0">
                        <a:solidFill>
                          <a:schemeClr val="tx1"/>
                        </a:solidFill>
                        <a:latin typeface="Palatino Linotype" panose="02040502050505030304" pitchFamily="18" charset="0"/>
                      </a:endParaRPr>
                    </a:p>
                    <a:p>
                      <a:pPr algn="l"/>
                      <a:endParaRPr lang="en-US" sz="2000" b="0" i="0" dirty="0">
                        <a:solidFill>
                          <a:schemeClr val="tx1"/>
                        </a:solidFill>
                        <a:latin typeface="Palatino Linotype" panose="02040502050505030304" pitchFamily="18" charset="0"/>
                      </a:endParaRPr>
                    </a:p>
                    <a:p>
                      <a:pPr algn="l"/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read(</a:t>
                      </a:r>
                      <a:r>
                        <a:rPr lang="en-US" sz="2000" b="1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B</a:t>
                      </a:r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algn="l"/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write(</a:t>
                      </a:r>
                      <a:r>
                        <a:rPr lang="en-US" sz="2000" b="1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B</a:t>
                      </a:r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algn="l"/>
                      <a:r>
                        <a:rPr lang="en-US" sz="2000" b="1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End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7499455"/>
                  </a:ext>
                </a:extLst>
              </a:tr>
            </a:tbl>
          </a:graphicData>
        </a:graphic>
      </p:graphicFrame>
      <p:grpSp>
        <p:nvGrpSpPr>
          <p:cNvPr id="8" name="Group 7">
            <a:extLst>
              <a:ext uri="{FF2B5EF4-FFF2-40B4-BE49-F238E27FC236}">
                <a16:creationId xmlns:a16="http://schemas.microsoft.com/office/drawing/2014/main" id="{221D77B3-2554-F6C8-2D06-ABFFE6BDCA81}"/>
              </a:ext>
            </a:extLst>
          </p:cNvPr>
          <p:cNvGrpSpPr/>
          <p:nvPr/>
        </p:nvGrpSpPr>
        <p:grpSpPr>
          <a:xfrm>
            <a:off x="838200" y="1468264"/>
            <a:ext cx="817645" cy="4531885"/>
            <a:chOff x="272373" y="1701579"/>
            <a:chExt cx="817645" cy="4531885"/>
          </a:xfrm>
        </p:grpSpPr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315C1743-89BA-2A99-660A-E9E96A1E13A5}"/>
                </a:ext>
              </a:extLst>
            </p:cNvPr>
            <p:cNvCxnSpPr>
              <a:cxnSpLocks/>
            </p:cNvCxnSpPr>
            <p:nvPr/>
          </p:nvCxnSpPr>
          <p:spPr>
            <a:xfrm>
              <a:off x="1081378" y="1701579"/>
              <a:ext cx="0" cy="4531885"/>
            </a:xfrm>
            <a:prstGeom prst="straightConnector1">
              <a:avLst/>
            </a:prstGeom>
            <a:ln w="31750">
              <a:solidFill>
                <a:schemeClr val="accent2">
                  <a:lumMod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DA97E9D5-95CE-6E90-7F7F-7D681317B4B7}"/>
                </a:ext>
              </a:extLst>
            </p:cNvPr>
            <p:cNvSpPr txBox="1"/>
            <p:nvPr/>
          </p:nvSpPr>
          <p:spPr>
            <a:xfrm>
              <a:off x="272373" y="3501634"/>
              <a:ext cx="817645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b="1" dirty="0">
                  <a:solidFill>
                    <a:schemeClr val="accent2">
                      <a:lumMod val="50000"/>
                    </a:schemeClr>
                  </a:solidFill>
                  <a:latin typeface="Palatino Linotype" panose="02040502050505030304" pitchFamily="18" charset="0"/>
                </a:rPr>
                <a:t>Time</a:t>
              </a:r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D7B81512-0311-FA1C-5047-2B466C1BB410}"/>
              </a:ext>
            </a:extLst>
          </p:cNvPr>
          <p:cNvGrpSpPr/>
          <p:nvPr/>
        </p:nvGrpSpPr>
        <p:grpSpPr>
          <a:xfrm>
            <a:off x="8636081" y="1993996"/>
            <a:ext cx="544749" cy="505838"/>
            <a:chOff x="7694579" y="1916350"/>
            <a:chExt cx="544749" cy="505838"/>
          </a:xfrm>
        </p:grpSpPr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1BDE281F-1785-E2F8-2A43-7D0FA2FBF646}"/>
                </a:ext>
              </a:extLst>
            </p:cNvPr>
            <p:cNvSpPr/>
            <p:nvPr/>
          </p:nvSpPr>
          <p:spPr>
            <a:xfrm>
              <a:off x="7694579" y="1916350"/>
              <a:ext cx="544749" cy="505838"/>
            </a:xfrm>
            <a:prstGeom prst="ellipse">
              <a:avLst/>
            </a:prstGeom>
            <a:noFill/>
            <a:ln w="254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32FF1638-1370-A111-61FF-6547DCF347B5}"/>
                </a:ext>
              </a:extLst>
            </p:cNvPr>
            <p:cNvSpPr txBox="1"/>
            <p:nvPr/>
          </p:nvSpPr>
          <p:spPr>
            <a:xfrm>
              <a:off x="7751409" y="1969214"/>
              <a:ext cx="47000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>
                  <a:latin typeface="Palatino Linotype" panose="02040502050505030304" pitchFamily="18" charset="0"/>
                </a:rPr>
                <a:t>T1</a:t>
              </a: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4C785A3D-F55B-6E1C-4D5C-3E096FA0FD5F}"/>
              </a:ext>
            </a:extLst>
          </p:cNvPr>
          <p:cNvGrpSpPr/>
          <p:nvPr/>
        </p:nvGrpSpPr>
        <p:grpSpPr>
          <a:xfrm>
            <a:off x="10570350" y="1993996"/>
            <a:ext cx="544749" cy="505838"/>
            <a:chOff x="7694579" y="1916350"/>
            <a:chExt cx="544749" cy="505838"/>
          </a:xfrm>
        </p:grpSpPr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9EA506C9-4FD0-39BA-4518-C999DC751D80}"/>
                </a:ext>
              </a:extLst>
            </p:cNvPr>
            <p:cNvSpPr/>
            <p:nvPr/>
          </p:nvSpPr>
          <p:spPr>
            <a:xfrm>
              <a:off x="7694579" y="1916350"/>
              <a:ext cx="544749" cy="505838"/>
            </a:xfrm>
            <a:prstGeom prst="ellipse">
              <a:avLst/>
            </a:prstGeom>
            <a:noFill/>
            <a:ln w="254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DE745795-F7A3-0D61-1BCE-0214BFD3DE04}"/>
                </a:ext>
              </a:extLst>
            </p:cNvPr>
            <p:cNvSpPr txBox="1"/>
            <p:nvPr/>
          </p:nvSpPr>
          <p:spPr>
            <a:xfrm>
              <a:off x="7751409" y="1969214"/>
              <a:ext cx="47000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>
                  <a:latin typeface="Palatino Linotype" panose="02040502050505030304" pitchFamily="18" charset="0"/>
                </a:rPr>
                <a:t>T2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129719477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C95AE2-5746-4E10-0025-E165E03DA7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F4C8AA-112E-355D-2615-ABB4057460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905091"/>
          </a:xfrm>
        </p:spPr>
        <p:txBody>
          <a:bodyPr>
            <a:normAutofit/>
          </a:bodyPr>
          <a:lstStyle/>
          <a:p>
            <a:pPr algn="ctr"/>
            <a:r>
              <a:rPr lang="en-US" sz="4000" b="1" dirty="0">
                <a:latin typeface="Palatino Linotype" panose="02040502050505030304" pitchFamily="18" charset="0"/>
              </a:rPr>
              <a:t>Dependency Graphs Example I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A2F49F0-F089-AEDF-D27F-C816BB71A4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07290" y="6356350"/>
            <a:ext cx="2743200" cy="365125"/>
          </a:xfrm>
        </p:spPr>
        <p:txBody>
          <a:bodyPr/>
          <a:lstStyle/>
          <a:p>
            <a:fld id="{D0FE24AB-0A3D-3945-A314-A55A03C76B7E}" type="slidenum">
              <a:rPr lang="en-US" smtClean="0">
                <a:latin typeface="Palatino Linotype" panose="02040502050505030304" pitchFamily="18" charset="0"/>
              </a:rPr>
              <a:t>85</a:t>
            </a:fld>
            <a:endParaRPr lang="en-US" dirty="0">
              <a:latin typeface="Palatino Linotype" panose="02040502050505030304" pitchFamily="18" charset="0"/>
            </a:endParaRP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72EA4FD4-F927-63A4-C5E2-D0778377D459}"/>
              </a:ext>
            </a:extLst>
          </p:cNvPr>
          <p:cNvGraphicFramePr>
            <a:graphicFrameLocks noGrp="1"/>
          </p:cNvGraphicFramePr>
          <p:nvPr/>
        </p:nvGraphicFramePr>
        <p:xfrm>
          <a:off x="2007041" y="1468264"/>
          <a:ext cx="3856382" cy="4358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79874">
                  <a:extLst>
                    <a:ext uri="{9D8B030D-6E8A-4147-A177-3AD203B41FA5}">
                      <a16:colId xmlns:a16="http://schemas.microsoft.com/office/drawing/2014/main" val="282134077"/>
                    </a:ext>
                  </a:extLst>
                </a:gridCol>
                <a:gridCol w="1876508">
                  <a:extLst>
                    <a:ext uri="{9D8B030D-6E8A-4147-A177-3AD203B41FA5}">
                      <a16:colId xmlns:a16="http://schemas.microsoft.com/office/drawing/2014/main" val="4206062769"/>
                    </a:ext>
                  </a:extLst>
                </a:gridCol>
              </a:tblGrid>
              <a:tr h="4235036">
                <a:tc>
                  <a:txBody>
                    <a:bodyPr/>
                    <a:lstStyle/>
                    <a:p>
                      <a:pPr algn="l"/>
                      <a:r>
                        <a:rPr lang="en-US" sz="2000" b="1" i="0" dirty="0">
                          <a:solidFill>
                            <a:schemeClr val="tx1"/>
                          </a:solidFill>
                          <a:latin typeface="Palatino Linotype" panose="02040502050505030304" pitchFamily="18" charset="0"/>
                        </a:rPr>
                        <a:t>T1:</a:t>
                      </a:r>
                    </a:p>
                    <a:p>
                      <a:pPr algn="l"/>
                      <a:endParaRPr lang="en-US" sz="2000" b="0" i="0" dirty="0">
                        <a:solidFill>
                          <a:schemeClr val="tx1"/>
                        </a:solidFill>
                        <a:latin typeface="Palatino Linotype" panose="02040502050505030304" pitchFamily="18" charset="0"/>
                      </a:endParaRPr>
                    </a:p>
                    <a:p>
                      <a:pPr algn="l"/>
                      <a:r>
                        <a:rPr lang="en-US" sz="2000" b="1" i="0" dirty="0">
                          <a:solidFill>
                            <a:schemeClr val="tx1"/>
                          </a:solidFill>
                          <a:latin typeface="Palatino Linotype" panose="02040502050505030304" pitchFamily="18" charset="0"/>
                        </a:rPr>
                        <a:t>Begin</a:t>
                      </a:r>
                    </a:p>
                    <a:p>
                      <a:pPr algn="l"/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read(</a:t>
                      </a:r>
                      <a:r>
                        <a:rPr lang="en-US" sz="2000" b="1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A</a:t>
                      </a:r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algn="l"/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write(</a:t>
                      </a:r>
                      <a:r>
                        <a:rPr lang="en-US" sz="2000" b="1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A</a:t>
                      </a:r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algn="l"/>
                      <a:endParaRPr lang="en-US" sz="2000" b="0" i="0" kern="1200" dirty="0">
                        <a:solidFill>
                          <a:schemeClr val="tx1"/>
                        </a:solidFill>
                        <a:effectLst/>
                        <a:latin typeface="Palatino Linotype" panose="02040502050505030304" pitchFamily="18" charset="0"/>
                        <a:ea typeface="+mn-ea"/>
                        <a:cs typeface="+mn-cs"/>
                      </a:endParaRPr>
                    </a:p>
                    <a:p>
                      <a:pPr algn="l"/>
                      <a:endParaRPr lang="en-US" sz="2000" b="0" i="0" kern="1200" dirty="0">
                        <a:solidFill>
                          <a:schemeClr val="tx1"/>
                        </a:solidFill>
                        <a:effectLst/>
                        <a:latin typeface="Palatino Linotype" panose="02040502050505030304" pitchFamily="18" charset="0"/>
                        <a:ea typeface="+mn-ea"/>
                        <a:cs typeface="+mn-cs"/>
                      </a:endParaRPr>
                    </a:p>
                    <a:p>
                      <a:pPr algn="l"/>
                      <a:endParaRPr lang="en-US" sz="2000" b="0" i="0" kern="1200" dirty="0">
                        <a:solidFill>
                          <a:schemeClr val="tx1"/>
                        </a:solidFill>
                        <a:effectLst/>
                        <a:latin typeface="Palatino Linotype" panose="02040502050505030304" pitchFamily="18" charset="0"/>
                        <a:ea typeface="+mn-ea"/>
                        <a:cs typeface="+mn-cs"/>
                      </a:endParaRPr>
                    </a:p>
                    <a:p>
                      <a:pPr algn="l"/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read(</a:t>
                      </a:r>
                      <a:r>
                        <a:rPr lang="en-US" sz="2000" b="1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B</a:t>
                      </a:r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algn="l"/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write(</a:t>
                      </a:r>
                      <a:r>
                        <a:rPr lang="en-US" sz="2000" b="1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B</a:t>
                      </a:r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algn="l"/>
                      <a:r>
                        <a:rPr lang="en-US" sz="2000" b="1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End</a:t>
                      </a: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b="1" i="0" dirty="0">
                          <a:solidFill>
                            <a:schemeClr val="tx1"/>
                          </a:solidFill>
                          <a:latin typeface="Palatino Linotype" panose="02040502050505030304" pitchFamily="18" charset="0"/>
                        </a:rPr>
                        <a:t>T2:</a:t>
                      </a:r>
                    </a:p>
                    <a:p>
                      <a:pPr algn="l"/>
                      <a:endParaRPr lang="en-US" sz="2000" b="0" i="0" dirty="0">
                        <a:solidFill>
                          <a:schemeClr val="tx1"/>
                        </a:solidFill>
                        <a:latin typeface="Palatino Linotype" panose="02040502050505030304" pitchFamily="18" charset="0"/>
                      </a:endParaRPr>
                    </a:p>
                    <a:p>
                      <a:pPr algn="l"/>
                      <a:endParaRPr lang="en-US" sz="2000" b="0" i="0" dirty="0">
                        <a:solidFill>
                          <a:schemeClr val="tx1"/>
                        </a:solidFill>
                        <a:latin typeface="Palatino Linotype" panose="02040502050505030304" pitchFamily="18" charset="0"/>
                      </a:endParaRPr>
                    </a:p>
                    <a:p>
                      <a:pPr algn="l"/>
                      <a:endParaRPr lang="en-US" sz="2000" b="0" i="0" dirty="0">
                        <a:solidFill>
                          <a:schemeClr val="tx1"/>
                        </a:solidFill>
                        <a:latin typeface="Palatino Linotype" panose="02040502050505030304" pitchFamily="18" charset="0"/>
                      </a:endParaRPr>
                    </a:p>
                    <a:p>
                      <a:pPr algn="l"/>
                      <a:endParaRPr lang="en-US" sz="2000" b="0" i="0" dirty="0">
                        <a:solidFill>
                          <a:schemeClr val="tx1"/>
                        </a:solidFill>
                        <a:latin typeface="Palatino Linotype" panose="02040502050505030304" pitchFamily="18" charset="0"/>
                      </a:endParaRPr>
                    </a:p>
                    <a:p>
                      <a:pPr algn="l"/>
                      <a:r>
                        <a:rPr lang="en-US" sz="2000" b="1" i="0" dirty="0">
                          <a:solidFill>
                            <a:schemeClr val="tx1"/>
                          </a:solidFill>
                          <a:latin typeface="Palatino Linotype" panose="02040502050505030304" pitchFamily="18" charset="0"/>
                        </a:rPr>
                        <a:t>Begin</a:t>
                      </a:r>
                    </a:p>
                    <a:p>
                      <a:pPr algn="l"/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read(</a:t>
                      </a:r>
                      <a:r>
                        <a:rPr lang="en-US" sz="2000" b="1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A</a:t>
                      </a:r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algn="l"/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write(</a:t>
                      </a:r>
                      <a:r>
                        <a:rPr lang="en-US" sz="2000" b="1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A</a:t>
                      </a:r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)</a:t>
                      </a:r>
                      <a:endParaRPr lang="en-US" sz="2000" b="1" i="0" dirty="0">
                        <a:solidFill>
                          <a:schemeClr val="tx1"/>
                        </a:solidFill>
                        <a:latin typeface="Palatino Linotype" panose="02040502050505030304" pitchFamily="18" charset="0"/>
                      </a:endParaRPr>
                    </a:p>
                    <a:p>
                      <a:pPr algn="l"/>
                      <a:endParaRPr lang="en-US" sz="2000" b="0" i="0" dirty="0">
                        <a:solidFill>
                          <a:schemeClr val="tx1"/>
                        </a:solidFill>
                        <a:latin typeface="Palatino Linotype" panose="02040502050505030304" pitchFamily="18" charset="0"/>
                      </a:endParaRPr>
                    </a:p>
                    <a:p>
                      <a:pPr algn="l"/>
                      <a:endParaRPr lang="en-US" sz="2000" b="0" i="0" dirty="0">
                        <a:solidFill>
                          <a:schemeClr val="tx1"/>
                        </a:solidFill>
                        <a:latin typeface="Palatino Linotype" panose="02040502050505030304" pitchFamily="18" charset="0"/>
                      </a:endParaRPr>
                    </a:p>
                    <a:p>
                      <a:pPr algn="l"/>
                      <a:endParaRPr lang="en-US" sz="2000" b="0" i="0" dirty="0">
                        <a:solidFill>
                          <a:schemeClr val="tx1"/>
                        </a:solidFill>
                        <a:latin typeface="Palatino Linotype" panose="02040502050505030304" pitchFamily="18" charset="0"/>
                      </a:endParaRPr>
                    </a:p>
                    <a:p>
                      <a:pPr algn="l"/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read(</a:t>
                      </a:r>
                      <a:r>
                        <a:rPr lang="en-US" sz="2000" b="1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B</a:t>
                      </a:r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algn="l"/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write(</a:t>
                      </a:r>
                      <a:r>
                        <a:rPr lang="en-US" sz="2000" b="1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B</a:t>
                      </a:r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algn="l"/>
                      <a:r>
                        <a:rPr lang="en-US" sz="2000" b="1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End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7499455"/>
                  </a:ext>
                </a:extLst>
              </a:tr>
            </a:tbl>
          </a:graphicData>
        </a:graphic>
      </p:graphicFrame>
      <p:grpSp>
        <p:nvGrpSpPr>
          <p:cNvPr id="8" name="Group 7">
            <a:extLst>
              <a:ext uri="{FF2B5EF4-FFF2-40B4-BE49-F238E27FC236}">
                <a16:creationId xmlns:a16="http://schemas.microsoft.com/office/drawing/2014/main" id="{07BF86FC-C9DA-B266-C285-111A7E6EE4DD}"/>
              </a:ext>
            </a:extLst>
          </p:cNvPr>
          <p:cNvGrpSpPr/>
          <p:nvPr/>
        </p:nvGrpSpPr>
        <p:grpSpPr>
          <a:xfrm>
            <a:off x="838200" y="1468264"/>
            <a:ext cx="817645" cy="4531885"/>
            <a:chOff x="272373" y="1701579"/>
            <a:chExt cx="817645" cy="4531885"/>
          </a:xfrm>
        </p:grpSpPr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6C3CB1FF-6B9C-F8EF-71C9-072A07328908}"/>
                </a:ext>
              </a:extLst>
            </p:cNvPr>
            <p:cNvCxnSpPr>
              <a:cxnSpLocks/>
            </p:cNvCxnSpPr>
            <p:nvPr/>
          </p:nvCxnSpPr>
          <p:spPr>
            <a:xfrm>
              <a:off x="1081378" y="1701579"/>
              <a:ext cx="0" cy="4531885"/>
            </a:xfrm>
            <a:prstGeom prst="straightConnector1">
              <a:avLst/>
            </a:prstGeom>
            <a:ln w="31750">
              <a:solidFill>
                <a:schemeClr val="accent2">
                  <a:lumMod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2F6A55CD-BF87-F081-601F-651391FB1191}"/>
                </a:ext>
              </a:extLst>
            </p:cNvPr>
            <p:cNvSpPr txBox="1"/>
            <p:nvPr/>
          </p:nvSpPr>
          <p:spPr>
            <a:xfrm>
              <a:off x="272373" y="3501634"/>
              <a:ext cx="817645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b="1" dirty="0">
                  <a:solidFill>
                    <a:schemeClr val="accent2">
                      <a:lumMod val="50000"/>
                    </a:schemeClr>
                  </a:solidFill>
                  <a:latin typeface="Palatino Linotype" panose="02040502050505030304" pitchFamily="18" charset="0"/>
                </a:rPr>
                <a:t>Time</a:t>
              </a:r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E44DC851-2A29-A9DB-B535-4AC1A5A75AE0}"/>
              </a:ext>
            </a:extLst>
          </p:cNvPr>
          <p:cNvGrpSpPr/>
          <p:nvPr/>
        </p:nvGrpSpPr>
        <p:grpSpPr>
          <a:xfrm>
            <a:off x="8636081" y="1993996"/>
            <a:ext cx="544749" cy="505838"/>
            <a:chOff x="7694579" y="1916350"/>
            <a:chExt cx="544749" cy="505838"/>
          </a:xfrm>
        </p:grpSpPr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C996AAEE-DAF3-30E3-9FC8-28EB7D77604A}"/>
                </a:ext>
              </a:extLst>
            </p:cNvPr>
            <p:cNvSpPr/>
            <p:nvPr/>
          </p:nvSpPr>
          <p:spPr>
            <a:xfrm>
              <a:off x="7694579" y="1916350"/>
              <a:ext cx="544749" cy="505838"/>
            </a:xfrm>
            <a:prstGeom prst="ellipse">
              <a:avLst/>
            </a:prstGeom>
            <a:noFill/>
            <a:ln w="254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901AFB84-0560-6B5D-A67E-47191E6CC3DF}"/>
                </a:ext>
              </a:extLst>
            </p:cNvPr>
            <p:cNvSpPr txBox="1"/>
            <p:nvPr/>
          </p:nvSpPr>
          <p:spPr>
            <a:xfrm>
              <a:off x="7751409" y="1969214"/>
              <a:ext cx="47000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>
                  <a:latin typeface="Palatino Linotype" panose="02040502050505030304" pitchFamily="18" charset="0"/>
                </a:rPr>
                <a:t>T1</a:t>
              </a: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A2A86561-6E9F-621A-A0FB-2ABD76164A5A}"/>
              </a:ext>
            </a:extLst>
          </p:cNvPr>
          <p:cNvGrpSpPr/>
          <p:nvPr/>
        </p:nvGrpSpPr>
        <p:grpSpPr>
          <a:xfrm>
            <a:off x="10570350" y="1993996"/>
            <a:ext cx="544749" cy="505838"/>
            <a:chOff x="7694579" y="1916350"/>
            <a:chExt cx="544749" cy="505838"/>
          </a:xfrm>
        </p:grpSpPr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D51BDCBA-1677-7A0E-CA58-B3DE70B97DDE}"/>
                </a:ext>
              </a:extLst>
            </p:cNvPr>
            <p:cNvSpPr/>
            <p:nvPr/>
          </p:nvSpPr>
          <p:spPr>
            <a:xfrm>
              <a:off x="7694579" y="1916350"/>
              <a:ext cx="544749" cy="505838"/>
            </a:xfrm>
            <a:prstGeom prst="ellipse">
              <a:avLst/>
            </a:prstGeom>
            <a:noFill/>
            <a:ln w="254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2FA95125-DBA6-F591-7022-5F793E8F9420}"/>
                </a:ext>
              </a:extLst>
            </p:cNvPr>
            <p:cNvSpPr txBox="1"/>
            <p:nvPr/>
          </p:nvSpPr>
          <p:spPr>
            <a:xfrm>
              <a:off x="7751409" y="1969214"/>
              <a:ext cx="47000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>
                  <a:latin typeface="Palatino Linotype" panose="02040502050505030304" pitchFamily="18" charset="0"/>
                </a:rPr>
                <a:t>T2</a:t>
              </a:r>
            </a:p>
          </p:txBody>
        </p:sp>
      </p:grp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F7EA1AEB-9BC6-8033-B7B5-64525989A11A}"/>
              </a:ext>
            </a:extLst>
          </p:cNvPr>
          <p:cNvCxnSpPr>
            <a:cxnSpLocks/>
          </p:cNvCxnSpPr>
          <p:nvPr/>
        </p:nvCxnSpPr>
        <p:spPr>
          <a:xfrm>
            <a:off x="3103123" y="3044757"/>
            <a:ext cx="894945" cy="466928"/>
          </a:xfrm>
          <a:prstGeom prst="straightConnector1">
            <a:avLst/>
          </a:prstGeom>
          <a:ln w="31750">
            <a:solidFill>
              <a:srgbClr val="FF0000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72A54C56-3DE7-5235-C9E3-40D9400AEB30}"/>
              </a:ext>
            </a:extLst>
          </p:cNvPr>
          <p:cNvCxnSpPr/>
          <p:nvPr/>
        </p:nvCxnSpPr>
        <p:spPr>
          <a:xfrm>
            <a:off x="3103122" y="4537970"/>
            <a:ext cx="894945" cy="466928"/>
          </a:xfrm>
          <a:prstGeom prst="straightConnector1">
            <a:avLst/>
          </a:prstGeom>
          <a:ln w="31750">
            <a:solidFill>
              <a:srgbClr val="FF0000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828DF084-683D-ADF6-43EF-D1EB2F9C34CD}"/>
              </a:ext>
            </a:extLst>
          </p:cNvPr>
          <p:cNvSpPr txBox="1"/>
          <p:nvPr/>
        </p:nvSpPr>
        <p:spPr>
          <a:xfrm>
            <a:off x="1532120" y="6276470"/>
            <a:ext cx="35748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  <a:latin typeface="Palatino Linotype" panose="02040502050505030304" pitchFamily="18" charset="0"/>
              </a:rPr>
              <a:t>W-R and W-W Conflicts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939E4FFF-7CC7-4601-44D4-C69EABB6D0EA}"/>
              </a:ext>
            </a:extLst>
          </p:cNvPr>
          <p:cNvCxnSpPr>
            <a:cxnSpLocks/>
          </p:cNvCxnSpPr>
          <p:nvPr/>
        </p:nvCxnSpPr>
        <p:spPr>
          <a:xfrm>
            <a:off x="3103122" y="3044757"/>
            <a:ext cx="894945" cy="807396"/>
          </a:xfrm>
          <a:prstGeom prst="straightConnector1">
            <a:avLst/>
          </a:prstGeom>
          <a:ln w="31750">
            <a:solidFill>
              <a:srgbClr val="FF0000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69E207E2-3055-E529-F559-686767FBFE4C}"/>
              </a:ext>
            </a:extLst>
          </p:cNvPr>
          <p:cNvCxnSpPr>
            <a:cxnSpLocks/>
          </p:cNvCxnSpPr>
          <p:nvPr/>
        </p:nvCxnSpPr>
        <p:spPr>
          <a:xfrm>
            <a:off x="3103122" y="4537970"/>
            <a:ext cx="894945" cy="783060"/>
          </a:xfrm>
          <a:prstGeom prst="straightConnector1">
            <a:avLst/>
          </a:prstGeom>
          <a:ln w="31750">
            <a:solidFill>
              <a:srgbClr val="FF0000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9" name="Group 28">
            <a:extLst>
              <a:ext uri="{FF2B5EF4-FFF2-40B4-BE49-F238E27FC236}">
                <a16:creationId xmlns:a16="http://schemas.microsoft.com/office/drawing/2014/main" id="{1C9F10FF-9C03-178F-F7F7-66C76715D5E2}"/>
              </a:ext>
            </a:extLst>
          </p:cNvPr>
          <p:cNvGrpSpPr/>
          <p:nvPr/>
        </p:nvGrpSpPr>
        <p:grpSpPr>
          <a:xfrm>
            <a:off x="8870216" y="1453259"/>
            <a:ext cx="1822680" cy="468360"/>
            <a:chOff x="8870216" y="1453259"/>
            <a:chExt cx="1822680" cy="468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EF13FB70-DD21-480E-A6C7-C03D313D857E}"/>
                    </a:ext>
                  </a:extLst>
                </p14:cNvPr>
                <p14:cNvContentPartPr/>
                <p14:nvPr/>
              </p14:nvContentPartPr>
              <p14:xfrm>
                <a:off x="8870216" y="1453259"/>
                <a:ext cx="1812960" cy="46836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D72F2FAE-A45C-7C0F-68F6-922837CC433F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8864096" y="1447139"/>
                  <a:ext cx="1825200" cy="48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48E8FF1B-3E1A-FA4F-3D5D-615EEF751812}"/>
                    </a:ext>
                  </a:extLst>
                </p14:cNvPr>
                <p14:cNvContentPartPr/>
                <p14:nvPr/>
              </p14:nvContentPartPr>
              <p14:xfrm>
                <a:off x="10469336" y="1659899"/>
                <a:ext cx="223560" cy="25524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8F16EC35-4929-377D-C296-DCE1697DBCB0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10463216" y="1653779"/>
                  <a:ext cx="235800" cy="26748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32" name="TextBox 31">
            <a:extLst>
              <a:ext uri="{FF2B5EF4-FFF2-40B4-BE49-F238E27FC236}">
                <a16:creationId xmlns:a16="http://schemas.microsoft.com/office/drawing/2014/main" id="{C66150F8-4C3D-C5C2-0CB2-30CC5492F364}"/>
              </a:ext>
            </a:extLst>
          </p:cNvPr>
          <p:cNvSpPr txBox="1"/>
          <p:nvPr/>
        </p:nvSpPr>
        <p:spPr>
          <a:xfrm>
            <a:off x="8093272" y="3385268"/>
            <a:ext cx="35748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  <a:latin typeface="Palatino Linotype" panose="02040502050505030304" pitchFamily="18" charset="0"/>
              </a:rPr>
              <a:t>T2 depends on T1</a:t>
            </a:r>
          </a:p>
        </p:txBody>
      </p:sp>
    </p:spTree>
    <p:extLst>
      <p:ext uri="{BB962C8B-B14F-4D97-AF65-F5344CB8AC3E}">
        <p14:creationId xmlns:p14="http://schemas.microsoft.com/office/powerpoint/2010/main" val="3030507609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FF2538-9143-DB6A-7DDA-0A2CDB52BD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976ABA-06DF-34F8-5AB7-5B4F961132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905091"/>
          </a:xfrm>
        </p:spPr>
        <p:txBody>
          <a:bodyPr>
            <a:normAutofit/>
          </a:bodyPr>
          <a:lstStyle/>
          <a:p>
            <a:pPr algn="ctr"/>
            <a:r>
              <a:rPr lang="en-US" sz="4000" b="1" dirty="0">
                <a:latin typeface="Palatino Linotype" panose="02040502050505030304" pitchFamily="18" charset="0"/>
              </a:rPr>
              <a:t>Dependency Graphs Example II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BA284FC-62A6-4039-8626-DD914DCC17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07290" y="6356350"/>
            <a:ext cx="2743200" cy="365125"/>
          </a:xfrm>
        </p:spPr>
        <p:txBody>
          <a:bodyPr/>
          <a:lstStyle/>
          <a:p>
            <a:fld id="{D0FE24AB-0A3D-3945-A314-A55A03C76B7E}" type="slidenum">
              <a:rPr lang="en-US" smtClean="0">
                <a:latin typeface="Palatino Linotype" panose="02040502050505030304" pitchFamily="18" charset="0"/>
              </a:rPr>
              <a:t>86</a:t>
            </a:fld>
            <a:endParaRPr lang="en-US" dirty="0">
              <a:latin typeface="Palatino Linotype" panose="02040502050505030304" pitchFamily="18" charset="0"/>
            </a:endParaRP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29BAF624-6EE6-7C5A-FCCE-27A257DB57F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78059443"/>
              </p:ext>
            </p:extLst>
          </p:nvPr>
        </p:nvGraphicFramePr>
        <p:xfrm>
          <a:off x="2007041" y="1468264"/>
          <a:ext cx="3856382" cy="4358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79874">
                  <a:extLst>
                    <a:ext uri="{9D8B030D-6E8A-4147-A177-3AD203B41FA5}">
                      <a16:colId xmlns:a16="http://schemas.microsoft.com/office/drawing/2014/main" val="282134077"/>
                    </a:ext>
                  </a:extLst>
                </a:gridCol>
                <a:gridCol w="1876508">
                  <a:extLst>
                    <a:ext uri="{9D8B030D-6E8A-4147-A177-3AD203B41FA5}">
                      <a16:colId xmlns:a16="http://schemas.microsoft.com/office/drawing/2014/main" val="4206062769"/>
                    </a:ext>
                  </a:extLst>
                </a:gridCol>
              </a:tblGrid>
              <a:tr h="4235036">
                <a:tc>
                  <a:txBody>
                    <a:bodyPr/>
                    <a:lstStyle/>
                    <a:p>
                      <a:pPr algn="l"/>
                      <a:r>
                        <a:rPr lang="en-US" sz="2000" b="1" i="0" dirty="0">
                          <a:solidFill>
                            <a:schemeClr val="tx1"/>
                          </a:solidFill>
                          <a:latin typeface="Palatino Linotype" panose="02040502050505030304" pitchFamily="18" charset="0"/>
                        </a:rPr>
                        <a:t>T1:</a:t>
                      </a:r>
                    </a:p>
                    <a:p>
                      <a:pPr algn="l"/>
                      <a:endParaRPr lang="en-US" sz="2000" b="0" i="0" dirty="0">
                        <a:solidFill>
                          <a:schemeClr val="tx1"/>
                        </a:solidFill>
                        <a:latin typeface="Palatino Linotype" panose="02040502050505030304" pitchFamily="18" charset="0"/>
                      </a:endParaRPr>
                    </a:p>
                    <a:p>
                      <a:pPr algn="l"/>
                      <a:r>
                        <a:rPr lang="en-US" sz="2000" b="1" i="0" dirty="0">
                          <a:solidFill>
                            <a:schemeClr val="tx1"/>
                          </a:solidFill>
                          <a:latin typeface="Palatino Linotype" panose="02040502050505030304" pitchFamily="18" charset="0"/>
                        </a:rPr>
                        <a:t>Begin</a:t>
                      </a:r>
                    </a:p>
                    <a:p>
                      <a:pPr algn="l"/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read(</a:t>
                      </a:r>
                      <a:r>
                        <a:rPr lang="en-US" sz="2000" b="1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A</a:t>
                      </a:r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algn="l"/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write(</a:t>
                      </a:r>
                      <a:r>
                        <a:rPr lang="en-US" sz="2000" b="1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A</a:t>
                      </a:r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algn="l"/>
                      <a:endParaRPr lang="en-US" sz="2000" b="0" i="0" kern="1200" dirty="0">
                        <a:solidFill>
                          <a:schemeClr val="tx1"/>
                        </a:solidFill>
                        <a:effectLst/>
                        <a:latin typeface="Palatino Linotype" panose="02040502050505030304" pitchFamily="18" charset="0"/>
                        <a:ea typeface="+mn-ea"/>
                        <a:cs typeface="+mn-cs"/>
                      </a:endParaRPr>
                    </a:p>
                    <a:p>
                      <a:pPr algn="l"/>
                      <a:endParaRPr lang="en-US" sz="2000" b="0" i="0" kern="1200" dirty="0">
                        <a:solidFill>
                          <a:schemeClr val="tx1"/>
                        </a:solidFill>
                        <a:effectLst/>
                        <a:latin typeface="Palatino Linotype" panose="02040502050505030304" pitchFamily="18" charset="0"/>
                        <a:ea typeface="+mn-ea"/>
                        <a:cs typeface="+mn-cs"/>
                      </a:endParaRPr>
                    </a:p>
                    <a:p>
                      <a:pPr algn="l"/>
                      <a:endParaRPr lang="en-US" sz="2000" b="0" i="0" kern="1200" dirty="0">
                        <a:solidFill>
                          <a:schemeClr val="tx1"/>
                        </a:solidFill>
                        <a:effectLst/>
                        <a:latin typeface="Palatino Linotype" panose="02040502050505030304" pitchFamily="18" charset="0"/>
                        <a:ea typeface="+mn-ea"/>
                        <a:cs typeface="+mn-cs"/>
                      </a:endParaRPr>
                    </a:p>
                    <a:p>
                      <a:pPr algn="l"/>
                      <a:endParaRPr lang="en-US" sz="2000" b="0" i="0" kern="1200" dirty="0">
                        <a:solidFill>
                          <a:schemeClr val="tx1"/>
                        </a:solidFill>
                        <a:effectLst/>
                        <a:latin typeface="Palatino Linotype" panose="02040502050505030304" pitchFamily="18" charset="0"/>
                        <a:ea typeface="+mn-ea"/>
                        <a:cs typeface="+mn-cs"/>
                      </a:endParaRPr>
                    </a:p>
                    <a:p>
                      <a:pPr algn="l"/>
                      <a:endParaRPr lang="en-US" sz="2000" b="0" i="0" kern="1200" dirty="0">
                        <a:solidFill>
                          <a:schemeClr val="tx1"/>
                        </a:solidFill>
                        <a:effectLst/>
                        <a:latin typeface="Palatino Linotype" panose="02040502050505030304" pitchFamily="18" charset="0"/>
                        <a:ea typeface="+mn-ea"/>
                        <a:cs typeface="+mn-cs"/>
                      </a:endParaRPr>
                    </a:p>
                    <a:p>
                      <a:pPr algn="l"/>
                      <a:endParaRPr lang="en-US" sz="2000" b="0" i="0" kern="1200" dirty="0">
                        <a:solidFill>
                          <a:schemeClr val="tx1"/>
                        </a:solidFill>
                        <a:effectLst/>
                        <a:latin typeface="Palatino Linotype" panose="02040502050505030304" pitchFamily="18" charset="0"/>
                        <a:ea typeface="+mn-ea"/>
                        <a:cs typeface="+mn-cs"/>
                      </a:endParaRPr>
                    </a:p>
                    <a:p>
                      <a:pPr algn="l"/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read(</a:t>
                      </a:r>
                      <a:r>
                        <a:rPr lang="en-US" sz="2000" b="1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B</a:t>
                      </a:r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algn="l"/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write(</a:t>
                      </a:r>
                      <a:r>
                        <a:rPr lang="en-US" sz="2000" b="1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B</a:t>
                      </a:r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algn="l"/>
                      <a:r>
                        <a:rPr lang="en-US" sz="2000" b="1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End</a:t>
                      </a: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b="1" i="0" dirty="0">
                          <a:solidFill>
                            <a:schemeClr val="tx1"/>
                          </a:solidFill>
                          <a:latin typeface="Palatino Linotype" panose="02040502050505030304" pitchFamily="18" charset="0"/>
                        </a:rPr>
                        <a:t>T2:</a:t>
                      </a:r>
                    </a:p>
                    <a:p>
                      <a:pPr algn="l"/>
                      <a:endParaRPr lang="en-US" sz="2000" b="0" i="0" dirty="0">
                        <a:solidFill>
                          <a:schemeClr val="tx1"/>
                        </a:solidFill>
                        <a:latin typeface="Palatino Linotype" panose="02040502050505030304" pitchFamily="18" charset="0"/>
                      </a:endParaRPr>
                    </a:p>
                    <a:p>
                      <a:pPr algn="l"/>
                      <a:endParaRPr lang="en-US" sz="2000" b="0" i="0" dirty="0">
                        <a:solidFill>
                          <a:schemeClr val="tx1"/>
                        </a:solidFill>
                        <a:latin typeface="Palatino Linotype" panose="02040502050505030304" pitchFamily="18" charset="0"/>
                      </a:endParaRPr>
                    </a:p>
                    <a:p>
                      <a:pPr algn="l"/>
                      <a:endParaRPr lang="en-US" sz="2000" b="0" i="0" dirty="0">
                        <a:solidFill>
                          <a:schemeClr val="tx1"/>
                        </a:solidFill>
                        <a:latin typeface="Palatino Linotype" panose="02040502050505030304" pitchFamily="18" charset="0"/>
                      </a:endParaRPr>
                    </a:p>
                    <a:p>
                      <a:pPr algn="l"/>
                      <a:endParaRPr lang="en-US" sz="2000" b="0" i="0" dirty="0">
                        <a:solidFill>
                          <a:schemeClr val="tx1"/>
                        </a:solidFill>
                        <a:latin typeface="Palatino Linotype" panose="02040502050505030304" pitchFamily="18" charset="0"/>
                      </a:endParaRPr>
                    </a:p>
                    <a:p>
                      <a:pPr algn="l"/>
                      <a:r>
                        <a:rPr lang="en-US" sz="2000" b="1" i="0" dirty="0">
                          <a:solidFill>
                            <a:schemeClr val="tx1"/>
                          </a:solidFill>
                          <a:latin typeface="Palatino Linotype" panose="02040502050505030304" pitchFamily="18" charset="0"/>
                        </a:rPr>
                        <a:t>Begin</a:t>
                      </a:r>
                    </a:p>
                    <a:p>
                      <a:pPr algn="l"/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read(</a:t>
                      </a:r>
                      <a:r>
                        <a:rPr lang="en-US" sz="2000" b="1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A</a:t>
                      </a:r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algn="l"/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write(</a:t>
                      </a:r>
                      <a:r>
                        <a:rPr lang="en-US" sz="2000" b="1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A</a:t>
                      </a:r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)</a:t>
                      </a:r>
                      <a:endParaRPr lang="en-US" sz="2000" b="0" i="0" dirty="0">
                        <a:solidFill>
                          <a:schemeClr val="tx1"/>
                        </a:solidFill>
                        <a:latin typeface="Palatino Linotype" panose="02040502050505030304" pitchFamily="18" charset="0"/>
                      </a:endParaRPr>
                    </a:p>
                    <a:p>
                      <a:pPr algn="l"/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read(</a:t>
                      </a:r>
                      <a:r>
                        <a:rPr lang="en-US" sz="2000" b="1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B</a:t>
                      </a:r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algn="l"/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write(</a:t>
                      </a:r>
                      <a:r>
                        <a:rPr lang="en-US" sz="2000" b="1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B</a:t>
                      </a:r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algn="l"/>
                      <a:r>
                        <a:rPr lang="en-US" sz="2000" b="1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End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7499455"/>
                  </a:ext>
                </a:extLst>
              </a:tr>
            </a:tbl>
          </a:graphicData>
        </a:graphic>
      </p:graphicFrame>
      <p:grpSp>
        <p:nvGrpSpPr>
          <p:cNvPr id="8" name="Group 7">
            <a:extLst>
              <a:ext uri="{FF2B5EF4-FFF2-40B4-BE49-F238E27FC236}">
                <a16:creationId xmlns:a16="http://schemas.microsoft.com/office/drawing/2014/main" id="{42DA1185-0684-45CC-A63C-CDEFDE371E7D}"/>
              </a:ext>
            </a:extLst>
          </p:cNvPr>
          <p:cNvGrpSpPr/>
          <p:nvPr/>
        </p:nvGrpSpPr>
        <p:grpSpPr>
          <a:xfrm>
            <a:off x="838200" y="1468264"/>
            <a:ext cx="817645" cy="4531885"/>
            <a:chOff x="272373" y="1701579"/>
            <a:chExt cx="817645" cy="4531885"/>
          </a:xfrm>
        </p:grpSpPr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70EEA15C-5E6F-2EB7-F942-DDD5A067D014}"/>
                </a:ext>
              </a:extLst>
            </p:cNvPr>
            <p:cNvCxnSpPr>
              <a:cxnSpLocks/>
            </p:cNvCxnSpPr>
            <p:nvPr/>
          </p:nvCxnSpPr>
          <p:spPr>
            <a:xfrm>
              <a:off x="1081378" y="1701579"/>
              <a:ext cx="0" cy="4531885"/>
            </a:xfrm>
            <a:prstGeom prst="straightConnector1">
              <a:avLst/>
            </a:prstGeom>
            <a:ln w="31750">
              <a:solidFill>
                <a:schemeClr val="accent2">
                  <a:lumMod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34C2257D-9661-3516-3F06-BD1D345786BE}"/>
                </a:ext>
              </a:extLst>
            </p:cNvPr>
            <p:cNvSpPr txBox="1"/>
            <p:nvPr/>
          </p:nvSpPr>
          <p:spPr>
            <a:xfrm>
              <a:off x="272373" y="3501634"/>
              <a:ext cx="817645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b="1" dirty="0">
                  <a:solidFill>
                    <a:schemeClr val="accent2">
                      <a:lumMod val="50000"/>
                    </a:schemeClr>
                  </a:solidFill>
                  <a:latin typeface="Palatino Linotype" panose="02040502050505030304" pitchFamily="18" charset="0"/>
                </a:rPr>
                <a:t>Time</a:t>
              </a:r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5DC1398A-ECCD-5DA5-0D43-73E75CC2E3B3}"/>
              </a:ext>
            </a:extLst>
          </p:cNvPr>
          <p:cNvGrpSpPr/>
          <p:nvPr/>
        </p:nvGrpSpPr>
        <p:grpSpPr>
          <a:xfrm>
            <a:off x="8636081" y="1993996"/>
            <a:ext cx="544749" cy="505838"/>
            <a:chOff x="7694579" y="1916350"/>
            <a:chExt cx="544749" cy="505838"/>
          </a:xfrm>
        </p:grpSpPr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997C2377-B8B7-0EBB-67E4-A6A75914145C}"/>
                </a:ext>
              </a:extLst>
            </p:cNvPr>
            <p:cNvSpPr/>
            <p:nvPr/>
          </p:nvSpPr>
          <p:spPr>
            <a:xfrm>
              <a:off x="7694579" y="1916350"/>
              <a:ext cx="544749" cy="505838"/>
            </a:xfrm>
            <a:prstGeom prst="ellipse">
              <a:avLst/>
            </a:prstGeom>
            <a:noFill/>
            <a:ln w="254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288BA34F-C3D9-A089-A406-4F715475B973}"/>
                </a:ext>
              </a:extLst>
            </p:cNvPr>
            <p:cNvSpPr txBox="1"/>
            <p:nvPr/>
          </p:nvSpPr>
          <p:spPr>
            <a:xfrm>
              <a:off x="7751409" y="1969214"/>
              <a:ext cx="47000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>
                  <a:latin typeface="Palatino Linotype" panose="02040502050505030304" pitchFamily="18" charset="0"/>
                </a:rPr>
                <a:t>T1</a:t>
              </a: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6B3063EC-0DC4-82E0-EC11-B44F9C39FF08}"/>
              </a:ext>
            </a:extLst>
          </p:cNvPr>
          <p:cNvGrpSpPr/>
          <p:nvPr/>
        </p:nvGrpSpPr>
        <p:grpSpPr>
          <a:xfrm>
            <a:off x="10570350" y="1993996"/>
            <a:ext cx="544749" cy="505838"/>
            <a:chOff x="7694579" y="1916350"/>
            <a:chExt cx="544749" cy="505838"/>
          </a:xfrm>
        </p:grpSpPr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E66B6746-F04C-2579-98DD-652A8186CAA2}"/>
                </a:ext>
              </a:extLst>
            </p:cNvPr>
            <p:cNvSpPr/>
            <p:nvPr/>
          </p:nvSpPr>
          <p:spPr>
            <a:xfrm>
              <a:off x="7694579" y="1916350"/>
              <a:ext cx="544749" cy="505838"/>
            </a:xfrm>
            <a:prstGeom prst="ellipse">
              <a:avLst/>
            </a:prstGeom>
            <a:noFill/>
            <a:ln w="254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64A89F55-1093-2BD6-5A61-0BB07AB73EDB}"/>
                </a:ext>
              </a:extLst>
            </p:cNvPr>
            <p:cNvSpPr txBox="1"/>
            <p:nvPr/>
          </p:nvSpPr>
          <p:spPr>
            <a:xfrm>
              <a:off x="7751409" y="1969214"/>
              <a:ext cx="47000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>
                  <a:latin typeface="Palatino Linotype" panose="02040502050505030304" pitchFamily="18" charset="0"/>
                </a:rPr>
                <a:t>T2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474632445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2379B3-1011-BE72-A24F-02EC06158B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EC3CA0-6888-DC66-76EB-A2819DD294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905091"/>
          </a:xfrm>
        </p:spPr>
        <p:txBody>
          <a:bodyPr>
            <a:normAutofit/>
          </a:bodyPr>
          <a:lstStyle/>
          <a:p>
            <a:pPr algn="ctr"/>
            <a:r>
              <a:rPr lang="en-US" sz="4000" b="1" dirty="0">
                <a:latin typeface="Palatino Linotype" panose="02040502050505030304" pitchFamily="18" charset="0"/>
              </a:rPr>
              <a:t>Dependency Graphs Example II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DEE1C2F-AB50-10BB-BACB-05CEA7EF9C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07290" y="6356350"/>
            <a:ext cx="2743200" cy="365125"/>
          </a:xfrm>
        </p:spPr>
        <p:txBody>
          <a:bodyPr/>
          <a:lstStyle/>
          <a:p>
            <a:fld id="{D0FE24AB-0A3D-3945-A314-A55A03C76B7E}" type="slidenum">
              <a:rPr lang="en-US" smtClean="0">
                <a:latin typeface="Palatino Linotype" panose="02040502050505030304" pitchFamily="18" charset="0"/>
              </a:rPr>
              <a:t>87</a:t>
            </a:fld>
            <a:endParaRPr lang="en-US" dirty="0">
              <a:latin typeface="Palatino Linotype" panose="02040502050505030304" pitchFamily="18" charset="0"/>
            </a:endParaRP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9F129C91-D306-6910-31C2-FD71A9F8C88A}"/>
              </a:ext>
            </a:extLst>
          </p:cNvPr>
          <p:cNvGraphicFramePr>
            <a:graphicFrameLocks noGrp="1"/>
          </p:cNvGraphicFramePr>
          <p:nvPr/>
        </p:nvGraphicFramePr>
        <p:xfrm>
          <a:off x="2007041" y="1468264"/>
          <a:ext cx="3856382" cy="4358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79874">
                  <a:extLst>
                    <a:ext uri="{9D8B030D-6E8A-4147-A177-3AD203B41FA5}">
                      <a16:colId xmlns:a16="http://schemas.microsoft.com/office/drawing/2014/main" val="282134077"/>
                    </a:ext>
                  </a:extLst>
                </a:gridCol>
                <a:gridCol w="1876508">
                  <a:extLst>
                    <a:ext uri="{9D8B030D-6E8A-4147-A177-3AD203B41FA5}">
                      <a16:colId xmlns:a16="http://schemas.microsoft.com/office/drawing/2014/main" val="4206062769"/>
                    </a:ext>
                  </a:extLst>
                </a:gridCol>
              </a:tblGrid>
              <a:tr h="4235036">
                <a:tc>
                  <a:txBody>
                    <a:bodyPr/>
                    <a:lstStyle/>
                    <a:p>
                      <a:pPr algn="l"/>
                      <a:r>
                        <a:rPr lang="en-US" sz="2000" b="1" i="0" dirty="0">
                          <a:solidFill>
                            <a:schemeClr val="tx1"/>
                          </a:solidFill>
                          <a:latin typeface="Palatino Linotype" panose="02040502050505030304" pitchFamily="18" charset="0"/>
                        </a:rPr>
                        <a:t>T1:</a:t>
                      </a:r>
                    </a:p>
                    <a:p>
                      <a:pPr algn="l"/>
                      <a:endParaRPr lang="en-US" sz="2000" b="0" i="0" dirty="0">
                        <a:solidFill>
                          <a:schemeClr val="tx1"/>
                        </a:solidFill>
                        <a:latin typeface="Palatino Linotype" panose="02040502050505030304" pitchFamily="18" charset="0"/>
                      </a:endParaRPr>
                    </a:p>
                    <a:p>
                      <a:pPr algn="l"/>
                      <a:r>
                        <a:rPr lang="en-US" sz="2000" b="1" i="0" dirty="0">
                          <a:solidFill>
                            <a:schemeClr val="tx1"/>
                          </a:solidFill>
                          <a:latin typeface="Palatino Linotype" panose="02040502050505030304" pitchFamily="18" charset="0"/>
                        </a:rPr>
                        <a:t>Begin</a:t>
                      </a:r>
                    </a:p>
                    <a:p>
                      <a:pPr algn="l"/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read(</a:t>
                      </a:r>
                      <a:r>
                        <a:rPr lang="en-US" sz="2000" b="1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A</a:t>
                      </a:r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algn="l"/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write(</a:t>
                      </a:r>
                      <a:r>
                        <a:rPr lang="en-US" sz="2000" b="1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A</a:t>
                      </a:r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algn="l"/>
                      <a:endParaRPr lang="en-US" sz="2000" b="0" i="0" kern="1200" dirty="0">
                        <a:solidFill>
                          <a:schemeClr val="tx1"/>
                        </a:solidFill>
                        <a:effectLst/>
                        <a:latin typeface="Palatino Linotype" panose="02040502050505030304" pitchFamily="18" charset="0"/>
                        <a:ea typeface="+mn-ea"/>
                        <a:cs typeface="+mn-cs"/>
                      </a:endParaRPr>
                    </a:p>
                    <a:p>
                      <a:pPr algn="l"/>
                      <a:endParaRPr lang="en-US" sz="2000" b="0" i="0" kern="1200" dirty="0">
                        <a:solidFill>
                          <a:schemeClr val="tx1"/>
                        </a:solidFill>
                        <a:effectLst/>
                        <a:latin typeface="Palatino Linotype" panose="02040502050505030304" pitchFamily="18" charset="0"/>
                        <a:ea typeface="+mn-ea"/>
                        <a:cs typeface="+mn-cs"/>
                      </a:endParaRPr>
                    </a:p>
                    <a:p>
                      <a:pPr algn="l"/>
                      <a:endParaRPr lang="en-US" sz="2000" b="0" i="0" kern="1200" dirty="0">
                        <a:solidFill>
                          <a:schemeClr val="tx1"/>
                        </a:solidFill>
                        <a:effectLst/>
                        <a:latin typeface="Palatino Linotype" panose="02040502050505030304" pitchFamily="18" charset="0"/>
                        <a:ea typeface="+mn-ea"/>
                        <a:cs typeface="+mn-cs"/>
                      </a:endParaRPr>
                    </a:p>
                    <a:p>
                      <a:pPr algn="l"/>
                      <a:endParaRPr lang="en-US" sz="2000" b="0" i="0" kern="1200" dirty="0">
                        <a:solidFill>
                          <a:schemeClr val="tx1"/>
                        </a:solidFill>
                        <a:effectLst/>
                        <a:latin typeface="Palatino Linotype" panose="02040502050505030304" pitchFamily="18" charset="0"/>
                        <a:ea typeface="+mn-ea"/>
                        <a:cs typeface="+mn-cs"/>
                      </a:endParaRPr>
                    </a:p>
                    <a:p>
                      <a:pPr algn="l"/>
                      <a:endParaRPr lang="en-US" sz="2000" b="0" i="0" kern="1200" dirty="0">
                        <a:solidFill>
                          <a:schemeClr val="tx1"/>
                        </a:solidFill>
                        <a:effectLst/>
                        <a:latin typeface="Palatino Linotype" panose="02040502050505030304" pitchFamily="18" charset="0"/>
                        <a:ea typeface="+mn-ea"/>
                        <a:cs typeface="+mn-cs"/>
                      </a:endParaRPr>
                    </a:p>
                    <a:p>
                      <a:pPr algn="l"/>
                      <a:endParaRPr lang="en-US" sz="2000" b="0" i="0" kern="1200" dirty="0">
                        <a:solidFill>
                          <a:schemeClr val="tx1"/>
                        </a:solidFill>
                        <a:effectLst/>
                        <a:latin typeface="Palatino Linotype" panose="02040502050505030304" pitchFamily="18" charset="0"/>
                        <a:ea typeface="+mn-ea"/>
                        <a:cs typeface="+mn-cs"/>
                      </a:endParaRPr>
                    </a:p>
                    <a:p>
                      <a:pPr algn="l"/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read(</a:t>
                      </a:r>
                      <a:r>
                        <a:rPr lang="en-US" sz="2000" b="1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B</a:t>
                      </a:r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algn="l"/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write(</a:t>
                      </a:r>
                      <a:r>
                        <a:rPr lang="en-US" sz="2000" b="1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B</a:t>
                      </a:r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algn="l"/>
                      <a:r>
                        <a:rPr lang="en-US" sz="2000" b="1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End</a:t>
                      </a: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b="1" i="0" dirty="0">
                          <a:solidFill>
                            <a:schemeClr val="tx1"/>
                          </a:solidFill>
                          <a:latin typeface="Palatino Linotype" panose="02040502050505030304" pitchFamily="18" charset="0"/>
                        </a:rPr>
                        <a:t>T2:</a:t>
                      </a:r>
                    </a:p>
                    <a:p>
                      <a:pPr algn="l"/>
                      <a:endParaRPr lang="en-US" sz="2000" b="0" i="0" dirty="0">
                        <a:solidFill>
                          <a:schemeClr val="tx1"/>
                        </a:solidFill>
                        <a:latin typeface="Palatino Linotype" panose="02040502050505030304" pitchFamily="18" charset="0"/>
                      </a:endParaRPr>
                    </a:p>
                    <a:p>
                      <a:pPr algn="l"/>
                      <a:endParaRPr lang="en-US" sz="2000" b="0" i="0" dirty="0">
                        <a:solidFill>
                          <a:schemeClr val="tx1"/>
                        </a:solidFill>
                        <a:latin typeface="Palatino Linotype" panose="02040502050505030304" pitchFamily="18" charset="0"/>
                      </a:endParaRPr>
                    </a:p>
                    <a:p>
                      <a:pPr algn="l"/>
                      <a:endParaRPr lang="en-US" sz="2000" b="0" i="0" dirty="0">
                        <a:solidFill>
                          <a:schemeClr val="tx1"/>
                        </a:solidFill>
                        <a:latin typeface="Palatino Linotype" panose="02040502050505030304" pitchFamily="18" charset="0"/>
                      </a:endParaRPr>
                    </a:p>
                    <a:p>
                      <a:pPr algn="l"/>
                      <a:endParaRPr lang="en-US" sz="2000" b="0" i="0" dirty="0">
                        <a:solidFill>
                          <a:schemeClr val="tx1"/>
                        </a:solidFill>
                        <a:latin typeface="Palatino Linotype" panose="02040502050505030304" pitchFamily="18" charset="0"/>
                      </a:endParaRPr>
                    </a:p>
                    <a:p>
                      <a:pPr algn="l"/>
                      <a:r>
                        <a:rPr lang="en-US" sz="2000" b="1" i="0" dirty="0">
                          <a:solidFill>
                            <a:schemeClr val="tx1"/>
                          </a:solidFill>
                          <a:latin typeface="Palatino Linotype" panose="02040502050505030304" pitchFamily="18" charset="0"/>
                        </a:rPr>
                        <a:t>Begin</a:t>
                      </a:r>
                    </a:p>
                    <a:p>
                      <a:pPr algn="l"/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read(</a:t>
                      </a:r>
                      <a:r>
                        <a:rPr lang="en-US" sz="2000" b="1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A</a:t>
                      </a:r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algn="l"/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write(</a:t>
                      </a:r>
                      <a:r>
                        <a:rPr lang="en-US" sz="2000" b="1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A</a:t>
                      </a:r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)</a:t>
                      </a:r>
                      <a:endParaRPr lang="en-US" sz="2000" b="0" i="0" dirty="0">
                        <a:solidFill>
                          <a:schemeClr val="tx1"/>
                        </a:solidFill>
                        <a:latin typeface="Palatino Linotype" panose="02040502050505030304" pitchFamily="18" charset="0"/>
                      </a:endParaRPr>
                    </a:p>
                    <a:p>
                      <a:pPr algn="l"/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read(</a:t>
                      </a:r>
                      <a:r>
                        <a:rPr lang="en-US" sz="2000" b="1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B</a:t>
                      </a:r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algn="l"/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write(</a:t>
                      </a:r>
                      <a:r>
                        <a:rPr lang="en-US" sz="2000" b="1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B</a:t>
                      </a:r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algn="l"/>
                      <a:r>
                        <a:rPr lang="en-US" sz="2000" b="1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End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7499455"/>
                  </a:ext>
                </a:extLst>
              </a:tr>
            </a:tbl>
          </a:graphicData>
        </a:graphic>
      </p:graphicFrame>
      <p:grpSp>
        <p:nvGrpSpPr>
          <p:cNvPr id="8" name="Group 7">
            <a:extLst>
              <a:ext uri="{FF2B5EF4-FFF2-40B4-BE49-F238E27FC236}">
                <a16:creationId xmlns:a16="http://schemas.microsoft.com/office/drawing/2014/main" id="{6C5DBCD1-033D-B717-5E64-EDB4872378F9}"/>
              </a:ext>
            </a:extLst>
          </p:cNvPr>
          <p:cNvGrpSpPr/>
          <p:nvPr/>
        </p:nvGrpSpPr>
        <p:grpSpPr>
          <a:xfrm>
            <a:off x="838200" y="1468264"/>
            <a:ext cx="817645" cy="4531885"/>
            <a:chOff x="272373" y="1701579"/>
            <a:chExt cx="817645" cy="4531885"/>
          </a:xfrm>
        </p:grpSpPr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6EBF5886-D8D9-CD71-49B0-76D881E23944}"/>
                </a:ext>
              </a:extLst>
            </p:cNvPr>
            <p:cNvCxnSpPr>
              <a:cxnSpLocks/>
            </p:cNvCxnSpPr>
            <p:nvPr/>
          </p:nvCxnSpPr>
          <p:spPr>
            <a:xfrm>
              <a:off x="1081378" y="1701579"/>
              <a:ext cx="0" cy="4531885"/>
            </a:xfrm>
            <a:prstGeom prst="straightConnector1">
              <a:avLst/>
            </a:prstGeom>
            <a:ln w="31750">
              <a:solidFill>
                <a:schemeClr val="accent2">
                  <a:lumMod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D853DD30-9B95-70B9-C937-1A038FAB3B37}"/>
                </a:ext>
              </a:extLst>
            </p:cNvPr>
            <p:cNvSpPr txBox="1"/>
            <p:nvPr/>
          </p:nvSpPr>
          <p:spPr>
            <a:xfrm>
              <a:off x="272373" y="3501634"/>
              <a:ext cx="817645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b="1" dirty="0">
                  <a:solidFill>
                    <a:schemeClr val="accent2">
                      <a:lumMod val="50000"/>
                    </a:schemeClr>
                  </a:solidFill>
                  <a:latin typeface="Palatino Linotype" panose="02040502050505030304" pitchFamily="18" charset="0"/>
                </a:rPr>
                <a:t>Time</a:t>
              </a:r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8EE5B2DF-886C-98D2-441F-14AD84081F9F}"/>
              </a:ext>
            </a:extLst>
          </p:cNvPr>
          <p:cNvGrpSpPr/>
          <p:nvPr/>
        </p:nvGrpSpPr>
        <p:grpSpPr>
          <a:xfrm>
            <a:off x="8636081" y="1993996"/>
            <a:ext cx="544749" cy="505838"/>
            <a:chOff x="7694579" y="1916350"/>
            <a:chExt cx="544749" cy="505838"/>
          </a:xfrm>
        </p:grpSpPr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F837EF9E-D9CB-729B-4E68-AD83C8AB581A}"/>
                </a:ext>
              </a:extLst>
            </p:cNvPr>
            <p:cNvSpPr/>
            <p:nvPr/>
          </p:nvSpPr>
          <p:spPr>
            <a:xfrm>
              <a:off x="7694579" y="1916350"/>
              <a:ext cx="544749" cy="505838"/>
            </a:xfrm>
            <a:prstGeom prst="ellipse">
              <a:avLst/>
            </a:prstGeom>
            <a:noFill/>
            <a:ln w="254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A4811E7F-BE3E-49BE-7CF6-1C86001B4C2C}"/>
                </a:ext>
              </a:extLst>
            </p:cNvPr>
            <p:cNvSpPr txBox="1"/>
            <p:nvPr/>
          </p:nvSpPr>
          <p:spPr>
            <a:xfrm>
              <a:off x="7751409" y="1969214"/>
              <a:ext cx="47000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>
                  <a:latin typeface="Palatino Linotype" panose="02040502050505030304" pitchFamily="18" charset="0"/>
                </a:rPr>
                <a:t>T1</a:t>
              </a: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7EED1CB9-7D2B-1630-C083-6E18BAF8DCF4}"/>
              </a:ext>
            </a:extLst>
          </p:cNvPr>
          <p:cNvGrpSpPr/>
          <p:nvPr/>
        </p:nvGrpSpPr>
        <p:grpSpPr>
          <a:xfrm>
            <a:off x="10570350" y="1993996"/>
            <a:ext cx="544749" cy="505838"/>
            <a:chOff x="7694579" y="1916350"/>
            <a:chExt cx="544749" cy="505838"/>
          </a:xfrm>
        </p:grpSpPr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865FDCA2-35F3-AE79-1A5D-0616C724FCC1}"/>
                </a:ext>
              </a:extLst>
            </p:cNvPr>
            <p:cNvSpPr/>
            <p:nvPr/>
          </p:nvSpPr>
          <p:spPr>
            <a:xfrm>
              <a:off x="7694579" y="1916350"/>
              <a:ext cx="544749" cy="505838"/>
            </a:xfrm>
            <a:prstGeom prst="ellipse">
              <a:avLst/>
            </a:prstGeom>
            <a:noFill/>
            <a:ln w="254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334442DD-A60E-B05F-9462-8FA8BC1E4A4C}"/>
                </a:ext>
              </a:extLst>
            </p:cNvPr>
            <p:cNvSpPr txBox="1"/>
            <p:nvPr/>
          </p:nvSpPr>
          <p:spPr>
            <a:xfrm>
              <a:off x="7751409" y="1969214"/>
              <a:ext cx="47000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>
                  <a:latin typeface="Palatino Linotype" panose="02040502050505030304" pitchFamily="18" charset="0"/>
                </a:rPr>
                <a:t>T2</a:t>
              </a:r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9925AD88-364A-D529-03FF-5EC60509ADCF}"/>
              </a:ext>
            </a:extLst>
          </p:cNvPr>
          <p:cNvSpPr txBox="1"/>
          <p:nvPr/>
        </p:nvSpPr>
        <p:spPr>
          <a:xfrm>
            <a:off x="1532120" y="6276470"/>
            <a:ext cx="351653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  <a:latin typeface="Palatino Linotype" panose="02040502050505030304" pitchFamily="18" charset="0"/>
              </a:rPr>
              <a:t>W-R and W-W Conflicts</a:t>
            </a: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B8CBC327-C68A-BC02-33C3-3FAD7262D762}"/>
              </a:ext>
            </a:extLst>
          </p:cNvPr>
          <p:cNvGrpSpPr/>
          <p:nvPr/>
        </p:nvGrpSpPr>
        <p:grpSpPr>
          <a:xfrm>
            <a:off x="8870216" y="1453259"/>
            <a:ext cx="1822680" cy="468360"/>
            <a:chOff x="8870216" y="1453259"/>
            <a:chExt cx="1822680" cy="468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D72F2FAE-A45C-7C0F-68F6-922837CC433F}"/>
                    </a:ext>
                  </a:extLst>
                </p14:cNvPr>
                <p14:cNvContentPartPr/>
                <p14:nvPr/>
              </p14:nvContentPartPr>
              <p14:xfrm>
                <a:off x="8870216" y="1453259"/>
                <a:ext cx="1812960" cy="46836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D72F2FAE-A45C-7C0F-68F6-922837CC433F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8864096" y="1447139"/>
                  <a:ext cx="1825200" cy="48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8F16EC35-4929-377D-C296-DCE1697DBCB0}"/>
                    </a:ext>
                  </a:extLst>
                </p14:cNvPr>
                <p14:cNvContentPartPr/>
                <p14:nvPr/>
              </p14:nvContentPartPr>
              <p14:xfrm>
                <a:off x="10469336" y="1659899"/>
                <a:ext cx="223560" cy="25524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8F16EC35-4929-377D-C296-DCE1697DBCB0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10463216" y="1653779"/>
                  <a:ext cx="235800" cy="267480"/>
                </a:xfrm>
                <a:prstGeom prst="rect">
                  <a:avLst/>
                </a:prstGeom>
              </p:spPr>
            </p:pic>
          </mc:Fallback>
        </mc:AlternateContent>
      </p:grp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000FDA2A-818F-12F2-BB9B-7130F995FDD8}"/>
              </a:ext>
            </a:extLst>
          </p:cNvPr>
          <p:cNvCxnSpPr/>
          <p:nvPr/>
        </p:nvCxnSpPr>
        <p:spPr>
          <a:xfrm>
            <a:off x="3103123" y="3044757"/>
            <a:ext cx="894945" cy="466928"/>
          </a:xfrm>
          <a:prstGeom prst="straightConnector1">
            <a:avLst/>
          </a:prstGeom>
          <a:ln w="31750">
            <a:solidFill>
              <a:srgbClr val="FF0000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5B664B93-D4B6-DC92-0F6F-4141AE0AFDDA}"/>
              </a:ext>
            </a:extLst>
          </p:cNvPr>
          <p:cNvCxnSpPr>
            <a:cxnSpLocks/>
          </p:cNvCxnSpPr>
          <p:nvPr/>
        </p:nvCxnSpPr>
        <p:spPr>
          <a:xfrm>
            <a:off x="3103122" y="3044757"/>
            <a:ext cx="894945" cy="807396"/>
          </a:xfrm>
          <a:prstGeom prst="straightConnector1">
            <a:avLst/>
          </a:prstGeom>
          <a:ln w="31750">
            <a:solidFill>
              <a:srgbClr val="FF0000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70360904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7233AE-5D6F-77AC-EE03-13E44A7AEB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1F48EA-ABFF-A583-DE1D-DA230F3029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905091"/>
          </a:xfrm>
        </p:spPr>
        <p:txBody>
          <a:bodyPr>
            <a:normAutofit/>
          </a:bodyPr>
          <a:lstStyle/>
          <a:p>
            <a:pPr algn="ctr"/>
            <a:r>
              <a:rPr lang="en-US" sz="4000" b="1" dirty="0">
                <a:latin typeface="Palatino Linotype" panose="02040502050505030304" pitchFamily="18" charset="0"/>
              </a:rPr>
              <a:t>Dependency Graphs Example II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9F0E132-750F-F1F9-20FA-C062950230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07290" y="6356350"/>
            <a:ext cx="2743200" cy="365125"/>
          </a:xfrm>
        </p:spPr>
        <p:txBody>
          <a:bodyPr/>
          <a:lstStyle/>
          <a:p>
            <a:fld id="{D0FE24AB-0A3D-3945-A314-A55A03C76B7E}" type="slidenum">
              <a:rPr lang="en-US" smtClean="0">
                <a:latin typeface="Palatino Linotype" panose="02040502050505030304" pitchFamily="18" charset="0"/>
              </a:rPr>
              <a:t>88</a:t>
            </a:fld>
            <a:endParaRPr lang="en-US" dirty="0">
              <a:latin typeface="Palatino Linotype" panose="02040502050505030304" pitchFamily="18" charset="0"/>
            </a:endParaRP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8D3838ED-2415-3302-AFFF-D3C0E1B16490}"/>
              </a:ext>
            </a:extLst>
          </p:cNvPr>
          <p:cNvGraphicFramePr>
            <a:graphicFrameLocks noGrp="1"/>
          </p:cNvGraphicFramePr>
          <p:nvPr/>
        </p:nvGraphicFramePr>
        <p:xfrm>
          <a:off x="2007041" y="1468264"/>
          <a:ext cx="3856382" cy="4358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79874">
                  <a:extLst>
                    <a:ext uri="{9D8B030D-6E8A-4147-A177-3AD203B41FA5}">
                      <a16:colId xmlns:a16="http://schemas.microsoft.com/office/drawing/2014/main" val="282134077"/>
                    </a:ext>
                  </a:extLst>
                </a:gridCol>
                <a:gridCol w="1876508">
                  <a:extLst>
                    <a:ext uri="{9D8B030D-6E8A-4147-A177-3AD203B41FA5}">
                      <a16:colId xmlns:a16="http://schemas.microsoft.com/office/drawing/2014/main" val="4206062769"/>
                    </a:ext>
                  </a:extLst>
                </a:gridCol>
              </a:tblGrid>
              <a:tr h="4235036">
                <a:tc>
                  <a:txBody>
                    <a:bodyPr/>
                    <a:lstStyle/>
                    <a:p>
                      <a:pPr algn="l"/>
                      <a:r>
                        <a:rPr lang="en-US" sz="2000" b="1" i="0" dirty="0">
                          <a:solidFill>
                            <a:schemeClr val="tx1"/>
                          </a:solidFill>
                          <a:latin typeface="Palatino Linotype" panose="02040502050505030304" pitchFamily="18" charset="0"/>
                        </a:rPr>
                        <a:t>T1:</a:t>
                      </a:r>
                    </a:p>
                    <a:p>
                      <a:pPr algn="l"/>
                      <a:endParaRPr lang="en-US" sz="2000" b="0" i="0" dirty="0">
                        <a:solidFill>
                          <a:schemeClr val="tx1"/>
                        </a:solidFill>
                        <a:latin typeface="Palatino Linotype" panose="02040502050505030304" pitchFamily="18" charset="0"/>
                      </a:endParaRPr>
                    </a:p>
                    <a:p>
                      <a:pPr algn="l"/>
                      <a:r>
                        <a:rPr lang="en-US" sz="2000" b="1" i="0" dirty="0">
                          <a:solidFill>
                            <a:schemeClr val="tx1"/>
                          </a:solidFill>
                          <a:latin typeface="Palatino Linotype" panose="02040502050505030304" pitchFamily="18" charset="0"/>
                        </a:rPr>
                        <a:t>Begin</a:t>
                      </a:r>
                    </a:p>
                    <a:p>
                      <a:pPr algn="l"/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read(</a:t>
                      </a:r>
                      <a:r>
                        <a:rPr lang="en-US" sz="2000" b="1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A</a:t>
                      </a:r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algn="l"/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write(</a:t>
                      </a:r>
                      <a:r>
                        <a:rPr lang="en-US" sz="2000" b="1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A</a:t>
                      </a:r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algn="l"/>
                      <a:endParaRPr lang="en-US" sz="2000" b="0" i="0" kern="1200" dirty="0">
                        <a:solidFill>
                          <a:schemeClr val="tx1"/>
                        </a:solidFill>
                        <a:effectLst/>
                        <a:latin typeface="Palatino Linotype" panose="02040502050505030304" pitchFamily="18" charset="0"/>
                        <a:ea typeface="+mn-ea"/>
                        <a:cs typeface="+mn-cs"/>
                      </a:endParaRPr>
                    </a:p>
                    <a:p>
                      <a:pPr algn="l"/>
                      <a:endParaRPr lang="en-US" sz="2000" b="0" i="0" kern="1200" dirty="0">
                        <a:solidFill>
                          <a:schemeClr val="tx1"/>
                        </a:solidFill>
                        <a:effectLst/>
                        <a:latin typeface="Palatino Linotype" panose="02040502050505030304" pitchFamily="18" charset="0"/>
                        <a:ea typeface="+mn-ea"/>
                        <a:cs typeface="+mn-cs"/>
                      </a:endParaRPr>
                    </a:p>
                    <a:p>
                      <a:pPr algn="l"/>
                      <a:endParaRPr lang="en-US" sz="2000" b="0" i="0" kern="1200" dirty="0">
                        <a:solidFill>
                          <a:schemeClr val="tx1"/>
                        </a:solidFill>
                        <a:effectLst/>
                        <a:latin typeface="Palatino Linotype" panose="02040502050505030304" pitchFamily="18" charset="0"/>
                        <a:ea typeface="+mn-ea"/>
                        <a:cs typeface="+mn-cs"/>
                      </a:endParaRPr>
                    </a:p>
                    <a:p>
                      <a:pPr algn="l"/>
                      <a:endParaRPr lang="en-US" sz="2000" b="0" i="0" kern="1200" dirty="0">
                        <a:solidFill>
                          <a:schemeClr val="tx1"/>
                        </a:solidFill>
                        <a:effectLst/>
                        <a:latin typeface="Palatino Linotype" panose="02040502050505030304" pitchFamily="18" charset="0"/>
                        <a:ea typeface="+mn-ea"/>
                        <a:cs typeface="+mn-cs"/>
                      </a:endParaRPr>
                    </a:p>
                    <a:p>
                      <a:pPr algn="l"/>
                      <a:endParaRPr lang="en-US" sz="2000" b="0" i="0" kern="1200" dirty="0">
                        <a:solidFill>
                          <a:schemeClr val="tx1"/>
                        </a:solidFill>
                        <a:effectLst/>
                        <a:latin typeface="Palatino Linotype" panose="02040502050505030304" pitchFamily="18" charset="0"/>
                        <a:ea typeface="+mn-ea"/>
                        <a:cs typeface="+mn-cs"/>
                      </a:endParaRPr>
                    </a:p>
                    <a:p>
                      <a:pPr algn="l"/>
                      <a:endParaRPr lang="en-US" sz="2000" b="0" i="0" kern="1200" dirty="0">
                        <a:solidFill>
                          <a:schemeClr val="tx1"/>
                        </a:solidFill>
                        <a:effectLst/>
                        <a:latin typeface="Palatino Linotype" panose="02040502050505030304" pitchFamily="18" charset="0"/>
                        <a:ea typeface="+mn-ea"/>
                        <a:cs typeface="+mn-cs"/>
                      </a:endParaRPr>
                    </a:p>
                    <a:p>
                      <a:pPr algn="l"/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read(</a:t>
                      </a:r>
                      <a:r>
                        <a:rPr lang="en-US" sz="2000" b="1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B</a:t>
                      </a:r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algn="l"/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write(</a:t>
                      </a:r>
                      <a:r>
                        <a:rPr lang="en-US" sz="2000" b="1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B</a:t>
                      </a:r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algn="l"/>
                      <a:r>
                        <a:rPr lang="en-US" sz="2000" b="1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End</a:t>
                      </a: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b="1" i="0" dirty="0">
                          <a:solidFill>
                            <a:schemeClr val="tx1"/>
                          </a:solidFill>
                          <a:latin typeface="Palatino Linotype" panose="02040502050505030304" pitchFamily="18" charset="0"/>
                        </a:rPr>
                        <a:t>T2:</a:t>
                      </a:r>
                    </a:p>
                    <a:p>
                      <a:pPr algn="l"/>
                      <a:endParaRPr lang="en-US" sz="2000" b="0" i="0" dirty="0">
                        <a:solidFill>
                          <a:schemeClr val="tx1"/>
                        </a:solidFill>
                        <a:latin typeface="Palatino Linotype" panose="02040502050505030304" pitchFamily="18" charset="0"/>
                      </a:endParaRPr>
                    </a:p>
                    <a:p>
                      <a:pPr algn="l"/>
                      <a:endParaRPr lang="en-US" sz="2000" b="0" i="0" dirty="0">
                        <a:solidFill>
                          <a:schemeClr val="tx1"/>
                        </a:solidFill>
                        <a:latin typeface="Palatino Linotype" panose="02040502050505030304" pitchFamily="18" charset="0"/>
                      </a:endParaRPr>
                    </a:p>
                    <a:p>
                      <a:pPr algn="l"/>
                      <a:endParaRPr lang="en-US" sz="2000" b="0" i="0" dirty="0">
                        <a:solidFill>
                          <a:schemeClr val="tx1"/>
                        </a:solidFill>
                        <a:latin typeface="Palatino Linotype" panose="02040502050505030304" pitchFamily="18" charset="0"/>
                      </a:endParaRPr>
                    </a:p>
                    <a:p>
                      <a:pPr algn="l"/>
                      <a:endParaRPr lang="en-US" sz="2000" b="0" i="0" dirty="0">
                        <a:solidFill>
                          <a:schemeClr val="tx1"/>
                        </a:solidFill>
                        <a:latin typeface="Palatino Linotype" panose="02040502050505030304" pitchFamily="18" charset="0"/>
                      </a:endParaRPr>
                    </a:p>
                    <a:p>
                      <a:pPr algn="l"/>
                      <a:r>
                        <a:rPr lang="en-US" sz="2000" b="1" i="0" dirty="0">
                          <a:solidFill>
                            <a:schemeClr val="tx1"/>
                          </a:solidFill>
                          <a:latin typeface="Palatino Linotype" panose="02040502050505030304" pitchFamily="18" charset="0"/>
                        </a:rPr>
                        <a:t>Begin</a:t>
                      </a:r>
                    </a:p>
                    <a:p>
                      <a:pPr algn="l"/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read(</a:t>
                      </a:r>
                      <a:r>
                        <a:rPr lang="en-US" sz="2000" b="1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A</a:t>
                      </a:r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algn="l"/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write(</a:t>
                      </a:r>
                      <a:r>
                        <a:rPr lang="en-US" sz="2000" b="1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A</a:t>
                      </a:r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)</a:t>
                      </a:r>
                      <a:endParaRPr lang="en-US" sz="2000" b="0" i="0" dirty="0">
                        <a:solidFill>
                          <a:schemeClr val="tx1"/>
                        </a:solidFill>
                        <a:latin typeface="Palatino Linotype" panose="02040502050505030304" pitchFamily="18" charset="0"/>
                      </a:endParaRPr>
                    </a:p>
                    <a:p>
                      <a:pPr algn="l"/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read(</a:t>
                      </a:r>
                      <a:r>
                        <a:rPr lang="en-US" sz="2000" b="1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B</a:t>
                      </a:r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algn="l"/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write(</a:t>
                      </a:r>
                      <a:r>
                        <a:rPr lang="en-US" sz="2000" b="1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B</a:t>
                      </a:r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algn="l"/>
                      <a:r>
                        <a:rPr lang="en-US" sz="2000" b="1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End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7499455"/>
                  </a:ext>
                </a:extLst>
              </a:tr>
            </a:tbl>
          </a:graphicData>
        </a:graphic>
      </p:graphicFrame>
      <p:grpSp>
        <p:nvGrpSpPr>
          <p:cNvPr id="8" name="Group 7">
            <a:extLst>
              <a:ext uri="{FF2B5EF4-FFF2-40B4-BE49-F238E27FC236}">
                <a16:creationId xmlns:a16="http://schemas.microsoft.com/office/drawing/2014/main" id="{A096161E-C96D-2C38-05CD-5FB3E20B3DD2}"/>
              </a:ext>
            </a:extLst>
          </p:cNvPr>
          <p:cNvGrpSpPr/>
          <p:nvPr/>
        </p:nvGrpSpPr>
        <p:grpSpPr>
          <a:xfrm>
            <a:off x="838200" y="1468264"/>
            <a:ext cx="817645" cy="4531885"/>
            <a:chOff x="272373" y="1701579"/>
            <a:chExt cx="817645" cy="4531885"/>
          </a:xfrm>
        </p:grpSpPr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B6389373-99A7-C921-7F78-A11EE4234CAA}"/>
                </a:ext>
              </a:extLst>
            </p:cNvPr>
            <p:cNvCxnSpPr>
              <a:cxnSpLocks/>
            </p:cNvCxnSpPr>
            <p:nvPr/>
          </p:nvCxnSpPr>
          <p:spPr>
            <a:xfrm>
              <a:off x="1081378" y="1701579"/>
              <a:ext cx="0" cy="4531885"/>
            </a:xfrm>
            <a:prstGeom prst="straightConnector1">
              <a:avLst/>
            </a:prstGeom>
            <a:ln w="31750">
              <a:solidFill>
                <a:schemeClr val="accent2">
                  <a:lumMod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3C5E0FA2-4E78-F3FB-0C7E-91A5EA68D5B6}"/>
                </a:ext>
              </a:extLst>
            </p:cNvPr>
            <p:cNvSpPr txBox="1"/>
            <p:nvPr/>
          </p:nvSpPr>
          <p:spPr>
            <a:xfrm>
              <a:off x="272373" y="3501634"/>
              <a:ext cx="817645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b="1" dirty="0">
                  <a:solidFill>
                    <a:schemeClr val="accent2">
                      <a:lumMod val="50000"/>
                    </a:schemeClr>
                  </a:solidFill>
                  <a:latin typeface="Palatino Linotype" panose="02040502050505030304" pitchFamily="18" charset="0"/>
                </a:rPr>
                <a:t>Time</a:t>
              </a:r>
            </a:p>
          </p:txBody>
        </p:sp>
      </p:grp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FB4F6B81-CC90-9733-F758-0CE5A613272F}"/>
              </a:ext>
            </a:extLst>
          </p:cNvPr>
          <p:cNvCxnSpPr>
            <a:cxnSpLocks/>
          </p:cNvCxnSpPr>
          <p:nvPr/>
        </p:nvCxnSpPr>
        <p:spPr>
          <a:xfrm flipV="1">
            <a:off x="2957209" y="4387174"/>
            <a:ext cx="1040859" cy="612843"/>
          </a:xfrm>
          <a:prstGeom prst="straightConnector1">
            <a:avLst/>
          </a:prstGeom>
          <a:ln w="31750">
            <a:solidFill>
              <a:srgbClr val="FF0000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F93DBEFB-A5A5-F1AD-B4E9-526B46841E95}"/>
              </a:ext>
            </a:extLst>
          </p:cNvPr>
          <p:cNvSpPr txBox="1"/>
          <p:nvPr/>
        </p:nvSpPr>
        <p:spPr>
          <a:xfrm>
            <a:off x="1532120" y="6276470"/>
            <a:ext cx="351653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  <a:latin typeface="Palatino Linotype" panose="02040502050505030304" pitchFamily="18" charset="0"/>
              </a:rPr>
              <a:t>W-R and W-W Conflicts</a:t>
            </a: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96BBD6CB-A4EC-5081-5FE9-6FF89BF3A4B7}"/>
              </a:ext>
            </a:extLst>
          </p:cNvPr>
          <p:cNvGrpSpPr/>
          <p:nvPr/>
        </p:nvGrpSpPr>
        <p:grpSpPr>
          <a:xfrm>
            <a:off x="8636081" y="1993996"/>
            <a:ext cx="544749" cy="505838"/>
            <a:chOff x="7694579" y="1916350"/>
            <a:chExt cx="544749" cy="505838"/>
          </a:xfrm>
        </p:grpSpPr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B3F2462F-DD2C-4FF3-E700-DF660AD77313}"/>
                </a:ext>
              </a:extLst>
            </p:cNvPr>
            <p:cNvSpPr/>
            <p:nvPr/>
          </p:nvSpPr>
          <p:spPr>
            <a:xfrm>
              <a:off x="7694579" y="1916350"/>
              <a:ext cx="544749" cy="505838"/>
            </a:xfrm>
            <a:prstGeom prst="ellipse">
              <a:avLst/>
            </a:prstGeom>
            <a:noFill/>
            <a:ln w="254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81A331FA-D8E5-C0B1-0D9D-2B7C5F630992}"/>
                </a:ext>
              </a:extLst>
            </p:cNvPr>
            <p:cNvSpPr txBox="1"/>
            <p:nvPr/>
          </p:nvSpPr>
          <p:spPr>
            <a:xfrm>
              <a:off x="7751409" y="1969214"/>
              <a:ext cx="47000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>
                  <a:latin typeface="Palatino Linotype" panose="02040502050505030304" pitchFamily="18" charset="0"/>
                </a:rPr>
                <a:t>T1</a:t>
              </a:r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0DF54C12-2C0D-1275-E098-3EBDFD654F11}"/>
              </a:ext>
            </a:extLst>
          </p:cNvPr>
          <p:cNvGrpSpPr/>
          <p:nvPr/>
        </p:nvGrpSpPr>
        <p:grpSpPr>
          <a:xfrm>
            <a:off x="10570350" y="1993996"/>
            <a:ext cx="544749" cy="505838"/>
            <a:chOff x="7694579" y="1916350"/>
            <a:chExt cx="544749" cy="505838"/>
          </a:xfrm>
        </p:grpSpPr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8ADA0072-9AC6-2DCB-F1AB-222B2ED6E9A6}"/>
                </a:ext>
              </a:extLst>
            </p:cNvPr>
            <p:cNvSpPr/>
            <p:nvPr/>
          </p:nvSpPr>
          <p:spPr>
            <a:xfrm>
              <a:off x="7694579" y="1916350"/>
              <a:ext cx="544749" cy="505838"/>
            </a:xfrm>
            <a:prstGeom prst="ellipse">
              <a:avLst/>
            </a:prstGeom>
            <a:noFill/>
            <a:ln w="254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44330756-862E-8F60-29AA-741FF16B87D9}"/>
                </a:ext>
              </a:extLst>
            </p:cNvPr>
            <p:cNvSpPr txBox="1"/>
            <p:nvPr/>
          </p:nvSpPr>
          <p:spPr>
            <a:xfrm>
              <a:off x="7751409" y="1969214"/>
              <a:ext cx="47000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>
                  <a:latin typeface="Palatino Linotype" panose="02040502050505030304" pitchFamily="18" charset="0"/>
                </a:rPr>
                <a:t>T2</a:t>
              </a: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2E6E7C77-DD65-8660-911A-A01EDDDD691F}"/>
              </a:ext>
            </a:extLst>
          </p:cNvPr>
          <p:cNvGrpSpPr/>
          <p:nvPr/>
        </p:nvGrpSpPr>
        <p:grpSpPr>
          <a:xfrm>
            <a:off x="8870216" y="1453259"/>
            <a:ext cx="1822680" cy="468360"/>
            <a:chOff x="8870216" y="1453259"/>
            <a:chExt cx="1822680" cy="468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357D979D-CC44-EE86-7437-F0CE2D8ABE86}"/>
                    </a:ext>
                  </a:extLst>
                </p14:cNvPr>
                <p14:cNvContentPartPr/>
                <p14:nvPr/>
              </p14:nvContentPartPr>
              <p14:xfrm>
                <a:off x="8870216" y="1453259"/>
                <a:ext cx="1812960" cy="46836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357D979D-CC44-EE86-7437-F0CE2D8ABE86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8864096" y="1447139"/>
                  <a:ext cx="1825200" cy="48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75E0593D-E2B4-0D4E-F019-9D7814BF908A}"/>
                    </a:ext>
                  </a:extLst>
                </p14:cNvPr>
                <p14:cNvContentPartPr/>
                <p14:nvPr/>
              </p14:nvContentPartPr>
              <p14:xfrm>
                <a:off x="10469336" y="1659899"/>
                <a:ext cx="223560" cy="25524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75E0593D-E2B4-0D4E-F019-9D7814BF908A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10463216" y="1653779"/>
                  <a:ext cx="235800" cy="2674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31" name="Ink 30">
                <a:extLst>
                  <a:ext uri="{FF2B5EF4-FFF2-40B4-BE49-F238E27FC236}">
                    <a16:creationId xmlns:a16="http://schemas.microsoft.com/office/drawing/2014/main" id="{84C64F22-7D84-7061-19FF-D46175974315}"/>
                  </a:ext>
                </a:extLst>
              </p14:cNvPr>
              <p14:cNvContentPartPr/>
              <p14:nvPr/>
            </p14:nvContentPartPr>
            <p14:xfrm>
              <a:off x="8976416" y="2524979"/>
              <a:ext cx="1747080" cy="541440"/>
            </p14:xfrm>
          </p:contentPart>
        </mc:Choice>
        <mc:Fallback xmlns="">
          <p:pic>
            <p:nvPicPr>
              <p:cNvPr id="31" name="Ink 30">
                <a:extLst>
                  <a:ext uri="{FF2B5EF4-FFF2-40B4-BE49-F238E27FC236}">
                    <a16:creationId xmlns:a16="http://schemas.microsoft.com/office/drawing/2014/main" id="{84C64F22-7D84-7061-19FF-D46175974315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8970296" y="2518859"/>
                <a:ext cx="1759320" cy="553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32" name="Ink 31">
                <a:extLst>
                  <a:ext uri="{FF2B5EF4-FFF2-40B4-BE49-F238E27FC236}">
                    <a16:creationId xmlns:a16="http://schemas.microsoft.com/office/drawing/2014/main" id="{8D8C9C8E-0AF9-15F1-813C-89530C0138A7}"/>
                  </a:ext>
                </a:extLst>
              </p14:cNvPr>
              <p14:cNvContentPartPr/>
              <p14:nvPr/>
            </p14:nvContentPartPr>
            <p14:xfrm>
              <a:off x="8957696" y="2584739"/>
              <a:ext cx="241920" cy="249840"/>
            </p14:xfrm>
          </p:contentPart>
        </mc:Choice>
        <mc:Fallback xmlns="">
          <p:pic>
            <p:nvPicPr>
              <p:cNvPr id="32" name="Ink 31">
                <a:extLst>
                  <a:ext uri="{FF2B5EF4-FFF2-40B4-BE49-F238E27FC236}">
                    <a16:creationId xmlns:a16="http://schemas.microsoft.com/office/drawing/2014/main" id="{8D8C9C8E-0AF9-15F1-813C-89530C0138A7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8951576" y="2578619"/>
                <a:ext cx="254160" cy="262080"/>
              </a:xfrm>
              <a:prstGeom prst="rect">
                <a:avLst/>
              </a:prstGeom>
            </p:spPr>
          </p:pic>
        </mc:Fallback>
      </mc:AlternateContent>
      <p:sp>
        <p:nvSpPr>
          <p:cNvPr id="33" name="TextBox 32">
            <a:extLst>
              <a:ext uri="{FF2B5EF4-FFF2-40B4-BE49-F238E27FC236}">
                <a16:creationId xmlns:a16="http://schemas.microsoft.com/office/drawing/2014/main" id="{6B7B0D84-C200-3536-71D5-63E2F48962AF}"/>
              </a:ext>
            </a:extLst>
          </p:cNvPr>
          <p:cNvSpPr txBox="1"/>
          <p:nvPr/>
        </p:nvSpPr>
        <p:spPr>
          <a:xfrm>
            <a:off x="8426691" y="4776281"/>
            <a:ext cx="226620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  <a:latin typeface="Palatino Linotype" panose="02040502050505030304" pitchFamily="18" charset="0"/>
              </a:rPr>
              <a:t>Conflict Cycle!</a:t>
            </a:r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81D65056-FE4F-6B70-9FF2-9162B34F80D0}"/>
              </a:ext>
            </a:extLst>
          </p:cNvPr>
          <p:cNvCxnSpPr/>
          <p:nvPr/>
        </p:nvCxnSpPr>
        <p:spPr>
          <a:xfrm>
            <a:off x="3103123" y="3044757"/>
            <a:ext cx="894945" cy="466928"/>
          </a:xfrm>
          <a:prstGeom prst="straightConnector1">
            <a:avLst/>
          </a:prstGeom>
          <a:ln w="31750">
            <a:solidFill>
              <a:srgbClr val="FF0000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F47B41B0-741D-5F2F-A9B0-DCFE92CAC991}"/>
              </a:ext>
            </a:extLst>
          </p:cNvPr>
          <p:cNvCxnSpPr>
            <a:cxnSpLocks/>
          </p:cNvCxnSpPr>
          <p:nvPr/>
        </p:nvCxnSpPr>
        <p:spPr>
          <a:xfrm>
            <a:off x="3103122" y="3044757"/>
            <a:ext cx="894945" cy="807396"/>
          </a:xfrm>
          <a:prstGeom prst="straightConnector1">
            <a:avLst/>
          </a:prstGeom>
          <a:ln w="31750">
            <a:solidFill>
              <a:srgbClr val="FF0000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308D05FD-D28A-588D-CD77-E9A839D52466}"/>
              </a:ext>
            </a:extLst>
          </p:cNvPr>
          <p:cNvCxnSpPr>
            <a:cxnSpLocks/>
          </p:cNvCxnSpPr>
          <p:nvPr/>
        </p:nvCxnSpPr>
        <p:spPr>
          <a:xfrm flipV="1">
            <a:off x="3103122" y="4387174"/>
            <a:ext cx="894945" cy="850772"/>
          </a:xfrm>
          <a:prstGeom prst="straightConnector1">
            <a:avLst/>
          </a:prstGeom>
          <a:ln w="31750">
            <a:solidFill>
              <a:srgbClr val="FF0000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81044543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FCA675-6C55-345D-111B-6FE76C7C25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C7E1E9-CEDF-31E2-ED88-22F16A3BFB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905091"/>
          </a:xfrm>
        </p:spPr>
        <p:txBody>
          <a:bodyPr>
            <a:normAutofit/>
          </a:bodyPr>
          <a:lstStyle/>
          <a:p>
            <a:pPr algn="ctr"/>
            <a:r>
              <a:rPr lang="en-US" sz="4000" b="1" dirty="0">
                <a:latin typeface="Palatino Linotype" panose="02040502050505030304" pitchFamily="18" charset="0"/>
              </a:rPr>
              <a:t>Conflict Serializability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84B8C97-1F51-8D74-2F25-0B7B1F28C0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07290" y="6356350"/>
            <a:ext cx="2743200" cy="365125"/>
          </a:xfrm>
        </p:spPr>
        <p:txBody>
          <a:bodyPr/>
          <a:lstStyle/>
          <a:p>
            <a:fld id="{D0FE24AB-0A3D-3945-A314-A55A03C76B7E}" type="slidenum">
              <a:rPr lang="en-US" smtClean="0">
                <a:latin typeface="Palatino Linotype" panose="02040502050505030304" pitchFamily="18" charset="0"/>
              </a:rPr>
              <a:t>89</a:t>
            </a:fld>
            <a:endParaRPr lang="en-US" dirty="0">
              <a:latin typeface="Palatino Linotype" panose="0204050205050503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87271762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956E6C-FB2A-774C-BC73-74B002344F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A51A00-4357-44CE-D14A-7E6550ACE4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905091"/>
          </a:xfrm>
        </p:spPr>
        <p:txBody>
          <a:bodyPr>
            <a:normAutofit/>
          </a:bodyPr>
          <a:lstStyle/>
          <a:p>
            <a:pPr algn="ctr"/>
            <a:r>
              <a:rPr lang="en-US" sz="4000" b="1" dirty="0">
                <a:latin typeface="Palatino Linotype" panose="02040502050505030304" pitchFamily="18" charset="0"/>
              </a:rPr>
              <a:t>Conflict Serializability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A112CAC-71AD-E080-1D32-18BE9D7A14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07290" y="6356350"/>
            <a:ext cx="2743200" cy="365125"/>
          </a:xfrm>
        </p:spPr>
        <p:txBody>
          <a:bodyPr/>
          <a:lstStyle/>
          <a:p>
            <a:fld id="{D0FE24AB-0A3D-3945-A314-A55A03C76B7E}" type="slidenum">
              <a:rPr lang="en-US" smtClean="0">
                <a:latin typeface="Palatino Linotype" panose="02040502050505030304" pitchFamily="18" charset="0"/>
              </a:rPr>
              <a:t>90</a:t>
            </a:fld>
            <a:endParaRPr lang="en-US" dirty="0">
              <a:latin typeface="Palatino Linotype" panose="0204050205050503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2C57BC-8B0A-7130-E739-CEC9D85163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5215" y="1415586"/>
            <a:ext cx="11816785" cy="5043580"/>
          </a:xfrm>
        </p:spPr>
        <p:txBody>
          <a:bodyPr>
            <a:noAutofit/>
          </a:bodyPr>
          <a:lstStyle/>
          <a:p>
            <a:r>
              <a:rPr lang="en-US" sz="2400" dirty="0">
                <a:latin typeface="Palatino Linotype" panose="02040502050505030304" pitchFamily="18" charset="0"/>
              </a:rPr>
              <a:t>Two schedules are </a:t>
            </a:r>
            <a:r>
              <a:rPr lang="en-US" sz="2400" b="1" dirty="0">
                <a:latin typeface="Palatino Linotype" panose="02040502050505030304" pitchFamily="18" charset="0"/>
              </a:rPr>
              <a:t>conflict equivalent</a:t>
            </a:r>
            <a:r>
              <a:rPr lang="en-US" sz="2400" dirty="0">
                <a:latin typeface="Palatino Linotype" panose="02040502050505030304" pitchFamily="18" charset="0"/>
              </a:rPr>
              <a:t> if and only if:</a:t>
            </a:r>
          </a:p>
          <a:p>
            <a:pPr lvl="1"/>
            <a:r>
              <a:rPr lang="en-US" dirty="0">
                <a:latin typeface="Palatino Linotype" panose="02040502050505030304" pitchFamily="18" charset="0"/>
              </a:rPr>
              <a:t>They involve the </a:t>
            </a:r>
            <a:r>
              <a:rPr lang="en-US" b="1" dirty="0">
                <a:latin typeface="Palatino Linotype" panose="02040502050505030304" pitchFamily="18" charset="0"/>
              </a:rPr>
              <a:t>same actions </a:t>
            </a:r>
            <a:r>
              <a:rPr lang="en-US" dirty="0">
                <a:latin typeface="Palatino Linotype" panose="02040502050505030304" pitchFamily="18" charset="0"/>
              </a:rPr>
              <a:t>of the same transactions.</a:t>
            </a:r>
          </a:p>
          <a:p>
            <a:pPr lvl="1"/>
            <a:r>
              <a:rPr lang="en-US" dirty="0">
                <a:latin typeface="Palatino Linotype" panose="02040502050505030304" pitchFamily="18" charset="0"/>
              </a:rPr>
              <a:t>Every pair of conflicting actions is ordered the same way. </a:t>
            </a:r>
          </a:p>
          <a:p>
            <a:endParaRPr lang="en-US" sz="2400" dirty="0">
              <a:latin typeface="Palatino Linotype" panose="02040502050505030304" pitchFamily="18" charset="0"/>
            </a:endParaRPr>
          </a:p>
          <a:p>
            <a:r>
              <a:rPr lang="en-US" sz="2400" dirty="0">
                <a:latin typeface="Palatino Linotype" panose="02040502050505030304" pitchFamily="18" charset="0"/>
              </a:rPr>
              <a:t>A schedule S is </a:t>
            </a:r>
            <a:r>
              <a:rPr lang="en-US" sz="2400" b="1" dirty="0">
                <a:latin typeface="Palatino Linotype" panose="02040502050505030304" pitchFamily="18" charset="0"/>
              </a:rPr>
              <a:t>conflict serializable </a:t>
            </a:r>
            <a:r>
              <a:rPr lang="en-US" sz="2400" dirty="0">
                <a:latin typeface="Palatino Linotype" panose="02040502050505030304" pitchFamily="18" charset="0"/>
              </a:rPr>
              <a:t>if S is conflict equivalent to some serial schedule. </a:t>
            </a:r>
          </a:p>
          <a:p>
            <a:endParaRPr lang="en-US" sz="2400" dirty="0">
              <a:latin typeface="Palatino Linotype" panose="02040502050505030304" pitchFamily="18" charset="0"/>
            </a:endParaRPr>
          </a:p>
          <a:p>
            <a:r>
              <a:rPr lang="en-US" sz="2400" dirty="0">
                <a:latin typeface="Palatino Linotype" panose="02040502050505030304" pitchFamily="18" charset="0"/>
              </a:rPr>
              <a:t>You can </a:t>
            </a:r>
            <a:r>
              <a:rPr lang="en-US" sz="2400" b="1" dirty="0">
                <a:latin typeface="Palatino Linotype" panose="02040502050505030304" pitchFamily="18" charset="0"/>
              </a:rPr>
              <a:t>transform </a:t>
            </a:r>
            <a:r>
              <a:rPr lang="en-US" sz="2400" dirty="0">
                <a:latin typeface="Palatino Linotype" panose="02040502050505030304" pitchFamily="18" charset="0"/>
              </a:rPr>
              <a:t>a conflict serializable schedule S into a serial schedule by swapping consecutive non-conflicting operations of different transactions.</a:t>
            </a:r>
          </a:p>
          <a:p>
            <a:endParaRPr lang="en-US" sz="2400" dirty="0">
              <a:effectLst/>
              <a:latin typeface="Palatino Linotype" panose="02040502050505030304" pitchFamily="18" charset="0"/>
            </a:endParaRPr>
          </a:p>
          <a:p>
            <a:r>
              <a:rPr lang="en-US" sz="2400" dirty="0">
                <a:latin typeface="Palatino Linotype" panose="02040502050505030304" pitchFamily="18" charset="0"/>
              </a:rPr>
              <a:t>A schedule is conflict serializable </a:t>
            </a:r>
            <a:r>
              <a:rPr lang="en-US" sz="2400" dirty="0" err="1">
                <a:latin typeface="Palatino Linotype" panose="02040502050505030304" pitchFamily="18" charset="0"/>
              </a:rPr>
              <a:t>iff</a:t>
            </a:r>
            <a:r>
              <a:rPr lang="en-US" sz="2400" dirty="0">
                <a:latin typeface="Palatino Linotype" panose="02040502050505030304" pitchFamily="18" charset="0"/>
              </a:rPr>
              <a:t> its </a:t>
            </a:r>
            <a:r>
              <a:rPr lang="en-US" sz="2400" b="1" dirty="0">
                <a:latin typeface="Palatino Linotype" panose="02040502050505030304" pitchFamily="18" charset="0"/>
              </a:rPr>
              <a:t>dependency graph is acyclic</a:t>
            </a:r>
            <a:r>
              <a:rPr lang="en-US" sz="2400" dirty="0">
                <a:latin typeface="Palatino Linotype" panose="02040502050505030304" pitchFamily="18" charset="0"/>
              </a:rPr>
              <a:t>.</a:t>
            </a:r>
            <a:endParaRPr lang="en-US" sz="2400" dirty="0">
              <a:effectLst/>
              <a:latin typeface="Palatino Linotype" panose="0204050205050503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1650788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D00899-5361-AC70-87DF-AA84A9E9A9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6D09A3-3C7C-643A-9150-5CB7C1F995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905091"/>
          </a:xfrm>
        </p:spPr>
        <p:txBody>
          <a:bodyPr>
            <a:normAutofit/>
          </a:bodyPr>
          <a:lstStyle/>
          <a:p>
            <a:pPr algn="ctr"/>
            <a:r>
              <a:rPr lang="en-US" sz="4000" b="1" dirty="0">
                <a:latin typeface="Palatino Linotype" panose="02040502050505030304" pitchFamily="18" charset="0"/>
              </a:rPr>
              <a:t>Conflict Serializability: Example I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4BEB0A0-130D-8BEA-DBC7-3CA7DAA56C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07290" y="6356350"/>
            <a:ext cx="2743200" cy="365125"/>
          </a:xfrm>
        </p:spPr>
        <p:txBody>
          <a:bodyPr/>
          <a:lstStyle/>
          <a:p>
            <a:fld id="{D0FE24AB-0A3D-3945-A314-A55A03C76B7E}" type="slidenum">
              <a:rPr lang="en-US" smtClean="0">
                <a:latin typeface="Palatino Linotype" panose="02040502050505030304" pitchFamily="18" charset="0"/>
              </a:rPr>
              <a:t>91</a:t>
            </a:fld>
            <a:endParaRPr lang="en-US" dirty="0">
              <a:latin typeface="Palatino Linotype" panose="02040502050505030304" pitchFamily="18" charset="0"/>
            </a:endParaRP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747F0E84-05B0-15EC-DFE0-A8975AA69693}"/>
              </a:ext>
            </a:extLst>
          </p:cNvPr>
          <p:cNvGraphicFramePr>
            <a:graphicFrameLocks noGrp="1"/>
          </p:cNvGraphicFramePr>
          <p:nvPr/>
        </p:nvGraphicFramePr>
        <p:xfrm>
          <a:off x="2007041" y="1468264"/>
          <a:ext cx="3856382" cy="4358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79874">
                  <a:extLst>
                    <a:ext uri="{9D8B030D-6E8A-4147-A177-3AD203B41FA5}">
                      <a16:colId xmlns:a16="http://schemas.microsoft.com/office/drawing/2014/main" val="282134077"/>
                    </a:ext>
                  </a:extLst>
                </a:gridCol>
                <a:gridCol w="1876508">
                  <a:extLst>
                    <a:ext uri="{9D8B030D-6E8A-4147-A177-3AD203B41FA5}">
                      <a16:colId xmlns:a16="http://schemas.microsoft.com/office/drawing/2014/main" val="4206062769"/>
                    </a:ext>
                  </a:extLst>
                </a:gridCol>
              </a:tblGrid>
              <a:tr h="4235036">
                <a:tc>
                  <a:txBody>
                    <a:bodyPr/>
                    <a:lstStyle/>
                    <a:p>
                      <a:pPr algn="l"/>
                      <a:r>
                        <a:rPr lang="en-US" sz="2000" b="1" i="0" dirty="0">
                          <a:solidFill>
                            <a:schemeClr val="tx1"/>
                          </a:solidFill>
                          <a:latin typeface="Palatino Linotype" panose="02040502050505030304" pitchFamily="18" charset="0"/>
                        </a:rPr>
                        <a:t>T1:</a:t>
                      </a:r>
                    </a:p>
                    <a:p>
                      <a:pPr algn="l"/>
                      <a:endParaRPr lang="en-US" sz="2000" b="0" i="0" dirty="0">
                        <a:solidFill>
                          <a:schemeClr val="tx1"/>
                        </a:solidFill>
                        <a:latin typeface="Palatino Linotype" panose="02040502050505030304" pitchFamily="18" charset="0"/>
                      </a:endParaRPr>
                    </a:p>
                    <a:p>
                      <a:pPr algn="l"/>
                      <a:r>
                        <a:rPr lang="en-US" sz="2000" b="1" i="0" dirty="0">
                          <a:solidFill>
                            <a:schemeClr val="tx1"/>
                          </a:solidFill>
                          <a:latin typeface="Palatino Linotype" panose="02040502050505030304" pitchFamily="18" charset="0"/>
                        </a:rPr>
                        <a:t>Begin</a:t>
                      </a:r>
                    </a:p>
                    <a:p>
                      <a:pPr algn="l"/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read(</a:t>
                      </a:r>
                      <a:r>
                        <a:rPr lang="en-US" sz="2000" b="1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A</a:t>
                      </a:r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algn="l"/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write(</a:t>
                      </a:r>
                      <a:r>
                        <a:rPr lang="en-US" sz="2000" b="1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A</a:t>
                      </a:r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algn="l"/>
                      <a:endParaRPr lang="en-US" sz="2000" b="0" i="0" kern="1200" dirty="0">
                        <a:solidFill>
                          <a:schemeClr val="tx1"/>
                        </a:solidFill>
                        <a:effectLst/>
                        <a:latin typeface="Palatino Linotype" panose="02040502050505030304" pitchFamily="18" charset="0"/>
                        <a:ea typeface="+mn-ea"/>
                        <a:cs typeface="+mn-cs"/>
                      </a:endParaRPr>
                    </a:p>
                    <a:p>
                      <a:pPr algn="l"/>
                      <a:endParaRPr lang="en-US" sz="2000" b="0" i="0" kern="1200" dirty="0">
                        <a:solidFill>
                          <a:schemeClr val="tx1"/>
                        </a:solidFill>
                        <a:effectLst/>
                        <a:latin typeface="Palatino Linotype" panose="02040502050505030304" pitchFamily="18" charset="0"/>
                        <a:ea typeface="+mn-ea"/>
                        <a:cs typeface="+mn-cs"/>
                      </a:endParaRPr>
                    </a:p>
                    <a:p>
                      <a:pPr algn="l"/>
                      <a:endParaRPr lang="en-US" sz="2000" b="0" i="0" kern="1200" dirty="0">
                        <a:solidFill>
                          <a:schemeClr val="tx1"/>
                        </a:solidFill>
                        <a:effectLst/>
                        <a:latin typeface="Palatino Linotype" panose="02040502050505030304" pitchFamily="18" charset="0"/>
                        <a:ea typeface="+mn-ea"/>
                        <a:cs typeface="+mn-cs"/>
                      </a:endParaRPr>
                    </a:p>
                    <a:p>
                      <a:pPr algn="l"/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read(</a:t>
                      </a:r>
                      <a:r>
                        <a:rPr lang="en-US" sz="2000" b="1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B</a:t>
                      </a:r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algn="l"/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write(</a:t>
                      </a:r>
                      <a:r>
                        <a:rPr lang="en-US" sz="2000" b="1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B</a:t>
                      </a:r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algn="l"/>
                      <a:r>
                        <a:rPr lang="en-US" sz="2000" b="1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End</a:t>
                      </a: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b="1" i="0" dirty="0">
                          <a:solidFill>
                            <a:schemeClr val="tx1"/>
                          </a:solidFill>
                          <a:latin typeface="Palatino Linotype" panose="02040502050505030304" pitchFamily="18" charset="0"/>
                        </a:rPr>
                        <a:t>T2:</a:t>
                      </a:r>
                    </a:p>
                    <a:p>
                      <a:pPr algn="l"/>
                      <a:endParaRPr lang="en-US" sz="2000" b="0" i="0" dirty="0">
                        <a:solidFill>
                          <a:schemeClr val="tx1"/>
                        </a:solidFill>
                        <a:latin typeface="Palatino Linotype" panose="02040502050505030304" pitchFamily="18" charset="0"/>
                      </a:endParaRPr>
                    </a:p>
                    <a:p>
                      <a:pPr algn="l"/>
                      <a:endParaRPr lang="en-US" sz="2000" b="0" i="0" dirty="0">
                        <a:solidFill>
                          <a:schemeClr val="tx1"/>
                        </a:solidFill>
                        <a:latin typeface="Palatino Linotype" panose="02040502050505030304" pitchFamily="18" charset="0"/>
                      </a:endParaRPr>
                    </a:p>
                    <a:p>
                      <a:pPr algn="l"/>
                      <a:endParaRPr lang="en-US" sz="2000" b="0" i="0" dirty="0">
                        <a:solidFill>
                          <a:schemeClr val="tx1"/>
                        </a:solidFill>
                        <a:latin typeface="Palatino Linotype" panose="02040502050505030304" pitchFamily="18" charset="0"/>
                      </a:endParaRPr>
                    </a:p>
                    <a:p>
                      <a:pPr algn="l"/>
                      <a:endParaRPr lang="en-US" sz="2000" b="0" i="0" dirty="0">
                        <a:solidFill>
                          <a:schemeClr val="tx1"/>
                        </a:solidFill>
                        <a:latin typeface="Palatino Linotype" panose="02040502050505030304" pitchFamily="18" charset="0"/>
                      </a:endParaRPr>
                    </a:p>
                    <a:p>
                      <a:pPr algn="l"/>
                      <a:r>
                        <a:rPr lang="en-US" sz="2000" b="1" i="0" dirty="0">
                          <a:solidFill>
                            <a:schemeClr val="tx1"/>
                          </a:solidFill>
                          <a:latin typeface="Palatino Linotype" panose="02040502050505030304" pitchFamily="18" charset="0"/>
                        </a:rPr>
                        <a:t>Begin</a:t>
                      </a:r>
                    </a:p>
                    <a:p>
                      <a:pPr algn="l"/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read(</a:t>
                      </a:r>
                      <a:r>
                        <a:rPr lang="en-US" sz="2000" b="1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A</a:t>
                      </a:r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algn="l"/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write(</a:t>
                      </a:r>
                      <a:r>
                        <a:rPr lang="en-US" sz="2000" b="1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A</a:t>
                      </a:r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)</a:t>
                      </a:r>
                      <a:endParaRPr lang="en-US" sz="2000" b="1" i="0" dirty="0">
                        <a:solidFill>
                          <a:schemeClr val="tx1"/>
                        </a:solidFill>
                        <a:latin typeface="Palatino Linotype" panose="02040502050505030304" pitchFamily="18" charset="0"/>
                      </a:endParaRPr>
                    </a:p>
                    <a:p>
                      <a:pPr algn="l"/>
                      <a:endParaRPr lang="en-US" sz="2000" b="0" i="0" dirty="0">
                        <a:solidFill>
                          <a:schemeClr val="tx1"/>
                        </a:solidFill>
                        <a:latin typeface="Palatino Linotype" panose="02040502050505030304" pitchFamily="18" charset="0"/>
                      </a:endParaRPr>
                    </a:p>
                    <a:p>
                      <a:pPr algn="l"/>
                      <a:endParaRPr lang="en-US" sz="2000" b="0" i="0" dirty="0">
                        <a:solidFill>
                          <a:schemeClr val="tx1"/>
                        </a:solidFill>
                        <a:latin typeface="Palatino Linotype" panose="02040502050505030304" pitchFamily="18" charset="0"/>
                      </a:endParaRPr>
                    </a:p>
                    <a:p>
                      <a:pPr algn="l"/>
                      <a:endParaRPr lang="en-US" sz="2000" b="0" i="0" dirty="0">
                        <a:solidFill>
                          <a:schemeClr val="tx1"/>
                        </a:solidFill>
                        <a:latin typeface="Palatino Linotype" panose="02040502050505030304" pitchFamily="18" charset="0"/>
                      </a:endParaRPr>
                    </a:p>
                    <a:p>
                      <a:pPr algn="l"/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read(</a:t>
                      </a:r>
                      <a:r>
                        <a:rPr lang="en-US" sz="2000" b="1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B</a:t>
                      </a:r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algn="l"/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write(</a:t>
                      </a:r>
                      <a:r>
                        <a:rPr lang="en-US" sz="2000" b="1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B</a:t>
                      </a:r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algn="l"/>
                      <a:r>
                        <a:rPr lang="en-US" sz="2000" b="1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End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7499455"/>
                  </a:ext>
                </a:extLst>
              </a:tr>
            </a:tbl>
          </a:graphicData>
        </a:graphic>
      </p:graphicFrame>
      <p:grpSp>
        <p:nvGrpSpPr>
          <p:cNvPr id="8" name="Group 7">
            <a:extLst>
              <a:ext uri="{FF2B5EF4-FFF2-40B4-BE49-F238E27FC236}">
                <a16:creationId xmlns:a16="http://schemas.microsoft.com/office/drawing/2014/main" id="{071967AF-0149-98F0-B861-767CF63C12CA}"/>
              </a:ext>
            </a:extLst>
          </p:cNvPr>
          <p:cNvGrpSpPr/>
          <p:nvPr/>
        </p:nvGrpSpPr>
        <p:grpSpPr>
          <a:xfrm>
            <a:off x="838200" y="1468264"/>
            <a:ext cx="817645" cy="4531885"/>
            <a:chOff x="272373" y="1701579"/>
            <a:chExt cx="817645" cy="4531885"/>
          </a:xfrm>
        </p:grpSpPr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E748F50A-0C6A-DAB4-AA31-5F7C0DA9996A}"/>
                </a:ext>
              </a:extLst>
            </p:cNvPr>
            <p:cNvCxnSpPr>
              <a:cxnSpLocks/>
            </p:cNvCxnSpPr>
            <p:nvPr/>
          </p:nvCxnSpPr>
          <p:spPr>
            <a:xfrm>
              <a:off x="1081378" y="1701579"/>
              <a:ext cx="0" cy="4531885"/>
            </a:xfrm>
            <a:prstGeom prst="straightConnector1">
              <a:avLst/>
            </a:prstGeom>
            <a:ln w="31750">
              <a:solidFill>
                <a:schemeClr val="accent2">
                  <a:lumMod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4BD43D7B-FE15-DB5B-A90E-916B6B85AF18}"/>
                </a:ext>
              </a:extLst>
            </p:cNvPr>
            <p:cNvSpPr txBox="1"/>
            <p:nvPr/>
          </p:nvSpPr>
          <p:spPr>
            <a:xfrm>
              <a:off x="272373" y="3501634"/>
              <a:ext cx="817645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b="1" dirty="0">
                  <a:solidFill>
                    <a:schemeClr val="accent2">
                      <a:lumMod val="50000"/>
                    </a:schemeClr>
                  </a:solidFill>
                  <a:latin typeface="Palatino Linotype" panose="02040502050505030304" pitchFamily="18" charset="0"/>
                </a:rPr>
                <a:t>Time</a:t>
              </a:r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214E9EF9-EBD7-92F9-8C6D-D470463080A7}"/>
              </a:ext>
            </a:extLst>
          </p:cNvPr>
          <p:cNvGrpSpPr/>
          <p:nvPr/>
        </p:nvGrpSpPr>
        <p:grpSpPr>
          <a:xfrm>
            <a:off x="8636081" y="1993996"/>
            <a:ext cx="544749" cy="505838"/>
            <a:chOff x="7694579" y="1916350"/>
            <a:chExt cx="544749" cy="505838"/>
          </a:xfrm>
        </p:grpSpPr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37624383-C320-8B8F-0D88-FD7A3AFF4F5A}"/>
                </a:ext>
              </a:extLst>
            </p:cNvPr>
            <p:cNvSpPr/>
            <p:nvPr/>
          </p:nvSpPr>
          <p:spPr>
            <a:xfrm>
              <a:off x="7694579" y="1916350"/>
              <a:ext cx="544749" cy="505838"/>
            </a:xfrm>
            <a:prstGeom prst="ellipse">
              <a:avLst/>
            </a:prstGeom>
            <a:noFill/>
            <a:ln w="254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E678250A-26B0-059E-C920-964EEC72FCA9}"/>
                </a:ext>
              </a:extLst>
            </p:cNvPr>
            <p:cNvSpPr txBox="1"/>
            <p:nvPr/>
          </p:nvSpPr>
          <p:spPr>
            <a:xfrm>
              <a:off x="7751409" y="1969214"/>
              <a:ext cx="47000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>
                  <a:latin typeface="Palatino Linotype" panose="02040502050505030304" pitchFamily="18" charset="0"/>
                </a:rPr>
                <a:t>T1</a:t>
              </a: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C8595E38-4004-EE5C-BCC0-A6593B74603F}"/>
              </a:ext>
            </a:extLst>
          </p:cNvPr>
          <p:cNvGrpSpPr/>
          <p:nvPr/>
        </p:nvGrpSpPr>
        <p:grpSpPr>
          <a:xfrm>
            <a:off x="10570350" y="1993996"/>
            <a:ext cx="544749" cy="505838"/>
            <a:chOff x="7694579" y="1916350"/>
            <a:chExt cx="544749" cy="505838"/>
          </a:xfrm>
        </p:grpSpPr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0EC1E01A-0ED7-B246-F461-58C42D6B2B1C}"/>
                </a:ext>
              </a:extLst>
            </p:cNvPr>
            <p:cNvSpPr/>
            <p:nvPr/>
          </p:nvSpPr>
          <p:spPr>
            <a:xfrm>
              <a:off x="7694579" y="1916350"/>
              <a:ext cx="544749" cy="505838"/>
            </a:xfrm>
            <a:prstGeom prst="ellipse">
              <a:avLst/>
            </a:prstGeom>
            <a:noFill/>
            <a:ln w="254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4A0BC204-8C15-9485-2549-8E1E29FA4691}"/>
                </a:ext>
              </a:extLst>
            </p:cNvPr>
            <p:cNvSpPr txBox="1"/>
            <p:nvPr/>
          </p:nvSpPr>
          <p:spPr>
            <a:xfrm>
              <a:off x="7751409" y="1969214"/>
              <a:ext cx="47000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>
                  <a:latin typeface="Palatino Linotype" panose="02040502050505030304" pitchFamily="18" charset="0"/>
                </a:rPr>
                <a:t>T2</a:t>
              </a:r>
            </a:p>
          </p:txBody>
        </p:sp>
      </p:grpSp>
      <p:sp>
        <p:nvSpPr>
          <p:cNvPr id="17" name="TextBox 16">
            <a:extLst>
              <a:ext uri="{FF2B5EF4-FFF2-40B4-BE49-F238E27FC236}">
                <a16:creationId xmlns:a16="http://schemas.microsoft.com/office/drawing/2014/main" id="{085B7CB6-5407-E299-32EF-0A2A3267D7D8}"/>
              </a:ext>
            </a:extLst>
          </p:cNvPr>
          <p:cNvSpPr txBox="1"/>
          <p:nvPr/>
        </p:nvSpPr>
        <p:spPr>
          <a:xfrm>
            <a:off x="7857145" y="4601632"/>
            <a:ext cx="385638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Palatino Linotype" panose="02040502050505030304" pitchFamily="18" charset="0"/>
              </a:rPr>
              <a:t>Is this conflict serializable?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305588A4-8B11-E1C9-15C7-B32EF72FC4EE}"/>
                  </a:ext>
                </a:extLst>
              </p14:cNvPr>
              <p14:cNvContentPartPr/>
              <p14:nvPr/>
            </p14:nvContentPartPr>
            <p14:xfrm>
              <a:off x="8931776" y="1616699"/>
              <a:ext cx="1707120" cy="335160"/>
            </p14:xfrm>
          </p:contentPart>
        </mc:Choice>
        <mc:Fallback xmlns=""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305588A4-8B11-E1C9-15C7-B32EF72FC4EE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8925656" y="1610579"/>
                <a:ext cx="1719360" cy="347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D3427F90-E24B-29E5-DEDE-5CE7B1CD8625}"/>
                  </a:ext>
                </a:extLst>
              </p14:cNvPr>
              <p14:cNvContentPartPr/>
              <p14:nvPr/>
            </p14:nvContentPartPr>
            <p14:xfrm>
              <a:off x="10437656" y="1730099"/>
              <a:ext cx="210240" cy="323280"/>
            </p14:xfrm>
          </p:contentPart>
        </mc:Choice>
        <mc:Fallback xmlns=""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D3427F90-E24B-29E5-DEDE-5CE7B1CD8625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0431536" y="1723979"/>
                <a:ext cx="222480" cy="335520"/>
              </a:xfrm>
              <a:prstGeom prst="rect">
                <a:avLst/>
              </a:prstGeom>
            </p:spPr>
          </p:pic>
        </mc:Fallback>
      </mc:AlternateContent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F56F6A01-E8AC-DA4F-CB33-1332B43F1A65}"/>
              </a:ext>
            </a:extLst>
          </p:cNvPr>
          <p:cNvCxnSpPr/>
          <p:nvPr/>
        </p:nvCxnSpPr>
        <p:spPr>
          <a:xfrm>
            <a:off x="3103123" y="3044757"/>
            <a:ext cx="894945" cy="466928"/>
          </a:xfrm>
          <a:prstGeom prst="straightConnector1">
            <a:avLst/>
          </a:prstGeom>
          <a:ln w="31750">
            <a:solidFill>
              <a:srgbClr val="FF0000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BD033A41-22A6-E553-8E2E-555CC8058846}"/>
              </a:ext>
            </a:extLst>
          </p:cNvPr>
          <p:cNvCxnSpPr/>
          <p:nvPr/>
        </p:nvCxnSpPr>
        <p:spPr>
          <a:xfrm>
            <a:off x="3103122" y="4537970"/>
            <a:ext cx="894945" cy="466928"/>
          </a:xfrm>
          <a:prstGeom prst="straightConnector1">
            <a:avLst/>
          </a:prstGeom>
          <a:ln w="31750">
            <a:solidFill>
              <a:srgbClr val="FF0000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C3230F62-8966-9BBB-559A-D79DA249C20E}"/>
              </a:ext>
            </a:extLst>
          </p:cNvPr>
          <p:cNvCxnSpPr>
            <a:cxnSpLocks/>
          </p:cNvCxnSpPr>
          <p:nvPr/>
        </p:nvCxnSpPr>
        <p:spPr>
          <a:xfrm>
            <a:off x="3103122" y="3044757"/>
            <a:ext cx="894945" cy="807396"/>
          </a:xfrm>
          <a:prstGeom prst="straightConnector1">
            <a:avLst/>
          </a:prstGeom>
          <a:ln w="31750">
            <a:solidFill>
              <a:srgbClr val="FF0000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FE9501BB-5192-FFDE-AF8C-1554ACDF62F7}"/>
              </a:ext>
            </a:extLst>
          </p:cNvPr>
          <p:cNvCxnSpPr>
            <a:cxnSpLocks/>
          </p:cNvCxnSpPr>
          <p:nvPr/>
        </p:nvCxnSpPr>
        <p:spPr>
          <a:xfrm>
            <a:off x="3103122" y="4537970"/>
            <a:ext cx="894945" cy="783060"/>
          </a:xfrm>
          <a:prstGeom prst="straightConnector1">
            <a:avLst/>
          </a:prstGeom>
          <a:ln w="31750">
            <a:solidFill>
              <a:srgbClr val="FF0000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94335736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9627E3-2FBC-A586-D12D-1DEC2A7DCD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7B81E2-0FCF-1FAF-D92E-54A221DF9B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905091"/>
          </a:xfrm>
        </p:spPr>
        <p:txBody>
          <a:bodyPr>
            <a:normAutofit/>
          </a:bodyPr>
          <a:lstStyle/>
          <a:p>
            <a:pPr algn="ctr"/>
            <a:r>
              <a:rPr lang="en-US" sz="4000" b="1" dirty="0">
                <a:latin typeface="Palatino Linotype" panose="02040502050505030304" pitchFamily="18" charset="0"/>
              </a:rPr>
              <a:t>Conflict Serializability: Example I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9EE935F-EFF7-15EE-B957-E4AA96AE8F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07290" y="6356350"/>
            <a:ext cx="2743200" cy="365125"/>
          </a:xfrm>
        </p:spPr>
        <p:txBody>
          <a:bodyPr/>
          <a:lstStyle/>
          <a:p>
            <a:fld id="{D0FE24AB-0A3D-3945-A314-A55A03C76B7E}" type="slidenum">
              <a:rPr lang="en-US" smtClean="0">
                <a:latin typeface="Palatino Linotype" panose="02040502050505030304" pitchFamily="18" charset="0"/>
              </a:rPr>
              <a:t>92</a:t>
            </a:fld>
            <a:endParaRPr lang="en-US" dirty="0">
              <a:latin typeface="Palatino Linotype" panose="02040502050505030304" pitchFamily="18" charset="0"/>
            </a:endParaRP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62835AC2-3581-1A82-E7ED-00726EBB7ED3}"/>
              </a:ext>
            </a:extLst>
          </p:cNvPr>
          <p:cNvGraphicFramePr>
            <a:graphicFrameLocks noGrp="1"/>
          </p:cNvGraphicFramePr>
          <p:nvPr/>
        </p:nvGraphicFramePr>
        <p:xfrm>
          <a:off x="2007041" y="1468264"/>
          <a:ext cx="3856382" cy="4358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79874">
                  <a:extLst>
                    <a:ext uri="{9D8B030D-6E8A-4147-A177-3AD203B41FA5}">
                      <a16:colId xmlns:a16="http://schemas.microsoft.com/office/drawing/2014/main" val="282134077"/>
                    </a:ext>
                  </a:extLst>
                </a:gridCol>
                <a:gridCol w="1876508">
                  <a:extLst>
                    <a:ext uri="{9D8B030D-6E8A-4147-A177-3AD203B41FA5}">
                      <a16:colId xmlns:a16="http://schemas.microsoft.com/office/drawing/2014/main" val="4206062769"/>
                    </a:ext>
                  </a:extLst>
                </a:gridCol>
              </a:tblGrid>
              <a:tr h="4235036">
                <a:tc>
                  <a:txBody>
                    <a:bodyPr/>
                    <a:lstStyle/>
                    <a:p>
                      <a:pPr algn="l"/>
                      <a:r>
                        <a:rPr lang="en-US" sz="2000" b="1" i="0" dirty="0">
                          <a:solidFill>
                            <a:schemeClr val="tx1"/>
                          </a:solidFill>
                          <a:latin typeface="Palatino Linotype" panose="02040502050505030304" pitchFamily="18" charset="0"/>
                        </a:rPr>
                        <a:t>T1:</a:t>
                      </a:r>
                    </a:p>
                    <a:p>
                      <a:pPr algn="l"/>
                      <a:endParaRPr lang="en-US" sz="2000" b="0" i="0" dirty="0">
                        <a:solidFill>
                          <a:schemeClr val="tx1"/>
                        </a:solidFill>
                        <a:latin typeface="Palatino Linotype" panose="02040502050505030304" pitchFamily="18" charset="0"/>
                      </a:endParaRPr>
                    </a:p>
                    <a:p>
                      <a:pPr algn="l"/>
                      <a:r>
                        <a:rPr lang="en-US" sz="2000" b="1" i="0" dirty="0">
                          <a:solidFill>
                            <a:schemeClr val="tx1"/>
                          </a:solidFill>
                          <a:latin typeface="Palatino Linotype" panose="02040502050505030304" pitchFamily="18" charset="0"/>
                        </a:rPr>
                        <a:t>Begin</a:t>
                      </a:r>
                    </a:p>
                    <a:p>
                      <a:pPr algn="l"/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read(</a:t>
                      </a:r>
                      <a:r>
                        <a:rPr lang="en-US" sz="2000" b="1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A</a:t>
                      </a:r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algn="l"/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write(</a:t>
                      </a:r>
                      <a:r>
                        <a:rPr lang="en-US" sz="2000" b="1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A</a:t>
                      </a:r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algn="l"/>
                      <a:endParaRPr lang="en-US" sz="2000" b="0" i="0" kern="1200" dirty="0">
                        <a:solidFill>
                          <a:schemeClr val="tx1"/>
                        </a:solidFill>
                        <a:effectLst/>
                        <a:latin typeface="Palatino Linotype" panose="02040502050505030304" pitchFamily="18" charset="0"/>
                        <a:ea typeface="+mn-ea"/>
                        <a:cs typeface="+mn-cs"/>
                      </a:endParaRPr>
                    </a:p>
                    <a:p>
                      <a:pPr algn="l"/>
                      <a:endParaRPr lang="en-US" sz="2000" b="0" i="0" kern="1200" dirty="0">
                        <a:solidFill>
                          <a:schemeClr val="tx1"/>
                        </a:solidFill>
                        <a:effectLst/>
                        <a:latin typeface="Palatino Linotype" panose="02040502050505030304" pitchFamily="18" charset="0"/>
                        <a:ea typeface="+mn-ea"/>
                        <a:cs typeface="+mn-cs"/>
                      </a:endParaRPr>
                    </a:p>
                    <a:p>
                      <a:pPr algn="l"/>
                      <a:endParaRPr lang="en-US" sz="2000" b="0" i="0" kern="1200" dirty="0">
                        <a:solidFill>
                          <a:schemeClr val="tx1"/>
                        </a:solidFill>
                        <a:effectLst/>
                        <a:latin typeface="Palatino Linotype" panose="02040502050505030304" pitchFamily="18" charset="0"/>
                        <a:ea typeface="+mn-ea"/>
                        <a:cs typeface="+mn-cs"/>
                      </a:endParaRPr>
                    </a:p>
                    <a:p>
                      <a:pPr algn="l"/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read(</a:t>
                      </a:r>
                      <a:r>
                        <a:rPr lang="en-US" sz="2000" b="1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B</a:t>
                      </a:r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algn="l"/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write(</a:t>
                      </a:r>
                      <a:r>
                        <a:rPr lang="en-US" sz="2000" b="1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B</a:t>
                      </a:r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algn="l"/>
                      <a:r>
                        <a:rPr lang="en-US" sz="2000" b="1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End</a:t>
                      </a: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b="1" i="0" dirty="0">
                          <a:solidFill>
                            <a:schemeClr val="tx1"/>
                          </a:solidFill>
                          <a:latin typeface="Palatino Linotype" panose="02040502050505030304" pitchFamily="18" charset="0"/>
                        </a:rPr>
                        <a:t>T2:</a:t>
                      </a:r>
                    </a:p>
                    <a:p>
                      <a:pPr algn="l"/>
                      <a:endParaRPr lang="en-US" sz="2000" b="0" i="0" dirty="0">
                        <a:solidFill>
                          <a:schemeClr val="tx1"/>
                        </a:solidFill>
                        <a:latin typeface="Palatino Linotype" panose="02040502050505030304" pitchFamily="18" charset="0"/>
                      </a:endParaRPr>
                    </a:p>
                    <a:p>
                      <a:pPr algn="l"/>
                      <a:endParaRPr lang="en-US" sz="2000" b="0" i="0" dirty="0">
                        <a:solidFill>
                          <a:schemeClr val="tx1"/>
                        </a:solidFill>
                        <a:latin typeface="Palatino Linotype" panose="02040502050505030304" pitchFamily="18" charset="0"/>
                      </a:endParaRPr>
                    </a:p>
                    <a:p>
                      <a:pPr algn="l"/>
                      <a:endParaRPr lang="en-US" sz="2000" b="0" i="0" dirty="0">
                        <a:solidFill>
                          <a:schemeClr val="tx1"/>
                        </a:solidFill>
                        <a:latin typeface="Palatino Linotype" panose="02040502050505030304" pitchFamily="18" charset="0"/>
                      </a:endParaRPr>
                    </a:p>
                    <a:p>
                      <a:pPr algn="l"/>
                      <a:endParaRPr lang="en-US" sz="2000" b="0" i="0" dirty="0">
                        <a:solidFill>
                          <a:schemeClr val="tx1"/>
                        </a:solidFill>
                        <a:latin typeface="Palatino Linotype" panose="02040502050505030304" pitchFamily="18" charset="0"/>
                      </a:endParaRPr>
                    </a:p>
                    <a:p>
                      <a:pPr algn="l"/>
                      <a:r>
                        <a:rPr lang="en-US" sz="2000" b="1" i="0" dirty="0">
                          <a:solidFill>
                            <a:schemeClr val="tx1"/>
                          </a:solidFill>
                          <a:latin typeface="Palatino Linotype" panose="02040502050505030304" pitchFamily="18" charset="0"/>
                        </a:rPr>
                        <a:t>Begin</a:t>
                      </a:r>
                    </a:p>
                    <a:p>
                      <a:pPr algn="l"/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read(</a:t>
                      </a:r>
                      <a:r>
                        <a:rPr lang="en-US" sz="2000" b="1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A</a:t>
                      </a:r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algn="l"/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write(</a:t>
                      </a:r>
                      <a:r>
                        <a:rPr lang="en-US" sz="2000" b="1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A</a:t>
                      </a:r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)</a:t>
                      </a:r>
                      <a:endParaRPr lang="en-US" sz="2000" b="1" i="0" dirty="0">
                        <a:solidFill>
                          <a:schemeClr val="tx1"/>
                        </a:solidFill>
                        <a:latin typeface="Palatino Linotype" panose="02040502050505030304" pitchFamily="18" charset="0"/>
                      </a:endParaRPr>
                    </a:p>
                    <a:p>
                      <a:pPr algn="l"/>
                      <a:endParaRPr lang="en-US" sz="2000" b="0" i="0" dirty="0">
                        <a:solidFill>
                          <a:schemeClr val="tx1"/>
                        </a:solidFill>
                        <a:latin typeface="Palatino Linotype" panose="02040502050505030304" pitchFamily="18" charset="0"/>
                      </a:endParaRPr>
                    </a:p>
                    <a:p>
                      <a:pPr algn="l"/>
                      <a:endParaRPr lang="en-US" sz="2000" b="0" i="0" dirty="0">
                        <a:solidFill>
                          <a:schemeClr val="tx1"/>
                        </a:solidFill>
                        <a:latin typeface="Palatino Linotype" panose="02040502050505030304" pitchFamily="18" charset="0"/>
                      </a:endParaRPr>
                    </a:p>
                    <a:p>
                      <a:pPr algn="l"/>
                      <a:endParaRPr lang="en-US" sz="2000" b="0" i="0" dirty="0">
                        <a:solidFill>
                          <a:schemeClr val="tx1"/>
                        </a:solidFill>
                        <a:latin typeface="Palatino Linotype" panose="02040502050505030304" pitchFamily="18" charset="0"/>
                      </a:endParaRPr>
                    </a:p>
                    <a:p>
                      <a:pPr algn="l"/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read(</a:t>
                      </a:r>
                      <a:r>
                        <a:rPr lang="en-US" sz="2000" b="1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B</a:t>
                      </a:r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algn="l"/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write(</a:t>
                      </a:r>
                      <a:r>
                        <a:rPr lang="en-US" sz="2000" b="1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B</a:t>
                      </a:r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algn="l"/>
                      <a:r>
                        <a:rPr lang="en-US" sz="2000" b="1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End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7499455"/>
                  </a:ext>
                </a:extLst>
              </a:tr>
            </a:tbl>
          </a:graphicData>
        </a:graphic>
      </p:graphicFrame>
      <p:grpSp>
        <p:nvGrpSpPr>
          <p:cNvPr id="8" name="Group 7">
            <a:extLst>
              <a:ext uri="{FF2B5EF4-FFF2-40B4-BE49-F238E27FC236}">
                <a16:creationId xmlns:a16="http://schemas.microsoft.com/office/drawing/2014/main" id="{B004890B-216C-5F9A-0751-C6543AE9DD16}"/>
              </a:ext>
            </a:extLst>
          </p:cNvPr>
          <p:cNvGrpSpPr/>
          <p:nvPr/>
        </p:nvGrpSpPr>
        <p:grpSpPr>
          <a:xfrm>
            <a:off x="838200" y="1468264"/>
            <a:ext cx="817645" cy="4531885"/>
            <a:chOff x="272373" y="1701579"/>
            <a:chExt cx="817645" cy="4531885"/>
          </a:xfrm>
        </p:grpSpPr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5AB30662-FA0F-4E10-D7A9-10905945814E}"/>
                </a:ext>
              </a:extLst>
            </p:cNvPr>
            <p:cNvCxnSpPr>
              <a:cxnSpLocks/>
            </p:cNvCxnSpPr>
            <p:nvPr/>
          </p:nvCxnSpPr>
          <p:spPr>
            <a:xfrm>
              <a:off x="1081378" y="1701579"/>
              <a:ext cx="0" cy="4531885"/>
            </a:xfrm>
            <a:prstGeom prst="straightConnector1">
              <a:avLst/>
            </a:prstGeom>
            <a:ln w="31750">
              <a:solidFill>
                <a:schemeClr val="accent2">
                  <a:lumMod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5CBE06A1-5C1C-1E4B-C4CD-6DA803CF6910}"/>
                </a:ext>
              </a:extLst>
            </p:cNvPr>
            <p:cNvSpPr txBox="1"/>
            <p:nvPr/>
          </p:nvSpPr>
          <p:spPr>
            <a:xfrm>
              <a:off x="272373" y="3501634"/>
              <a:ext cx="817645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b="1" dirty="0">
                  <a:solidFill>
                    <a:schemeClr val="accent2">
                      <a:lumMod val="50000"/>
                    </a:schemeClr>
                  </a:solidFill>
                  <a:latin typeface="Palatino Linotype" panose="02040502050505030304" pitchFamily="18" charset="0"/>
                </a:rPr>
                <a:t>Time</a:t>
              </a:r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262EFAE2-DE91-C6EB-D075-E47CD8E10288}"/>
              </a:ext>
            </a:extLst>
          </p:cNvPr>
          <p:cNvGrpSpPr/>
          <p:nvPr/>
        </p:nvGrpSpPr>
        <p:grpSpPr>
          <a:xfrm>
            <a:off x="8636081" y="1993996"/>
            <a:ext cx="544749" cy="505838"/>
            <a:chOff x="7694579" y="1916350"/>
            <a:chExt cx="544749" cy="505838"/>
          </a:xfrm>
        </p:grpSpPr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E03BF07B-C195-52AE-F248-80117CC54602}"/>
                </a:ext>
              </a:extLst>
            </p:cNvPr>
            <p:cNvSpPr/>
            <p:nvPr/>
          </p:nvSpPr>
          <p:spPr>
            <a:xfrm>
              <a:off x="7694579" y="1916350"/>
              <a:ext cx="544749" cy="505838"/>
            </a:xfrm>
            <a:prstGeom prst="ellipse">
              <a:avLst/>
            </a:prstGeom>
            <a:noFill/>
            <a:ln w="254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EE255305-C710-452A-3646-245966F3FDD1}"/>
                </a:ext>
              </a:extLst>
            </p:cNvPr>
            <p:cNvSpPr txBox="1"/>
            <p:nvPr/>
          </p:nvSpPr>
          <p:spPr>
            <a:xfrm>
              <a:off x="7751409" y="1969214"/>
              <a:ext cx="47000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>
                  <a:latin typeface="Palatino Linotype" panose="02040502050505030304" pitchFamily="18" charset="0"/>
                </a:rPr>
                <a:t>T1</a:t>
              </a: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2C009592-227B-772A-BB36-893C22162E2D}"/>
              </a:ext>
            </a:extLst>
          </p:cNvPr>
          <p:cNvGrpSpPr/>
          <p:nvPr/>
        </p:nvGrpSpPr>
        <p:grpSpPr>
          <a:xfrm>
            <a:off x="10570350" y="1993996"/>
            <a:ext cx="544749" cy="505838"/>
            <a:chOff x="7694579" y="1916350"/>
            <a:chExt cx="544749" cy="505838"/>
          </a:xfrm>
        </p:grpSpPr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DE393D54-0E6D-1476-DCF8-DE1483249EBD}"/>
                </a:ext>
              </a:extLst>
            </p:cNvPr>
            <p:cNvSpPr/>
            <p:nvPr/>
          </p:nvSpPr>
          <p:spPr>
            <a:xfrm>
              <a:off x="7694579" y="1916350"/>
              <a:ext cx="544749" cy="505838"/>
            </a:xfrm>
            <a:prstGeom prst="ellipse">
              <a:avLst/>
            </a:prstGeom>
            <a:noFill/>
            <a:ln w="254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5C65D8F4-0842-81BC-FAE7-50EF04FE7E0B}"/>
                </a:ext>
              </a:extLst>
            </p:cNvPr>
            <p:cNvSpPr txBox="1"/>
            <p:nvPr/>
          </p:nvSpPr>
          <p:spPr>
            <a:xfrm>
              <a:off x="7751409" y="1969214"/>
              <a:ext cx="47000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>
                  <a:latin typeface="Palatino Linotype" panose="02040502050505030304" pitchFamily="18" charset="0"/>
                </a:rPr>
                <a:t>T2</a:t>
              </a:r>
            </a:p>
          </p:txBody>
        </p:sp>
      </p:grpSp>
      <p:sp>
        <p:nvSpPr>
          <p:cNvPr id="17" name="TextBox 16">
            <a:extLst>
              <a:ext uri="{FF2B5EF4-FFF2-40B4-BE49-F238E27FC236}">
                <a16:creationId xmlns:a16="http://schemas.microsoft.com/office/drawing/2014/main" id="{388FF4A9-F075-1440-BD7F-1DE8104C20A3}"/>
              </a:ext>
            </a:extLst>
          </p:cNvPr>
          <p:cNvSpPr txBox="1"/>
          <p:nvPr/>
        </p:nvSpPr>
        <p:spPr>
          <a:xfrm>
            <a:off x="7857145" y="4601632"/>
            <a:ext cx="385638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Palatino Linotype" panose="02040502050505030304" pitchFamily="18" charset="0"/>
              </a:rPr>
              <a:t>Is this conflict serializable?</a:t>
            </a:r>
          </a:p>
          <a:p>
            <a:endParaRPr lang="en-US" sz="2400" dirty="0">
              <a:latin typeface="Palatino Linotype" panose="02040502050505030304" pitchFamily="18" charset="0"/>
            </a:endParaRPr>
          </a:p>
          <a:p>
            <a:r>
              <a:rPr lang="en-US" sz="2400" dirty="0">
                <a:solidFill>
                  <a:srgbClr val="00B050"/>
                </a:solidFill>
                <a:latin typeface="Palatino Linotype" panose="02040502050505030304" pitchFamily="18" charset="0"/>
              </a:rPr>
              <a:t>Yes!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99C75F85-ABE3-EC42-B01B-6EF92DE5E765}"/>
                  </a:ext>
                </a:extLst>
              </p14:cNvPr>
              <p14:cNvContentPartPr/>
              <p14:nvPr/>
            </p14:nvContentPartPr>
            <p14:xfrm>
              <a:off x="8931776" y="1616699"/>
              <a:ext cx="1707120" cy="335160"/>
            </p14:xfrm>
          </p:contentPart>
        </mc:Choice>
        <mc:Fallback xmlns=""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99C75F85-ABE3-EC42-B01B-6EF92DE5E765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8925656" y="1610579"/>
                <a:ext cx="1719360" cy="347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4806C726-F6C3-CD17-F6BB-E6EFBF4C8FAE}"/>
                  </a:ext>
                </a:extLst>
              </p14:cNvPr>
              <p14:cNvContentPartPr/>
              <p14:nvPr/>
            </p14:nvContentPartPr>
            <p14:xfrm>
              <a:off x="10437656" y="1730099"/>
              <a:ext cx="210240" cy="323280"/>
            </p14:xfrm>
          </p:contentPart>
        </mc:Choice>
        <mc:Fallback xmlns=""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4806C726-F6C3-CD17-F6BB-E6EFBF4C8FAE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0431536" y="1723979"/>
                <a:ext cx="222480" cy="335520"/>
              </a:xfrm>
              <a:prstGeom prst="rect">
                <a:avLst/>
              </a:prstGeom>
            </p:spPr>
          </p:pic>
        </mc:Fallback>
      </mc:AlternateContent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6BED3A99-D899-8166-0526-D8584BC9E5B2}"/>
              </a:ext>
            </a:extLst>
          </p:cNvPr>
          <p:cNvCxnSpPr/>
          <p:nvPr/>
        </p:nvCxnSpPr>
        <p:spPr>
          <a:xfrm>
            <a:off x="3103123" y="3044757"/>
            <a:ext cx="894945" cy="466928"/>
          </a:xfrm>
          <a:prstGeom prst="straightConnector1">
            <a:avLst/>
          </a:prstGeom>
          <a:ln w="31750">
            <a:solidFill>
              <a:srgbClr val="FF0000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43200FB5-D4CE-D521-8A3A-ECE7B6FDE883}"/>
              </a:ext>
            </a:extLst>
          </p:cNvPr>
          <p:cNvCxnSpPr/>
          <p:nvPr/>
        </p:nvCxnSpPr>
        <p:spPr>
          <a:xfrm>
            <a:off x="3103122" y="4537970"/>
            <a:ext cx="894945" cy="466928"/>
          </a:xfrm>
          <a:prstGeom prst="straightConnector1">
            <a:avLst/>
          </a:prstGeom>
          <a:ln w="31750">
            <a:solidFill>
              <a:srgbClr val="FF0000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1D17F793-BEE6-0953-F4E1-92B91ECF0DE7}"/>
              </a:ext>
            </a:extLst>
          </p:cNvPr>
          <p:cNvCxnSpPr>
            <a:cxnSpLocks/>
          </p:cNvCxnSpPr>
          <p:nvPr/>
        </p:nvCxnSpPr>
        <p:spPr>
          <a:xfrm>
            <a:off x="3103122" y="3044757"/>
            <a:ext cx="894945" cy="807396"/>
          </a:xfrm>
          <a:prstGeom prst="straightConnector1">
            <a:avLst/>
          </a:prstGeom>
          <a:ln w="31750">
            <a:solidFill>
              <a:srgbClr val="FF0000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4D80EBF5-8796-F02A-1F6A-22FBF11353A6}"/>
              </a:ext>
            </a:extLst>
          </p:cNvPr>
          <p:cNvCxnSpPr>
            <a:cxnSpLocks/>
          </p:cNvCxnSpPr>
          <p:nvPr/>
        </p:nvCxnSpPr>
        <p:spPr>
          <a:xfrm>
            <a:off x="3103122" y="4537970"/>
            <a:ext cx="894945" cy="783060"/>
          </a:xfrm>
          <a:prstGeom prst="straightConnector1">
            <a:avLst/>
          </a:prstGeom>
          <a:ln w="31750">
            <a:solidFill>
              <a:srgbClr val="FF0000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39249389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F2F99D-2BD4-4131-1EF6-95CD7EE176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14D3C4-BFD7-CC92-59CD-960646490E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905091"/>
          </a:xfrm>
        </p:spPr>
        <p:txBody>
          <a:bodyPr>
            <a:normAutofit/>
          </a:bodyPr>
          <a:lstStyle/>
          <a:p>
            <a:pPr algn="ctr"/>
            <a:r>
              <a:rPr lang="en-US" sz="4000" b="1" dirty="0">
                <a:latin typeface="Palatino Linotype" panose="02040502050505030304" pitchFamily="18" charset="0"/>
              </a:rPr>
              <a:t>Conflict Serializability: Example II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DE74BB0-8BFE-1D70-435D-EA9D882E36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07290" y="6356350"/>
            <a:ext cx="2743200" cy="365125"/>
          </a:xfrm>
        </p:spPr>
        <p:txBody>
          <a:bodyPr/>
          <a:lstStyle/>
          <a:p>
            <a:fld id="{D0FE24AB-0A3D-3945-A314-A55A03C76B7E}" type="slidenum">
              <a:rPr lang="en-US" smtClean="0">
                <a:latin typeface="Palatino Linotype" panose="02040502050505030304" pitchFamily="18" charset="0"/>
              </a:rPr>
              <a:t>93</a:t>
            </a:fld>
            <a:endParaRPr lang="en-US" dirty="0">
              <a:latin typeface="Palatino Linotype" panose="02040502050505030304" pitchFamily="18" charset="0"/>
            </a:endParaRP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83254FA0-6B4C-9D30-B29A-43D615DAB1C7}"/>
              </a:ext>
            </a:extLst>
          </p:cNvPr>
          <p:cNvGraphicFramePr>
            <a:graphicFrameLocks noGrp="1"/>
          </p:cNvGraphicFramePr>
          <p:nvPr/>
        </p:nvGraphicFramePr>
        <p:xfrm>
          <a:off x="2007041" y="1468264"/>
          <a:ext cx="3856382" cy="4358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79874">
                  <a:extLst>
                    <a:ext uri="{9D8B030D-6E8A-4147-A177-3AD203B41FA5}">
                      <a16:colId xmlns:a16="http://schemas.microsoft.com/office/drawing/2014/main" val="282134077"/>
                    </a:ext>
                  </a:extLst>
                </a:gridCol>
                <a:gridCol w="1876508">
                  <a:extLst>
                    <a:ext uri="{9D8B030D-6E8A-4147-A177-3AD203B41FA5}">
                      <a16:colId xmlns:a16="http://schemas.microsoft.com/office/drawing/2014/main" val="4206062769"/>
                    </a:ext>
                  </a:extLst>
                </a:gridCol>
              </a:tblGrid>
              <a:tr h="4235036">
                <a:tc>
                  <a:txBody>
                    <a:bodyPr/>
                    <a:lstStyle/>
                    <a:p>
                      <a:pPr algn="l"/>
                      <a:r>
                        <a:rPr lang="en-US" sz="2000" b="1" i="0" dirty="0">
                          <a:solidFill>
                            <a:schemeClr val="tx1"/>
                          </a:solidFill>
                          <a:latin typeface="Palatino Linotype" panose="02040502050505030304" pitchFamily="18" charset="0"/>
                        </a:rPr>
                        <a:t>T1:</a:t>
                      </a:r>
                    </a:p>
                    <a:p>
                      <a:pPr algn="l"/>
                      <a:endParaRPr lang="en-US" sz="2000" b="0" i="0" dirty="0">
                        <a:solidFill>
                          <a:schemeClr val="tx1"/>
                        </a:solidFill>
                        <a:latin typeface="Palatino Linotype" panose="02040502050505030304" pitchFamily="18" charset="0"/>
                      </a:endParaRPr>
                    </a:p>
                    <a:p>
                      <a:pPr algn="l"/>
                      <a:r>
                        <a:rPr lang="en-US" sz="2000" b="1" i="0" dirty="0">
                          <a:solidFill>
                            <a:schemeClr val="tx1"/>
                          </a:solidFill>
                          <a:latin typeface="Palatino Linotype" panose="02040502050505030304" pitchFamily="18" charset="0"/>
                        </a:rPr>
                        <a:t>Begin</a:t>
                      </a:r>
                    </a:p>
                    <a:p>
                      <a:pPr algn="l"/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read(</a:t>
                      </a:r>
                      <a:r>
                        <a:rPr lang="en-US" sz="2000" b="1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A</a:t>
                      </a:r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algn="l"/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write(</a:t>
                      </a:r>
                      <a:r>
                        <a:rPr lang="en-US" sz="2000" b="1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A</a:t>
                      </a:r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algn="l"/>
                      <a:endParaRPr lang="en-US" sz="2000" b="0" i="0" kern="1200" dirty="0">
                        <a:solidFill>
                          <a:schemeClr val="tx1"/>
                        </a:solidFill>
                        <a:effectLst/>
                        <a:latin typeface="Palatino Linotype" panose="02040502050505030304" pitchFamily="18" charset="0"/>
                        <a:ea typeface="+mn-ea"/>
                        <a:cs typeface="+mn-cs"/>
                      </a:endParaRPr>
                    </a:p>
                    <a:p>
                      <a:pPr algn="l"/>
                      <a:endParaRPr lang="en-US" sz="2000" b="0" i="0" kern="1200" dirty="0">
                        <a:solidFill>
                          <a:schemeClr val="tx1"/>
                        </a:solidFill>
                        <a:effectLst/>
                        <a:latin typeface="Palatino Linotype" panose="02040502050505030304" pitchFamily="18" charset="0"/>
                        <a:ea typeface="+mn-ea"/>
                        <a:cs typeface="+mn-cs"/>
                      </a:endParaRPr>
                    </a:p>
                    <a:p>
                      <a:pPr algn="l"/>
                      <a:endParaRPr lang="en-US" sz="2000" b="0" i="0" kern="1200" dirty="0">
                        <a:solidFill>
                          <a:schemeClr val="tx1"/>
                        </a:solidFill>
                        <a:effectLst/>
                        <a:latin typeface="Palatino Linotype" panose="02040502050505030304" pitchFamily="18" charset="0"/>
                        <a:ea typeface="+mn-ea"/>
                        <a:cs typeface="+mn-cs"/>
                      </a:endParaRPr>
                    </a:p>
                    <a:p>
                      <a:pPr algn="l"/>
                      <a:endParaRPr lang="en-US" sz="2000" b="0" i="0" kern="1200" dirty="0">
                        <a:solidFill>
                          <a:schemeClr val="tx1"/>
                        </a:solidFill>
                        <a:effectLst/>
                        <a:latin typeface="Palatino Linotype" panose="02040502050505030304" pitchFamily="18" charset="0"/>
                        <a:ea typeface="+mn-ea"/>
                        <a:cs typeface="+mn-cs"/>
                      </a:endParaRPr>
                    </a:p>
                    <a:p>
                      <a:pPr algn="l"/>
                      <a:endParaRPr lang="en-US" sz="2000" b="0" i="0" kern="1200" dirty="0">
                        <a:solidFill>
                          <a:schemeClr val="tx1"/>
                        </a:solidFill>
                        <a:effectLst/>
                        <a:latin typeface="Palatino Linotype" panose="02040502050505030304" pitchFamily="18" charset="0"/>
                        <a:ea typeface="+mn-ea"/>
                        <a:cs typeface="+mn-cs"/>
                      </a:endParaRPr>
                    </a:p>
                    <a:p>
                      <a:pPr algn="l"/>
                      <a:endParaRPr lang="en-US" sz="2000" b="0" i="0" kern="1200" dirty="0">
                        <a:solidFill>
                          <a:schemeClr val="tx1"/>
                        </a:solidFill>
                        <a:effectLst/>
                        <a:latin typeface="Palatino Linotype" panose="02040502050505030304" pitchFamily="18" charset="0"/>
                        <a:ea typeface="+mn-ea"/>
                        <a:cs typeface="+mn-cs"/>
                      </a:endParaRPr>
                    </a:p>
                    <a:p>
                      <a:pPr algn="l"/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read(</a:t>
                      </a:r>
                      <a:r>
                        <a:rPr lang="en-US" sz="2000" b="1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B</a:t>
                      </a:r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algn="l"/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write(</a:t>
                      </a:r>
                      <a:r>
                        <a:rPr lang="en-US" sz="2000" b="1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B</a:t>
                      </a:r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algn="l"/>
                      <a:r>
                        <a:rPr lang="en-US" sz="2000" b="1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End</a:t>
                      </a: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b="1" i="0" dirty="0">
                          <a:solidFill>
                            <a:schemeClr val="tx1"/>
                          </a:solidFill>
                          <a:latin typeface="Palatino Linotype" panose="02040502050505030304" pitchFamily="18" charset="0"/>
                        </a:rPr>
                        <a:t>T2:</a:t>
                      </a:r>
                    </a:p>
                    <a:p>
                      <a:pPr algn="l"/>
                      <a:endParaRPr lang="en-US" sz="2000" b="0" i="0" dirty="0">
                        <a:solidFill>
                          <a:schemeClr val="tx1"/>
                        </a:solidFill>
                        <a:latin typeface="Palatino Linotype" panose="02040502050505030304" pitchFamily="18" charset="0"/>
                      </a:endParaRPr>
                    </a:p>
                    <a:p>
                      <a:pPr algn="l"/>
                      <a:endParaRPr lang="en-US" sz="2000" b="0" i="0" dirty="0">
                        <a:solidFill>
                          <a:schemeClr val="tx1"/>
                        </a:solidFill>
                        <a:latin typeface="Palatino Linotype" panose="02040502050505030304" pitchFamily="18" charset="0"/>
                      </a:endParaRPr>
                    </a:p>
                    <a:p>
                      <a:pPr algn="l"/>
                      <a:endParaRPr lang="en-US" sz="2000" b="0" i="0" dirty="0">
                        <a:solidFill>
                          <a:schemeClr val="tx1"/>
                        </a:solidFill>
                        <a:latin typeface="Palatino Linotype" panose="02040502050505030304" pitchFamily="18" charset="0"/>
                      </a:endParaRPr>
                    </a:p>
                    <a:p>
                      <a:pPr algn="l"/>
                      <a:endParaRPr lang="en-US" sz="2000" b="0" i="0" dirty="0">
                        <a:solidFill>
                          <a:schemeClr val="tx1"/>
                        </a:solidFill>
                        <a:latin typeface="Palatino Linotype" panose="02040502050505030304" pitchFamily="18" charset="0"/>
                      </a:endParaRPr>
                    </a:p>
                    <a:p>
                      <a:pPr algn="l"/>
                      <a:r>
                        <a:rPr lang="en-US" sz="2000" b="1" i="0" dirty="0">
                          <a:solidFill>
                            <a:schemeClr val="tx1"/>
                          </a:solidFill>
                          <a:latin typeface="Palatino Linotype" panose="02040502050505030304" pitchFamily="18" charset="0"/>
                        </a:rPr>
                        <a:t>Begin</a:t>
                      </a:r>
                    </a:p>
                    <a:p>
                      <a:pPr algn="l"/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read(</a:t>
                      </a:r>
                      <a:r>
                        <a:rPr lang="en-US" sz="2000" b="1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A</a:t>
                      </a:r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algn="l"/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write(</a:t>
                      </a:r>
                      <a:r>
                        <a:rPr lang="en-US" sz="2000" b="1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A</a:t>
                      </a:r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)</a:t>
                      </a:r>
                      <a:endParaRPr lang="en-US" sz="2000" b="0" i="0" dirty="0">
                        <a:solidFill>
                          <a:schemeClr val="tx1"/>
                        </a:solidFill>
                        <a:latin typeface="Palatino Linotype" panose="02040502050505030304" pitchFamily="18" charset="0"/>
                      </a:endParaRPr>
                    </a:p>
                    <a:p>
                      <a:pPr algn="l"/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read(</a:t>
                      </a:r>
                      <a:r>
                        <a:rPr lang="en-US" sz="2000" b="1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B</a:t>
                      </a:r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algn="l"/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write(</a:t>
                      </a:r>
                      <a:r>
                        <a:rPr lang="en-US" sz="2000" b="1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B</a:t>
                      </a:r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algn="l"/>
                      <a:r>
                        <a:rPr lang="en-US" sz="2000" b="1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End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7499455"/>
                  </a:ext>
                </a:extLst>
              </a:tr>
            </a:tbl>
          </a:graphicData>
        </a:graphic>
      </p:graphicFrame>
      <p:grpSp>
        <p:nvGrpSpPr>
          <p:cNvPr id="8" name="Group 7">
            <a:extLst>
              <a:ext uri="{FF2B5EF4-FFF2-40B4-BE49-F238E27FC236}">
                <a16:creationId xmlns:a16="http://schemas.microsoft.com/office/drawing/2014/main" id="{559893B4-A2EB-10DC-176E-1F9383C853CF}"/>
              </a:ext>
            </a:extLst>
          </p:cNvPr>
          <p:cNvGrpSpPr/>
          <p:nvPr/>
        </p:nvGrpSpPr>
        <p:grpSpPr>
          <a:xfrm>
            <a:off x="838200" y="1468264"/>
            <a:ext cx="817645" cy="4531885"/>
            <a:chOff x="272373" y="1701579"/>
            <a:chExt cx="817645" cy="4531885"/>
          </a:xfrm>
        </p:grpSpPr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80A70CA4-F0AE-5C19-CC5B-5921BA10FDA5}"/>
                </a:ext>
              </a:extLst>
            </p:cNvPr>
            <p:cNvCxnSpPr>
              <a:cxnSpLocks/>
            </p:cNvCxnSpPr>
            <p:nvPr/>
          </p:nvCxnSpPr>
          <p:spPr>
            <a:xfrm>
              <a:off x="1081378" y="1701579"/>
              <a:ext cx="0" cy="4531885"/>
            </a:xfrm>
            <a:prstGeom prst="straightConnector1">
              <a:avLst/>
            </a:prstGeom>
            <a:ln w="31750">
              <a:solidFill>
                <a:schemeClr val="accent2">
                  <a:lumMod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DA5E61FB-D476-E047-DEA7-3ACEEF8A7BEA}"/>
                </a:ext>
              </a:extLst>
            </p:cNvPr>
            <p:cNvSpPr txBox="1"/>
            <p:nvPr/>
          </p:nvSpPr>
          <p:spPr>
            <a:xfrm>
              <a:off x="272373" y="3501634"/>
              <a:ext cx="817645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b="1" dirty="0">
                  <a:solidFill>
                    <a:schemeClr val="accent2">
                      <a:lumMod val="50000"/>
                    </a:schemeClr>
                  </a:solidFill>
                  <a:latin typeface="Palatino Linotype" panose="02040502050505030304" pitchFamily="18" charset="0"/>
                </a:rPr>
                <a:t>Time</a:t>
              </a:r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BEDA3243-0BFF-BFC1-5DBA-31A813C1D475}"/>
              </a:ext>
            </a:extLst>
          </p:cNvPr>
          <p:cNvGrpSpPr/>
          <p:nvPr/>
        </p:nvGrpSpPr>
        <p:grpSpPr>
          <a:xfrm>
            <a:off x="8636081" y="1993996"/>
            <a:ext cx="544749" cy="505838"/>
            <a:chOff x="7694579" y="1916350"/>
            <a:chExt cx="544749" cy="505838"/>
          </a:xfrm>
        </p:grpSpPr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15880244-0FE1-F53E-D3D3-60E7F002F1AC}"/>
                </a:ext>
              </a:extLst>
            </p:cNvPr>
            <p:cNvSpPr/>
            <p:nvPr/>
          </p:nvSpPr>
          <p:spPr>
            <a:xfrm>
              <a:off x="7694579" y="1916350"/>
              <a:ext cx="544749" cy="505838"/>
            </a:xfrm>
            <a:prstGeom prst="ellipse">
              <a:avLst/>
            </a:prstGeom>
            <a:noFill/>
            <a:ln w="254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91EEFC3E-199F-AC5A-7D20-5CE176E4B06C}"/>
                </a:ext>
              </a:extLst>
            </p:cNvPr>
            <p:cNvSpPr txBox="1"/>
            <p:nvPr/>
          </p:nvSpPr>
          <p:spPr>
            <a:xfrm>
              <a:off x="7751409" y="1969214"/>
              <a:ext cx="47000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>
                  <a:latin typeface="Palatino Linotype" panose="02040502050505030304" pitchFamily="18" charset="0"/>
                </a:rPr>
                <a:t>T1</a:t>
              </a:r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5554E233-E1D3-FE57-230C-E103D9750DEF}"/>
              </a:ext>
            </a:extLst>
          </p:cNvPr>
          <p:cNvGrpSpPr/>
          <p:nvPr/>
        </p:nvGrpSpPr>
        <p:grpSpPr>
          <a:xfrm>
            <a:off x="10570350" y="1993996"/>
            <a:ext cx="544749" cy="505838"/>
            <a:chOff x="7694579" y="1916350"/>
            <a:chExt cx="544749" cy="505838"/>
          </a:xfrm>
        </p:grpSpPr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E2021049-3386-B6FB-B665-C7FA295122E4}"/>
                </a:ext>
              </a:extLst>
            </p:cNvPr>
            <p:cNvSpPr/>
            <p:nvPr/>
          </p:nvSpPr>
          <p:spPr>
            <a:xfrm>
              <a:off x="7694579" y="1916350"/>
              <a:ext cx="544749" cy="505838"/>
            </a:xfrm>
            <a:prstGeom prst="ellipse">
              <a:avLst/>
            </a:prstGeom>
            <a:noFill/>
            <a:ln w="254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C8B41856-E3FD-27B1-BC6E-AA57BBA0EBDB}"/>
                </a:ext>
              </a:extLst>
            </p:cNvPr>
            <p:cNvSpPr txBox="1"/>
            <p:nvPr/>
          </p:nvSpPr>
          <p:spPr>
            <a:xfrm>
              <a:off x="7751409" y="1969214"/>
              <a:ext cx="47000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>
                  <a:latin typeface="Palatino Linotype" panose="02040502050505030304" pitchFamily="18" charset="0"/>
                </a:rPr>
                <a:t>T2</a:t>
              </a: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1708A69F-D566-4188-E170-F60ADC15BA59}"/>
              </a:ext>
            </a:extLst>
          </p:cNvPr>
          <p:cNvGrpSpPr/>
          <p:nvPr/>
        </p:nvGrpSpPr>
        <p:grpSpPr>
          <a:xfrm>
            <a:off x="8870216" y="1453259"/>
            <a:ext cx="1822680" cy="468360"/>
            <a:chOff x="8870216" y="1453259"/>
            <a:chExt cx="1822680" cy="468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47BF7BFA-54C9-5A82-DD42-20E66BAA56DC}"/>
                    </a:ext>
                  </a:extLst>
                </p14:cNvPr>
                <p14:cNvContentPartPr/>
                <p14:nvPr/>
              </p14:nvContentPartPr>
              <p14:xfrm>
                <a:off x="8870216" y="1453259"/>
                <a:ext cx="1812960" cy="46836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47BF7BFA-54C9-5A82-DD42-20E66BAA56DC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8864096" y="1447139"/>
                  <a:ext cx="1825200" cy="48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D4907CE6-EBE8-6728-B8ED-CB13FE8F8612}"/>
                    </a:ext>
                  </a:extLst>
                </p14:cNvPr>
                <p14:cNvContentPartPr/>
                <p14:nvPr/>
              </p14:nvContentPartPr>
              <p14:xfrm>
                <a:off x="10469336" y="1659899"/>
                <a:ext cx="223560" cy="25524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D4907CE6-EBE8-6728-B8ED-CB13FE8F8612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10463216" y="1653779"/>
                  <a:ext cx="235800" cy="2674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31" name="Ink 30">
                <a:extLst>
                  <a:ext uri="{FF2B5EF4-FFF2-40B4-BE49-F238E27FC236}">
                    <a16:creationId xmlns:a16="http://schemas.microsoft.com/office/drawing/2014/main" id="{A7AEF411-39B6-8F6A-3CC8-C19424E4B91B}"/>
                  </a:ext>
                </a:extLst>
              </p14:cNvPr>
              <p14:cNvContentPartPr/>
              <p14:nvPr/>
            </p14:nvContentPartPr>
            <p14:xfrm>
              <a:off x="8976416" y="2524979"/>
              <a:ext cx="1747080" cy="541440"/>
            </p14:xfrm>
          </p:contentPart>
        </mc:Choice>
        <mc:Fallback xmlns="">
          <p:pic>
            <p:nvPicPr>
              <p:cNvPr id="31" name="Ink 30">
                <a:extLst>
                  <a:ext uri="{FF2B5EF4-FFF2-40B4-BE49-F238E27FC236}">
                    <a16:creationId xmlns:a16="http://schemas.microsoft.com/office/drawing/2014/main" id="{A7AEF411-39B6-8F6A-3CC8-C19424E4B91B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8970296" y="2518859"/>
                <a:ext cx="1759320" cy="553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32" name="Ink 31">
                <a:extLst>
                  <a:ext uri="{FF2B5EF4-FFF2-40B4-BE49-F238E27FC236}">
                    <a16:creationId xmlns:a16="http://schemas.microsoft.com/office/drawing/2014/main" id="{C04AE381-82E8-8598-CF3A-88D2ECBF9CA9}"/>
                  </a:ext>
                </a:extLst>
              </p14:cNvPr>
              <p14:cNvContentPartPr/>
              <p14:nvPr/>
            </p14:nvContentPartPr>
            <p14:xfrm>
              <a:off x="8957696" y="2584739"/>
              <a:ext cx="241920" cy="249840"/>
            </p14:xfrm>
          </p:contentPart>
        </mc:Choice>
        <mc:Fallback xmlns="">
          <p:pic>
            <p:nvPicPr>
              <p:cNvPr id="32" name="Ink 31">
                <a:extLst>
                  <a:ext uri="{FF2B5EF4-FFF2-40B4-BE49-F238E27FC236}">
                    <a16:creationId xmlns:a16="http://schemas.microsoft.com/office/drawing/2014/main" id="{C04AE381-82E8-8598-CF3A-88D2ECBF9CA9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8951576" y="2578619"/>
                <a:ext cx="254160" cy="262080"/>
              </a:xfrm>
              <a:prstGeom prst="rect">
                <a:avLst/>
              </a:prstGeom>
            </p:spPr>
          </p:pic>
        </mc:Fallback>
      </mc:AlternateContent>
      <p:sp>
        <p:nvSpPr>
          <p:cNvPr id="11" name="TextBox 10">
            <a:extLst>
              <a:ext uri="{FF2B5EF4-FFF2-40B4-BE49-F238E27FC236}">
                <a16:creationId xmlns:a16="http://schemas.microsoft.com/office/drawing/2014/main" id="{BEA69439-E0A2-EFDB-37AF-BD9919C3D7A5}"/>
              </a:ext>
            </a:extLst>
          </p:cNvPr>
          <p:cNvSpPr txBox="1"/>
          <p:nvPr/>
        </p:nvSpPr>
        <p:spPr>
          <a:xfrm>
            <a:off x="7857145" y="4601632"/>
            <a:ext cx="385638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Palatino Linotype" panose="02040502050505030304" pitchFamily="18" charset="0"/>
              </a:rPr>
              <a:t>Is this conflict serializable?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BD708EAB-66BE-2CE1-A182-530A7DC8BCE1}"/>
              </a:ext>
            </a:extLst>
          </p:cNvPr>
          <p:cNvCxnSpPr>
            <a:cxnSpLocks/>
          </p:cNvCxnSpPr>
          <p:nvPr/>
        </p:nvCxnSpPr>
        <p:spPr>
          <a:xfrm flipV="1">
            <a:off x="2957209" y="4387174"/>
            <a:ext cx="1040859" cy="612843"/>
          </a:xfrm>
          <a:prstGeom prst="straightConnector1">
            <a:avLst/>
          </a:prstGeom>
          <a:ln w="31750">
            <a:solidFill>
              <a:srgbClr val="FF0000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07A34F97-C656-FB44-5507-B53EAF2B3957}"/>
              </a:ext>
            </a:extLst>
          </p:cNvPr>
          <p:cNvCxnSpPr/>
          <p:nvPr/>
        </p:nvCxnSpPr>
        <p:spPr>
          <a:xfrm>
            <a:off x="3103123" y="3044757"/>
            <a:ext cx="894945" cy="466928"/>
          </a:xfrm>
          <a:prstGeom prst="straightConnector1">
            <a:avLst/>
          </a:prstGeom>
          <a:ln w="31750">
            <a:solidFill>
              <a:srgbClr val="FF0000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80A8977F-D310-5B73-B095-55DEC0EDDE1D}"/>
              </a:ext>
            </a:extLst>
          </p:cNvPr>
          <p:cNvCxnSpPr>
            <a:cxnSpLocks/>
          </p:cNvCxnSpPr>
          <p:nvPr/>
        </p:nvCxnSpPr>
        <p:spPr>
          <a:xfrm>
            <a:off x="3103122" y="3044757"/>
            <a:ext cx="894945" cy="807396"/>
          </a:xfrm>
          <a:prstGeom prst="straightConnector1">
            <a:avLst/>
          </a:prstGeom>
          <a:ln w="31750">
            <a:solidFill>
              <a:srgbClr val="FF0000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64B4DDC6-4A64-922D-F680-5835C336465C}"/>
              </a:ext>
            </a:extLst>
          </p:cNvPr>
          <p:cNvCxnSpPr>
            <a:cxnSpLocks/>
          </p:cNvCxnSpPr>
          <p:nvPr/>
        </p:nvCxnSpPr>
        <p:spPr>
          <a:xfrm flipV="1">
            <a:off x="3103122" y="4387174"/>
            <a:ext cx="894945" cy="850772"/>
          </a:xfrm>
          <a:prstGeom prst="straightConnector1">
            <a:avLst/>
          </a:prstGeom>
          <a:ln w="31750">
            <a:solidFill>
              <a:srgbClr val="FF0000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62934541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9434A9-5E99-1835-0245-8D002548AF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C2ECBF-12D7-E949-1D42-CE1FD1CE6D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905091"/>
          </a:xfrm>
        </p:spPr>
        <p:txBody>
          <a:bodyPr>
            <a:normAutofit/>
          </a:bodyPr>
          <a:lstStyle/>
          <a:p>
            <a:pPr algn="ctr"/>
            <a:r>
              <a:rPr lang="en-US" sz="4000" b="1" dirty="0">
                <a:latin typeface="Palatino Linotype" panose="02040502050505030304" pitchFamily="18" charset="0"/>
              </a:rPr>
              <a:t>Conflict Serializability: Example II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708A897-52DD-043C-5F20-4F1AD4EDE5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07290" y="6356350"/>
            <a:ext cx="2743200" cy="365125"/>
          </a:xfrm>
        </p:spPr>
        <p:txBody>
          <a:bodyPr/>
          <a:lstStyle/>
          <a:p>
            <a:fld id="{D0FE24AB-0A3D-3945-A314-A55A03C76B7E}" type="slidenum">
              <a:rPr lang="en-US" smtClean="0">
                <a:latin typeface="Palatino Linotype" panose="02040502050505030304" pitchFamily="18" charset="0"/>
              </a:rPr>
              <a:t>94</a:t>
            </a:fld>
            <a:endParaRPr lang="en-US" dirty="0">
              <a:latin typeface="Palatino Linotype" panose="02040502050505030304" pitchFamily="18" charset="0"/>
            </a:endParaRP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1DDFAD1F-61A4-9FF9-4C12-11080CD6DEEC}"/>
              </a:ext>
            </a:extLst>
          </p:cNvPr>
          <p:cNvGraphicFramePr>
            <a:graphicFrameLocks noGrp="1"/>
          </p:cNvGraphicFramePr>
          <p:nvPr/>
        </p:nvGraphicFramePr>
        <p:xfrm>
          <a:off x="2007041" y="1468264"/>
          <a:ext cx="3856382" cy="4358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79874">
                  <a:extLst>
                    <a:ext uri="{9D8B030D-6E8A-4147-A177-3AD203B41FA5}">
                      <a16:colId xmlns:a16="http://schemas.microsoft.com/office/drawing/2014/main" val="282134077"/>
                    </a:ext>
                  </a:extLst>
                </a:gridCol>
                <a:gridCol w="1876508">
                  <a:extLst>
                    <a:ext uri="{9D8B030D-6E8A-4147-A177-3AD203B41FA5}">
                      <a16:colId xmlns:a16="http://schemas.microsoft.com/office/drawing/2014/main" val="4206062769"/>
                    </a:ext>
                  </a:extLst>
                </a:gridCol>
              </a:tblGrid>
              <a:tr h="4235036">
                <a:tc>
                  <a:txBody>
                    <a:bodyPr/>
                    <a:lstStyle/>
                    <a:p>
                      <a:pPr algn="l"/>
                      <a:r>
                        <a:rPr lang="en-US" sz="2000" b="1" i="0" dirty="0">
                          <a:solidFill>
                            <a:schemeClr val="tx1"/>
                          </a:solidFill>
                          <a:latin typeface="Palatino Linotype" panose="02040502050505030304" pitchFamily="18" charset="0"/>
                        </a:rPr>
                        <a:t>T1:</a:t>
                      </a:r>
                    </a:p>
                    <a:p>
                      <a:pPr algn="l"/>
                      <a:endParaRPr lang="en-US" sz="2000" b="0" i="0" dirty="0">
                        <a:solidFill>
                          <a:schemeClr val="tx1"/>
                        </a:solidFill>
                        <a:latin typeface="Palatino Linotype" panose="02040502050505030304" pitchFamily="18" charset="0"/>
                      </a:endParaRPr>
                    </a:p>
                    <a:p>
                      <a:pPr algn="l"/>
                      <a:r>
                        <a:rPr lang="en-US" sz="2000" b="1" i="0" dirty="0">
                          <a:solidFill>
                            <a:schemeClr val="tx1"/>
                          </a:solidFill>
                          <a:latin typeface="Palatino Linotype" panose="02040502050505030304" pitchFamily="18" charset="0"/>
                        </a:rPr>
                        <a:t>Begin</a:t>
                      </a:r>
                    </a:p>
                    <a:p>
                      <a:pPr algn="l"/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read(</a:t>
                      </a:r>
                      <a:r>
                        <a:rPr lang="en-US" sz="2000" b="1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A</a:t>
                      </a:r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algn="l"/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write(</a:t>
                      </a:r>
                      <a:r>
                        <a:rPr lang="en-US" sz="2000" b="1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A</a:t>
                      </a:r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algn="l"/>
                      <a:endParaRPr lang="en-US" sz="2000" b="0" i="0" kern="1200" dirty="0">
                        <a:solidFill>
                          <a:schemeClr val="tx1"/>
                        </a:solidFill>
                        <a:effectLst/>
                        <a:latin typeface="Palatino Linotype" panose="02040502050505030304" pitchFamily="18" charset="0"/>
                        <a:ea typeface="+mn-ea"/>
                        <a:cs typeface="+mn-cs"/>
                      </a:endParaRPr>
                    </a:p>
                    <a:p>
                      <a:pPr algn="l"/>
                      <a:endParaRPr lang="en-US" sz="2000" b="0" i="0" kern="1200" dirty="0">
                        <a:solidFill>
                          <a:schemeClr val="tx1"/>
                        </a:solidFill>
                        <a:effectLst/>
                        <a:latin typeface="Palatino Linotype" panose="02040502050505030304" pitchFamily="18" charset="0"/>
                        <a:ea typeface="+mn-ea"/>
                        <a:cs typeface="+mn-cs"/>
                      </a:endParaRPr>
                    </a:p>
                    <a:p>
                      <a:pPr algn="l"/>
                      <a:endParaRPr lang="en-US" sz="2000" b="0" i="0" kern="1200" dirty="0">
                        <a:solidFill>
                          <a:schemeClr val="tx1"/>
                        </a:solidFill>
                        <a:effectLst/>
                        <a:latin typeface="Palatino Linotype" panose="02040502050505030304" pitchFamily="18" charset="0"/>
                        <a:ea typeface="+mn-ea"/>
                        <a:cs typeface="+mn-cs"/>
                      </a:endParaRPr>
                    </a:p>
                    <a:p>
                      <a:pPr algn="l"/>
                      <a:endParaRPr lang="en-US" sz="2000" b="0" i="0" kern="1200" dirty="0">
                        <a:solidFill>
                          <a:schemeClr val="tx1"/>
                        </a:solidFill>
                        <a:effectLst/>
                        <a:latin typeface="Palatino Linotype" panose="02040502050505030304" pitchFamily="18" charset="0"/>
                        <a:ea typeface="+mn-ea"/>
                        <a:cs typeface="+mn-cs"/>
                      </a:endParaRPr>
                    </a:p>
                    <a:p>
                      <a:pPr algn="l"/>
                      <a:endParaRPr lang="en-US" sz="2000" b="0" i="0" kern="1200" dirty="0">
                        <a:solidFill>
                          <a:schemeClr val="tx1"/>
                        </a:solidFill>
                        <a:effectLst/>
                        <a:latin typeface="Palatino Linotype" panose="02040502050505030304" pitchFamily="18" charset="0"/>
                        <a:ea typeface="+mn-ea"/>
                        <a:cs typeface="+mn-cs"/>
                      </a:endParaRPr>
                    </a:p>
                    <a:p>
                      <a:pPr algn="l"/>
                      <a:endParaRPr lang="en-US" sz="2000" b="0" i="0" kern="1200" dirty="0">
                        <a:solidFill>
                          <a:schemeClr val="tx1"/>
                        </a:solidFill>
                        <a:effectLst/>
                        <a:latin typeface="Palatino Linotype" panose="02040502050505030304" pitchFamily="18" charset="0"/>
                        <a:ea typeface="+mn-ea"/>
                        <a:cs typeface="+mn-cs"/>
                      </a:endParaRPr>
                    </a:p>
                    <a:p>
                      <a:pPr algn="l"/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read(</a:t>
                      </a:r>
                      <a:r>
                        <a:rPr lang="en-US" sz="2000" b="1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B</a:t>
                      </a:r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algn="l"/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write(</a:t>
                      </a:r>
                      <a:r>
                        <a:rPr lang="en-US" sz="2000" b="1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B</a:t>
                      </a:r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algn="l"/>
                      <a:r>
                        <a:rPr lang="en-US" sz="2000" b="1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End</a:t>
                      </a: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b="1" i="0" dirty="0">
                          <a:solidFill>
                            <a:schemeClr val="tx1"/>
                          </a:solidFill>
                          <a:latin typeface="Palatino Linotype" panose="02040502050505030304" pitchFamily="18" charset="0"/>
                        </a:rPr>
                        <a:t>T2:</a:t>
                      </a:r>
                    </a:p>
                    <a:p>
                      <a:pPr algn="l"/>
                      <a:endParaRPr lang="en-US" sz="2000" b="0" i="0" dirty="0">
                        <a:solidFill>
                          <a:schemeClr val="tx1"/>
                        </a:solidFill>
                        <a:latin typeface="Palatino Linotype" panose="02040502050505030304" pitchFamily="18" charset="0"/>
                      </a:endParaRPr>
                    </a:p>
                    <a:p>
                      <a:pPr algn="l"/>
                      <a:endParaRPr lang="en-US" sz="2000" b="0" i="0" dirty="0">
                        <a:solidFill>
                          <a:schemeClr val="tx1"/>
                        </a:solidFill>
                        <a:latin typeface="Palatino Linotype" panose="02040502050505030304" pitchFamily="18" charset="0"/>
                      </a:endParaRPr>
                    </a:p>
                    <a:p>
                      <a:pPr algn="l"/>
                      <a:endParaRPr lang="en-US" sz="2000" b="0" i="0" dirty="0">
                        <a:solidFill>
                          <a:schemeClr val="tx1"/>
                        </a:solidFill>
                        <a:latin typeface="Palatino Linotype" panose="02040502050505030304" pitchFamily="18" charset="0"/>
                      </a:endParaRPr>
                    </a:p>
                    <a:p>
                      <a:pPr algn="l"/>
                      <a:endParaRPr lang="en-US" sz="2000" b="0" i="0" dirty="0">
                        <a:solidFill>
                          <a:schemeClr val="tx1"/>
                        </a:solidFill>
                        <a:latin typeface="Palatino Linotype" panose="02040502050505030304" pitchFamily="18" charset="0"/>
                      </a:endParaRPr>
                    </a:p>
                    <a:p>
                      <a:pPr algn="l"/>
                      <a:r>
                        <a:rPr lang="en-US" sz="2000" b="1" i="0" dirty="0">
                          <a:solidFill>
                            <a:schemeClr val="tx1"/>
                          </a:solidFill>
                          <a:latin typeface="Palatino Linotype" panose="02040502050505030304" pitchFamily="18" charset="0"/>
                        </a:rPr>
                        <a:t>Begin</a:t>
                      </a:r>
                    </a:p>
                    <a:p>
                      <a:pPr algn="l"/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read(</a:t>
                      </a:r>
                      <a:r>
                        <a:rPr lang="en-US" sz="2000" b="1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A</a:t>
                      </a:r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algn="l"/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write(</a:t>
                      </a:r>
                      <a:r>
                        <a:rPr lang="en-US" sz="2000" b="1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A</a:t>
                      </a:r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)</a:t>
                      </a:r>
                      <a:endParaRPr lang="en-US" sz="2000" b="0" i="0" dirty="0">
                        <a:solidFill>
                          <a:schemeClr val="tx1"/>
                        </a:solidFill>
                        <a:latin typeface="Palatino Linotype" panose="02040502050505030304" pitchFamily="18" charset="0"/>
                      </a:endParaRPr>
                    </a:p>
                    <a:p>
                      <a:pPr algn="l"/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read(</a:t>
                      </a:r>
                      <a:r>
                        <a:rPr lang="en-US" sz="2000" b="1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B</a:t>
                      </a:r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algn="l"/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write(</a:t>
                      </a:r>
                      <a:r>
                        <a:rPr lang="en-US" sz="2000" b="1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B</a:t>
                      </a:r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algn="l"/>
                      <a:r>
                        <a:rPr lang="en-US" sz="2000" b="1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End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7499455"/>
                  </a:ext>
                </a:extLst>
              </a:tr>
            </a:tbl>
          </a:graphicData>
        </a:graphic>
      </p:graphicFrame>
      <p:grpSp>
        <p:nvGrpSpPr>
          <p:cNvPr id="8" name="Group 7">
            <a:extLst>
              <a:ext uri="{FF2B5EF4-FFF2-40B4-BE49-F238E27FC236}">
                <a16:creationId xmlns:a16="http://schemas.microsoft.com/office/drawing/2014/main" id="{C9DDC173-8156-08DD-7991-CA095B7FA925}"/>
              </a:ext>
            </a:extLst>
          </p:cNvPr>
          <p:cNvGrpSpPr/>
          <p:nvPr/>
        </p:nvGrpSpPr>
        <p:grpSpPr>
          <a:xfrm>
            <a:off x="838200" y="1468264"/>
            <a:ext cx="817645" cy="4531885"/>
            <a:chOff x="272373" y="1701579"/>
            <a:chExt cx="817645" cy="4531885"/>
          </a:xfrm>
        </p:grpSpPr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8C9AC11F-DD6E-5C85-72E5-EA285B34135A}"/>
                </a:ext>
              </a:extLst>
            </p:cNvPr>
            <p:cNvCxnSpPr>
              <a:cxnSpLocks/>
            </p:cNvCxnSpPr>
            <p:nvPr/>
          </p:nvCxnSpPr>
          <p:spPr>
            <a:xfrm>
              <a:off x="1081378" y="1701579"/>
              <a:ext cx="0" cy="4531885"/>
            </a:xfrm>
            <a:prstGeom prst="straightConnector1">
              <a:avLst/>
            </a:prstGeom>
            <a:ln w="31750">
              <a:solidFill>
                <a:schemeClr val="accent2">
                  <a:lumMod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94E50EF5-F5A3-F605-A5EF-AEEDA2F3FCE2}"/>
                </a:ext>
              </a:extLst>
            </p:cNvPr>
            <p:cNvSpPr txBox="1"/>
            <p:nvPr/>
          </p:nvSpPr>
          <p:spPr>
            <a:xfrm>
              <a:off x="272373" y="3501634"/>
              <a:ext cx="817645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b="1" dirty="0">
                  <a:solidFill>
                    <a:schemeClr val="accent2">
                      <a:lumMod val="50000"/>
                    </a:schemeClr>
                  </a:solidFill>
                  <a:latin typeface="Palatino Linotype" panose="02040502050505030304" pitchFamily="18" charset="0"/>
                </a:rPr>
                <a:t>Time</a:t>
              </a:r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1805CC9D-E100-8F65-7520-F2D1509F7B3B}"/>
              </a:ext>
            </a:extLst>
          </p:cNvPr>
          <p:cNvGrpSpPr/>
          <p:nvPr/>
        </p:nvGrpSpPr>
        <p:grpSpPr>
          <a:xfrm>
            <a:off x="8636081" y="1993996"/>
            <a:ext cx="544749" cy="505838"/>
            <a:chOff x="7694579" y="1916350"/>
            <a:chExt cx="544749" cy="505838"/>
          </a:xfrm>
        </p:grpSpPr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A4FEB675-883B-9425-14A5-73D707520239}"/>
                </a:ext>
              </a:extLst>
            </p:cNvPr>
            <p:cNvSpPr/>
            <p:nvPr/>
          </p:nvSpPr>
          <p:spPr>
            <a:xfrm>
              <a:off x="7694579" y="1916350"/>
              <a:ext cx="544749" cy="505838"/>
            </a:xfrm>
            <a:prstGeom prst="ellipse">
              <a:avLst/>
            </a:prstGeom>
            <a:noFill/>
            <a:ln w="254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10899B74-935A-034A-BE0C-3A0916CEB9D7}"/>
                </a:ext>
              </a:extLst>
            </p:cNvPr>
            <p:cNvSpPr txBox="1"/>
            <p:nvPr/>
          </p:nvSpPr>
          <p:spPr>
            <a:xfrm>
              <a:off x="7751409" y="1969214"/>
              <a:ext cx="47000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>
                  <a:latin typeface="Palatino Linotype" panose="02040502050505030304" pitchFamily="18" charset="0"/>
                </a:rPr>
                <a:t>T1</a:t>
              </a:r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2C374512-882B-4BFA-27AC-D76330965810}"/>
              </a:ext>
            </a:extLst>
          </p:cNvPr>
          <p:cNvGrpSpPr/>
          <p:nvPr/>
        </p:nvGrpSpPr>
        <p:grpSpPr>
          <a:xfrm>
            <a:off x="10570350" y="1993996"/>
            <a:ext cx="544749" cy="505838"/>
            <a:chOff x="7694579" y="1916350"/>
            <a:chExt cx="544749" cy="505838"/>
          </a:xfrm>
        </p:grpSpPr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EECA8B7A-3C38-C58E-D9A7-34BCEB19BB69}"/>
                </a:ext>
              </a:extLst>
            </p:cNvPr>
            <p:cNvSpPr/>
            <p:nvPr/>
          </p:nvSpPr>
          <p:spPr>
            <a:xfrm>
              <a:off x="7694579" y="1916350"/>
              <a:ext cx="544749" cy="505838"/>
            </a:xfrm>
            <a:prstGeom prst="ellipse">
              <a:avLst/>
            </a:prstGeom>
            <a:noFill/>
            <a:ln w="254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CD521985-9C6A-09AD-3233-919D1648CD75}"/>
                </a:ext>
              </a:extLst>
            </p:cNvPr>
            <p:cNvSpPr txBox="1"/>
            <p:nvPr/>
          </p:nvSpPr>
          <p:spPr>
            <a:xfrm>
              <a:off x="7751409" y="1969214"/>
              <a:ext cx="47000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>
                  <a:latin typeface="Palatino Linotype" panose="02040502050505030304" pitchFamily="18" charset="0"/>
                </a:rPr>
                <a:t>T2</a:t>
              </a: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932819E4-3A93-F894-38C5-C248800D8627}"/>
              </a:ext>
            </a:extLst>
          </p:cNvPr>
          <p:cNvGrpSpPr/>
          <p:nvPr/>
        </p:nvGrpSpPr>
        <p:grpSpPr>
          <a:xfrm>
            <a:off x="8870216" y="1453259"/>
            <a:ext cx="1822680" cy="468360"/>
            <a:chOff x="8870216" y="1453259"/>
            <a:chExt cx="1822680" cy="468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14F39F52-2357-37C3-633A-F6CFB5A06FCE}"/>
                    </a:ext>
                  </a:extLst>
                </p14:cNvPr>
                <p14:cNvContentPartPr/>
                <p14:nvPr/>
              </p14:nvContentPartPr>
              <p14:xfrm>
                <a:off x="8870216" y="1453259"/>
                <a:ext cx="1812960" cy="46836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14F39F52-2357-37C3-633A-F6CFB5A06FCE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8864096" y="1447139"/>
                  <a:ext cx="1825200" cy="48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976FE18C-FDD3-EBD2-30F8-1F4FA71CCC1A}"/>
                    </a:ext>
                  </a:extLst>
                </p14:cNvPr>
                <p14:cNvContentPartPr/>
                <p14:nvPr/>
              </p14:nvContentPartPr>
              <p14:xfrm>
                <a:off x="10469336" y="1659899"/>
                <a:ext cx="223560" cy="25524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976FE18C-FDD3-EBD2-30F8-1F4FA71CCC1A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10463226" y="1653779"/>
                  <a:ext cx="235780" cy="2674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31" name="Ink 30">
                <a:extLst>
                  <a:ext uri="{FF2B5EF4-FFF2-40B4-BE49-F238E27FC236}">
                    <a16:creationId xmlns:a16="http://schemas.microsoft.com/office/drawing/2014/main" id="{CA7C80D0-FDFB-A733-8467-3D17CFD9FD73}"/>
                  </a:ext>
                </a:extLst>
              </p14:cNvPr>
              <p14:cNvContentPartPr/>
              <p14:nvPr/>
            </p14:nvContentPartPr>
            <p14:xfrm>
              <a:off x="8976416" y="2524979"/>
              <a:ext cx="1747080" cy="541440"/>
            </p14:xfrm>
          </p:contentPart>
        </mc:Choice>
        <mc:Fallback xmlns="">
          <p:pic>
            <p:nvPicPr>
              <p:cNvPr id="31" name="Ink 30">
                <a:extLst>
                  <a:ext uri="{FF2B5EF4-FFF2-40B4-BE49-F238E27FC236}">
                    <a16:creationId xmlns:a16="http://schemas.microsoft.com/office/drawing/2014/main" id="{CA7C80D0-FDFB-A733-8467-3D17CFD9FD73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8970296" y="2518859"/>
                <a:ext cx="1759320" cy="553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32" name="Ink 31">
                <a:extLst>
                  <a:ext uri="{FF2B5EF4-FFF2-40B4-BE49-F238E27FC236}">
                    <a16:creationId xmlns:a16="http://schemas.microsoft.com/office/drawing/2014/main" id="{2FF01860-9E0C-5F5D-C4DB-00805270210C}"/>
                  </a:ext>
                </a:extLst>
              </p14:cNvPr>
              <p14:cNvContentPartPr/>
              <p14:nvPr/>
            </p14:nvContentPartPr>
            <p14:xfrm>
              <a:off x="8957696" y="2584739"/>
              <a:ext cx="241920" cy="249840"/>
            </p14:xfrm>
          </p:contentPart>
        </mc:Choice>
        <mc:Fallback xmlns="">
          <p:pic>
            <p:nvPicPr>
              <p:cNvPr id="32" name="Ink 31">
                <a:extLst>
                  <a:ext uri="{FF2B5EF4-FFF2-40B4-BE49-F238E27FC236}">
                    <a16:creationId xmlns:a16="http://schemas.microsoft.com/office/drawing/2014/main" id="{2FF01860-9E0C-5F5D-C4DB-00805270210C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8951567" y="2578619"/>
                <a:ext cx="254178" cy="262080"/>
              </a:xfrm>
              <a:prstGeom prst="rect">
                <a:avLst/>
              </a:prstGeom>
            </p:spPr>
          </p:pic>
        </mc:Fallback>
      </mc:AlternateContent>
      <p:sp>
        <p:nvSpPr>
          <p:cNvPr id="6" name="TextBox 5">
            <a:extLst>
              <a:ext uri="{FF2B5EF4-FFF2-40B4-BE49-F238E27FC236}">
                <a16:creationId xmlns:a16="http://schemas.microsoft.com/office/drawing/2014/main" id="{CF07DB5E-19EC-72E9-0BF5-1CC6F817B050}"/>
              </a:ext>
            </a:extLst>
          </p:cNvPr>
          <p:cNvSpPr txBox="1"/>
          <p:nvPr/>
        </p:nvSpPr>
        <p:spPr>
          <a:xfrm>
            <a:off x="7857145" y="4601632"/>
            <a:ext cx="385638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Palatino Linotype" panose="02040502050505030304" pitchFamily="18" charset="0"/>
              </a:rPr>
              <a:t>Is this conflict serializable?</a:t>
            </a:r>
          </a:p>
          <a:p>
            <a:endParaRPr lang="en-US" sz="2400" dirty="0">
              <a:latin typeface="Palatino Linotype" panose="02040502050505030304" pitchFamily="18" charset="0"/>
            </a:endParaRPr>
          </a:p>
          <a:p>
            <a:r>
              <a:rPr lang="en-US" sz="2400" dirty="0">
                <a:solidFill>
                  <a:srgbClr val="FF0000"/>
                </a:solidFill>
                <a:latin typeface="Palatino Linotype" panose="02040502050505030304" pitchFamily="18" charset="0"/>
              </a:rPr>
              <a:t>No!</a:t>
            </a:r>
          </a:p>
        </p:txBody>
      </p:sp>
    </p:spTree>
    <p:extLst>
      <p:ext uri="{BB962C8B-B14F-4D97-AF65-F5344CB8AC3E}">
        <p14:creationId xmlns:p14="http://schemas.microsoft.com/office/powerpoint/2010/main" val="3054945533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E77E49-0B9B-8E43-26CD-1281330BE6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7D9A04-5605-7B0B-3FF6-21C7B336D4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905091"/>
          </a:xfrm>
        </p:spPr>
        <p:txBody>
          <a:bodyPr>
            <a:normAutofit/>
          </a:bodyPr>
          <a:lstStyle/>
          <a:p>
            <a:pPr algn="ctr"/>
            <a:r>
              <a:rPr lang="en-US" sz="4000" b="1" dirty="0">
                <a:latin typeface="Palatino Linotype" panose="02040502050505030304" pitchFamily="18" charset="0"/>
              </a:rPr>
              <a:t>Conflict Serializability: Example III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D38FFC2-CD5E-6D2D-5830-57CDD9E5B2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07290" y="6356350"/>
            <a:ext cx="2743200" cy="365125"/>
          </a:xfrm>
        </p:spPr>
        <p:txBody>
          <a:bodyPr/>
          <a:lstStyle/>
          <a:p>
            <a:fld id="{D0FE24AB-0A3D-3945-A314-A55A03C76B7E}" type="slidenum">
              <a:rPr lang="en-US" smtClean="0">
                <a:latin typeface="Palatino Linotype" panose="02040502050505030304" pitchFamily="18" charset="0"/>
              </a:rPr>
              <a:t>95</a:t>
            </a:fld>
            <a:endParaRPr lang="en-US" dirty="0">
              <a:latin typeface="Palatino Linotype" panose="02040502050505030304" pitchFamily="18" charset="0"/>
            </a:endParaRP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7A46B2A3-1CC7-7806-32AF-C38A632AFBC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97506676"/>
              </p:ext>
            </p:extLst>
          </p:nvPr>
        </p:nvGraphicFramePr>
        <p:xfrm>
          <a:off x="2007040" y="1468264"/>
          <a:ext cx="5638900" cy="466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47414">
                  <a:extLst>
                    <a:ext uri="{9D8B030D-6E8A-4147-A177-3AD203B41FA5}">
                      <a16:colId xmlns:a16="http://schemas.microsoft.com/office/drawing/2014/main" val="282134077"/>
                    </a:ext>
                  </a:extLst>
                </a:gridCol>
                <a:gridCol w="1845743">
                  <a:extLst>
                    <a:ext uri="{9D8B030D-6E8A-4147-A177-3AD203B41FA5}">
                      <a16:colId xmlns:a16="http://schemas.microsoft.com/office/drawing/2014/main" val="4206062769"/>
                    </a:ext>
                  </a:extLst>
                </a:gridCol>
                <a:gridCol w="1845743">
                  <a:extLst>
                    <a:ext uri="{9D8B030D-6E8A-4147-A177-3AD203B41FA5}">
                      <a16:colId xmlns:a16="http://schemas.microsoft.com/office/drawing/2014/main" val="213786926"/>
                    </a:ext>
                  </a:extLst>
                </a:gridCol>
              </a:tblGrid>
              <a:tr h="4235036">
                <a:tc>
                  <a:txBody>
                    <a:bodyPr/>
                    <a:lstStyle/>
                    <a:p>
                      <a:pPr algn="l"/>
                      <a:r>
                        <a:rPr lang="en-US" sz="2000" b="1" i="0" dirty="0">
                          <a:solidFill>
                            <a:schemeClr val="tx1"/>
                          </a:solidFill>
                          <a:latin typeface="Palatino Linotype" panose="02040502050505030304" pitchFamily="18" charset="0"/>
                        </a:rPr>
                        <a:t>T1:</a:t>
                      </a:r>
                    </a:p>
                    <a:p>
                      <a:pPr algn="l"/>
                      <a:endParaRPr lang="en-US" sz="2000" b="0" i="0" dirty="0">
                        <a:solidFill>
                          <a:schemeClr val="tx1"/>
                        </a:solidFill>
                        <a:latin typeface="Palatino Linotype" panose="02040502050505030304" pitchFamily="18" charset="0"/>
                      </a:endParaRPr>
                    </a:p>
                    <a:p>
                      <a:pPr algn="l"/>
                      <a:r>
                        <a:rPr lang="en-US" sz="2000" b="1" i="0" dirty="0">
                          <a:solidFill>
                            <a:schemeClr val="tx1"/>
                          </a:solidFill>
                          <a:latin typeface="Palatino Linotype" panose="02040502050505030304" pitchFamily="18" charset="0"/>
                        </a:rPr>
                        <a:t>Begin</a:t>
                      </a:r>
                    </a:p>
                    <a:p>
                      <a:pPr algn="l"/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read(</a:t>
                      </a:r>
                      <a:r>
                        <a:rPr lang="en-US" sz="2000" b="1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A</a:t>
                      </a:r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algn="l"/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write(</a:t>
                      </a:r>
                      <a:r>
                        <a:rPr lang="en-US" sz="2000" b="1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A</a:t>
                      </a:r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algn="l"/>
                      <a:endParaRPr lang="en-US" sz="2000" b="0" i="0" kern="1200" dirty="0">
                        <a:solidFill>
                          <a:schemeClr val="tx1"/>
                        </a:solidFill>
                        <a:effectLst/>
                        <a:latin typeface="Palatino Linotype" panose="02040502050505030304" pitchFamily="18" charset="0"/>
                        <a:ea typeface="+mn-ea"/>
                        <a:cs typeface="+mn-cs"/>
                      </a:endParaRPr>
                    </a:p>
                    <a:p>
                      <a:pPr algn="l"/>
                      <a:endParaRPr lang="en-US" sz="2000" b="0" i="0" kern="1200" dirty="0">
                        <a:solidFill>
                          <a:schemeClr val="tx1"/>
                        </a:solidFill>
                        <a:effectLst/>
                        <a:latin typeface="Palatino Linotype" panose="02040502050505030304" pitchFamily="18" charset="0"/>
                        <a:ea typeface="+mn-ea"/>
                        <a:cs typeface="+mn-cs"/>
                      </a:endParaRPr>
                    </a:p>
                    <a:p>
                      <a:pPr algn="l"/>
                      <a:endParaRPr lang="en-US" sz="2000" b="0" i="0" kern="1200" dirty="0">
                        <a:solidFill>
                          <a:schemeClr val="tx1"/>
                        </a:solidFill>
                        <a:effectLst/>
                        <a:latin typeface="Palatino Linotype" panose="02040502050505030304" pitchFamily="18" charset="0"/>
                        <a:ea typeface="+mn-ea"/>
                        <a:cs typeface="+mn-cs"/>
                      </a:endParaRPr>
                    </a:p>
                    <a:p>
                      <a:pPr algn="l"/>
                      <a:endParaRPr lang="en-US" sz="2000" b="0" i="0" kern="1200" dirty="0">
                        <a:solidFill>
                          <a:schemeClr val="tx1"/>
                        </a:solidFill>
                        <a:effectLst/>
                        <a:latin typeface="Palatino Linotype" panose="02040502050505030304" pitchFamily="18" charset="0"/>
                        <a:ea typeface="+mn-ea"/>
                        <a:cs typeface="+mn-cs"/>
                      </a:endParaRPr>
                    </a:p>
                    <a:p>
                      <a:pPr algn="l"/>
                      <a:endParaRPr lang="en-US" sz="2000" b="0" i="0" kern="1200" dirty="0">
                        <a:solidFill>
                          <a:schemeClr val="tx1"/>
                        </a:solidFill>
                        <a:effectLst/>
                        <a:latin typeface="Palatino Linotype" panose="02040502050505030304" pitchFamily="18" charset="0"/>
                        <a:ea typeface="+mn-ea"/>
                        <a:cs typeface="+mn-cs"/>
                      </a:endParaRPr>
                    </a:p>
                    <a:p>
                      <a:pPr algn="l"/>
                      <a:endParaRPr lang="en-US" sz="2000" b="0" i="0" kern="1200" dirty="0">
                        <a:solidFill>
                          <a:schemeClr val="tx1"/>
                        </a:solidFill>
                        <a:effectLst/>
                        <a:latin typeface="Palatino Linotype" panose="02040502050505030304" pitchFamily="18" charset="0"/>
                        <a:ea typeface="+mn-ea"/>
                        <a:cs typeface="+mn-cs"/>
                      </a:endParaRPr>
                    </a:p>
                    <a:p>
                      <a:pPr algn="l"/>
                      <a:endParaRPr lang="en-US" sz="2000" b="0" i="0" kern="1200" dirty="0">
                        <a:solidFill>
                          <a:schemeClr val="tx1"/>
                        </a:solidFill>
                        <a:effectLst/>
                        <a:latin typeface="Palatino Linotype" panose="02040502050505030304" pitchFamily="18" charset="0"/>
                        <a:ea typeface="+mn-ea"/>
                        <a:cs typeface="+mn-cs"/>
                      </a:endParaRPr>
                    </a:p>
                    <a:p>
                      <a:pPr algn="l"/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read(</a:t>
                      </a:r>
                      <a:r>
                        <a:rPr lang="en-US" sz="2000" b="1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B</a:t>
                      </a:r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algn="l"/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write(</a:t>
                      </a:r>
                      <a:r>
                        <a:rPr lang="en-US" sz="2000" b="1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B</a:t>
                      </a:r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algn="l"/>
                      <a:r>
                        <a:rPr lang="en-US" sz="2000" b="1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End</a:t>
                      </a: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b="1" i="0" dirty="0">
                          <a:solidFill>
                            <a:schemeClr val="tx1"/>
                          </a:solidFill>
                          <a:latin typeface="Palatino Linotype" panose="02040502050505030304" pitchFamily="18" charset="0"/>
                        </a:rPr>
                        <a:t>T2:</a:t>
                      </a:r>
                    </a:p>
                    <a:p>
                      <a:pPr algn="l"/>
                      <a:endParaRPr lang="en-US" sz="2000" b="0" i="0" dirty="0">
                        <a:solidFill>
                          <a:schemeClr val="tx1"/>
                        </a:solidFill>
                        <a:latin typeface="Palatino Linotype" panose="02040502050505030304" pitchFamily="18" charset="0"/>
                      </a:endParaRPr>
                    </a:p>
                    <a:p>
                      <a:pPr algn="l"/>
                      <a:endParaRPr lang="en-US" sz="2000" b="0" i="0" dirty="0">
                        <a:solidFill>
                          <a:schemeClr val="tx1"/>
                        </a:solidFill>
                        <a:latin typeface="Palatino Linotype" panose="02040502050505030304" pitchFamily="18" charset="0"/>
                      </a:endParaRPr>
                    </a:p>
                    <a:p>
                      <a:pPr algn="l"/>
                      <a:endParaRPr lang="en-US" sz="2000" b="0" i="0" dirty="0">
                        <a:solidFill>
                          <a:schemeClr val="tx1"/>
                        </a:solidFill>
                        <a:latin typeface="Palatino Linotype" panose="02040502050505030304" pitchFamily="18" charset="0"/>
                      </a:endParaRPr>
                    </a:p>
                    <a:p>
                      <a:pPr algn="l"/>
                      <a:endParaRPr lang="en-US" sz="2000" b="0" i="0" dirty="0">
                        <a:solidFill>
                          <a:schemeClr val="tx1"/>
                        </a:solidFill>
                        <a:latin typeface="Palatino Linotype" panose="02040502050505030304" pitchFamily="18" charset="0"/>
                      </a:endParaRPr>
                    </a:p>
                    <a:p>
                      <a:pPr algn="l"/>
                      <a:endParaRPr lang="en-US" sz="2000" b="0" i="0" dirty="0">
                        <a:solidFill>
                          <a:schemeClr val="tx1"/>
                        </a:solidFill>
                        <a:latin typeface="Palatino Linotype" panose="02040502050505030304" pitchFamily="18" charset="0"/>
                      </a:endParaRPr>
                    </a:p>
                    <a:p>
                      <a:pPr algn="l"/>
                      <a:endParaRPr lang="en-US" sz="2000" b="0" i="0" dirty="0">
                        <a:solidFill>
                          <a:schemeClr val="tx1"/>
                        </a:solidFill>
                        <a:latin typeface="Palatino Linotype" panose="02040502050505030304" pitchFamily="18" charset="0"/>
                      </a:endParaRPr>
                    </a:p>
                    <a:p>
                      <a:pPr algn="l"/>
                      <a:endParaRPr lang="en-US" sz="2000" b="0" i="0" dirty="0">
                        <a:solidFill>
                          <a:schemeClr val="tx1"/>
                        </a:solidFill>
                        <a:latin typeface="Palatino Linotype" panose="02040502050505030304" pitchFamily="18" charset="0"/>
                      </a:endParaRPr>
                    </a:p>
                    <a:p>
                      <a:pPr algn="l"/>
                      <a:r>
                        <a:rPr lang="en-US" sz="2000" b="1" i="0" dirty="0">
                          <a:solidFill>
                            <a:schemeClr val="tx1"/>
                          </a:solidFill>
                          <a:latin typeface="Palatino Linotype" panose="02040502050505030304" pitchFamily="18" charset="0"/>
                        </a:rPr>
                        <a:t>Begin</a:t>
                      </a:r>
                    </a:p>
                    <a:p>
                      <a:pPr algn="l"/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read(</a:t>
                      </a:r>
                      <a:r>
                        <a:rPr lang="en-US" sz="2000" b="1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B</a:t>
                      </a:r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algn="l"/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write(</a:t>
                      </a:r>
                      <a:r>
                        <a:rPr lang="en-US" sz="2000" b="1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B</a:t>
                      </a:r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algn="l"/>
                      <a:r>
                        <a:rPr lang="en-US" sz="2000" b="1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End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b="1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T3:</a:t>
                      </a:r>
                    </a:p>
                    <a:p>
                      <a:pPr algn="l"/>
                      <a:endParaRPr lang="en-US" sz="2000" b="1" i="0" kern="1200" dirty="0">
                        <a:solidFill>
                          <a:schemeClr val="tx1"/>
                        </a:solidFill>
                        <a:effectLst/>
                        <a:latin typeface="Palatino Linotype" panose="02040502050505030304" pitchFamily="18" charset="0"/>
                        <a:ea typeface="+mn-ea"/>
                        <a:cs typeface="+mn-cs"/>
                      </a:endParaRPr>
                    </a:p>
                    <a:p>
                      <a:pPr algn="l"/>
                      <a:endParaRPr lang="en-US" sz="2000" b="1" i="0" kern="1200" dirty="0">
                        <a:solidFill>
                          <a:schemeClr val="tx1"/>
                        </a:solidFill>
                        <a:effectLst/>
                        <a:latin typeface="Palatino Linotype" panose="02040502050505030304" pitchFamily="18" charset="0"/>
                        <a:ea typeface="+mn-ea"/>
                        <a:cs typeface="+mn-cs"/>
                      </a:endParaRPr>
                    </a:p>
                    <a:p>
                      <a:pPr algn="l"/>
                      <a:endParaRPr lang="en-US" sz="2000" b="1" i="0" kern="1200" dirty="0">
                        <a:solidFill>
                          <a:schemeClr val="tx1"/>
                        </a:solidFill>
                        <a:effectLst/>
                        <a:latin typeface="Palatino Linotype" panose="02040502050505030304" pitchFamily="18" charset="0"/>
                        <a:ea typeface="+mn-ea"/>
                        <a:cs typeface="+mn-cs"/>
                      </a:endParaRPr>
                    </a:p>
                    <a:p>
                      <a:pPr algn="l"/>
                      <a:endParaRPr lang="en-US" sz="2000" b="1" i="0" kern="1200" dirty="0">
                        <a:solidFill>
                          <a:schemeClr val="tx1"/>
                        </a:solidFill>
                        <a:effectLst/>
                        <a:latin typeface="Palatino Linotype" panose="02040502050505030304" pitchFamily="18" charset="0"/>
                        <a:ea typeface="+mn-ea"/>
                        <a:cs typeface="+mn-cs"/>
                      </a:endParaRPr>
                    </a:p>
                    <a:p>
                      <a:pPr algn="l"/>
                      <a:r>
                        <a:rPr lang="en-US" sz="2000" b="1" i="0" dirty="0">
                          <a:solidFill>
                            <a:schemeClr val="tx1"/>
                          </a:solidFill>
                          <a:latin typeface="Palatino Linotype" panose="02040502050505030304" pitchFamily="18" charset="0"/>
                        </a:rPr>
                        <a:t>Begin</a:t>
                      </a:r>
                    </a:p>
                    <a:p>
                      <a:pPr algn="l"/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read(</a:t>
                      </a:r>
                      <a:r>
                        <a:rPr lang="en-US" sz="2000" b="1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A</a:t>
                      </a:r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algn="l"/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write(</a:t>
                      </a:r>
                      <a:r>
                        <a:rPr lang="en-US" sz="2000" b="1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A</a:t>
                      </a:r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algn="l"/>
                      <a:r>
                        <a:rPr lang="en-US" sz="2000" b="1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End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7499455"/>
                  </a:ext>
                </a:extLst>
              </a:tr>
            </a:tbl>
          </a:graphicData>
        </a:graphic>
      </p:graphicFrame>
      <p:grpSp>
        <p:nvGrpSpPr>
          <p:cNvPr id="8" name="Group 7">
            <a:extLst>
              <a:ext uri="{FF2B5EF4-FFF2-40B4-BE49-F238E27FC236}">
                <a16:creationId xmlns:a16="http://schemas.microsoft.com/office/drawing/2014/main" id="{47963F55-F32D-9D27-B2AC-DD69FE9D1F4A}"/>
              </a:ext>
            </a:extLst>
          </p:cNvPr>
          <p:cNvGrpSpPr/>
          <p:nvPr/>
        </p:nvGrpSpPr>
        <p:grpSpPr>
          <a:xfrm>
            <a:off x="838200" y="1468264"/>
            <a:ext cx="817645" cy="4531885"/>
            <a:chOff x="272373" y="1701579"/>
            <a:chExt cx="817645" cy="4531885"/>
          </a:xfrm>
        </p:grpSpPr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93454C25-F9C6-B32A-2F0F-6399D98D960B}"/>
                </a:ext>
              </a:extLst>
            </p:cNvPr>
            <p:cNvCxnSpPr>
              <a:cxnSpLocks/>
            </p:cNvCxnSpPr>
            <p:nvPr/>
          </p:nvCxnSpPr>
          <p:spPr>
            <a:xfrm>
              <a:off x="1081378" y="1701579"/>
              <a:ext cx="0" cy="4531885"/>
            </a:xfrm>
            <a:prstGeom prst="straightConnector1">
              <a:avLst/>
            </a:prstGeom>
            <a:ln w="31750">
              <a:solidFill>
                <a:schemeClr val="accent2">
                  <a:lumMod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3DF33FA4-C367-ACEA-51F1-B64C2B1FBCD1}"/>
                </a:ext>
              </a:extLst>
            </p:cNvPr>
            <p:cNvSpPr txBox="1"/>
            <p:nvPr/>
          </p:nvSpPr>
          <p:spPr>
            <a:xfrm>
              <a:off x="272373" y="3501634"/>
              <a:ext cx="817645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b="1" dirty="0">
                  <a:solidFill>
                    <a:schemeClr val="accent2">
                      <a:lumMod val="50000"/>
                    </a:schemeClr>
                  </a:solidFill>
                  <a:latin typeface="Palatino Linotype" panose="02040502050505030304" pitchFamily="18" charset="0"/>
                </a:rPr>
                <a:t>Time</a:t>
              </a:r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3594E460-0ADD-CEB8-ECE1-F8B1A64AF70E}"/>
              </a:ext>
            </a:extLst>
          </p:cNvPr>
          <p:cNvGrpSpPr/>
          <p:nvPr/>
        </p:nvGrpSpPr>
        <p:grpSpPr>
          <a:xfrm>
            <a:off x="8636081" y="1993996"/>
            <a:ext cx="544749" cy="505838"/>
            <a:chOff x="7694579" y="1916350"/>
            <a:chExt cx="544749" cy="505838"/>
          </a:xfrm>
        </p:grpSpPr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8DC2378A-AF51-749A-C59E-8AE3F79302BC}"/>
                </a:ext>
              </a:extLst>
            </p:cNvPr>
            <p:cNvSpPr/>
            <p:nvPr/>
          </p:nvSpPr>
          <p:spPr>
            <a:xfrm>
              <a:off x="7694579" y="1916350"/>
              <a:ext cx="544749" cy="505838"/>
            </a:xfrm>
            <a:prstGeom prst="ellipse">
              <a:avLst/>
            </a:prstGeom>
            <a:noFill/>
            <a:ln w="254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F6A30608-6D53-348B-1222-99D999E8FAFA}"/>
                </a:ext>
              </a:extLst>
            </p:cNvPr>
            <p:cNvSpPr txBox="1"/>
            <p:nvPr/>
          </p:nvSpPr>
          <p:spPr>
            <a:xfrm>
              <a:off x="7751409" y="1969214"/>
              <a:ext cx="47000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>
                  <a:latin typeface="Palatino Linotype" panose="02040502050505030304" pitchFamily="18" charset="0"/>
                </a:rPr>
                <a:t>T1</a:t>
              </a:r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E6C3FDEE-3E39-BCDA-6592-F769D02A9B2B}"/>
              </a:ext>
            </a:extLst>
          </p:cNvPr>
          <p:cNvGrpSpPr/>
          <p:nvPr/>
        </p:nvGrpSpPr>
        <p:grpSpPr>
          <a:xfrm>
            <a:off x="10570350" y="1993996"/>
            <a:ext cx="544749" cy="505838"/>
            <a:chOff x="7694579" y="1916350"/>
            <a:chExt cx="544749" cy="505838"/>
          </a:xfrm>
        </p:grpSpPr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A414706B-25E1-23F0-2418-BDD60519CD8B}"/>
                </a:ext>
              </a:extLst>
            </p:cNvPr>
            <p:cNvSpPr/>
            <p:nvPr/>
          </p:nvSpPr>
          <p:spPr>
            <a:xfrm>
              <a:off x="7694579" y="1916350"/>
              <a:ext cx="544749" cy="505838"/>
            </a:xfrm>
            <a:prstGeom prst="ellipse">
              <a:avLst/>
            </a:prstGeom>
            <a:noFill/>
            <a:ln w="254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BE60F917-641A-401C-4C5D-3A25E2464110}"/>
                </a:ext>
              </a:extLst>
            </p:cNvPr>
            <p:cNvSpPr txBox="1"/>
            <p:nvPr/>
          </p:nvSpPr>
          <p:spPr>
            <a:xfrm>
              <a:off x="7751409" y="1969214"/>
              <a:ext cx="47000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>
                  <a:latin typeface="Palatino Linotype" panose="02040502050505030304" pitchFamily="18" charset="0"/>
                </a:rPr>
                <a:t>T2</a:t>
              </a:r>
            </a:p>
          </p:txBody>
        </p: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3093B15F-E13E-8745-F67C-CFC21AD19F71}"/>
              </a:ext>
            </a:extLst>
          </p:cNvPr>
          <p:cNvSpPr txBox="1"/>
          <p:nvPr/>
        </p:nvSpPr>
        <p:spPr>
          <a:xfrm>
            <a:off x="7857145" y="4601632"/>
            <a:ext cx="385638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Palatino Linotype" panose="02040502050505030304" pitchFamily="18" charset="0"/>
              </a:rPr>
              <a:t>Is this conflict serializable?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192AB82F-89E1-860C-1130-5F524175F62B}"/>
              </a:ext>
            </a:extLst>
          </p:cNvPr>
          <p:cNvGrpSpPr/>
          <p:nvPr/>
        </p:nvGrpSpPr>
        <p:grpSpPr>
          <a:xfrm>
            <a:off x="9711074" y="3015400"/>
            <a:ext cx="544749" cy="505838"/>
            <a:chOff x="7694579" y="1916350"/>
            <a:chExt cx="544749" cy="505838"/>
          </a:xfrm>
        </p:grpSpPr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49AC8569-E63A-885E-EF72-09D58DA13F67}"/>
                </a:ext>
              </a:extLst>
            </p:cNvPr>
            <p:cNvSpPr/>
            <p:nvPr/>
          </p:nvSpPr>
          <p:spPr>
            <a:xfrm>
              <a:off x="7694579" y="1916350"/>
              <a:ext cx="544749" cy="505838"/>
            </a:xfrm>
            <a:prstGeom prst="ellipse">
              <a:avLst/>
            </a:prstGeom>
            <a:noFill/>
            <a:ln w="254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31D38064-854C-2B35-2A9F-DD640969269D}"/>
                </a:ext>
              </a:extLst>
            </p:cNvPr>
            <p:cNvSpPr txBox="1"/>
            <p:nvPr/>
          </p:nvSpPr>
          <p:spPr>
            <a:xfrm>
              <a:off x="7751409" y="1969214"/>
              <a:ext cx="47000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>
                  <a:latin typeface="Palatino Linotype" panose="02040502050505030304" pitchFamily="18" charset="0"/>
                </a:rPr>
                <a:t>T3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757797315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274BD0-DA61-181F-4BC9-6D5E384C5E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B1A254-6177-EE7F-4102-9D2085DFB2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905091"/>
          </a:xfrm>
        </p:spPr>
        <p:txBody>
          <a:bodyPr>
            <a:normAutofit/>
          </a:bodyPr>
          <a:lstStyle/>
          <a:p>
            <a:pPr algn="ctr"/>
            <a:r>
              <a:rPr lang="en-US" sz="4000" b="1" dirty="0">
                <a:latin typeface="Palatino Linotype" panose="02040502050505030304" pitchFamily="18" charset="0"/>
              </a:rPr>
              <a:t>Conflict Serializability: Example III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F692051-7DEA-831C-6243-0A195BAB17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07290" y="6356350"/>
            <a:ext cx="2743200" cy="365125"/>
          </a:xfrm>
        </p:spPr>
        <p:txBody>
          <a:bodyPr/>
          <a:lstStyle/>
          <a:p>
            <a:fld id="{D0FE24AB-0A3D-3945-A314-A55A03C76B7E}" type="slidenum">
              <a:rPr lang="en-US" smtClean="0">
                <a:latin typeface="Palatino Linotype" panose="02040502050505030304" pitchFamily="18" charset="0"/>
              </a:rPr>
              <a:t>96</a:t>
            </a:fld>
            <a:endParaRPr lang="en-US" dirty="0">
              <a:latin typeface="Palatino Linotype" panose="02040502050505030304" pitchFamily="18" charset="0"/>
            </a:endParaRP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6D127C81-52BE-9131-FB03-552FD04BAAE2}"/>
              </a:ext>
            </a:extLst>
          </p:cNvPr>
          <p:cNvGraphicFramePr>
            <a:graphicFrameLocks noGrp="1"/>
          </p:cNvGraphicFramePr>
          <p:nvPr/>
        </p:nvGraphicFramePr>
        <p:xfrm>
          <a:off x="2007040" y="1468264"/>
          <a:ext cx="5638900" cy="466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47414">
                  <a:extLst>
                    <a:ext uri="{9D8B030D-6E8A-4147-A177-3AD203B41FA5}">
                      <a16:colId xmlns:a16="http://schemas.microsoft.com/office/drawing/2014/main" val="282134077"/>
                    </a:ext>
                  </a:extLst>
                </a:gridCol>
                <a:gridCol w="1845743">
                  <a:extLst>
                    <a:ext uri="{9D8B030D-6E8A-4147-A177-3AD203B41FA5}">
                      <a16:colId xmlns:a16="http://schemas.microsoft.com/office/drawing/2014/main" val="4206062769"/>
                    </a:ext>
                  </a:extLst>
                </a:gridCol>
                <a:gridCol w="1845743">
                  <a:extLst>
                    <a:ext uri="{9D8B030D-6E8A-4147-A177-3AD203B41FA5}">
                      <a16:colId xmlns:a16="http://schemas.microsoft.com/office/drawing/2014/main" val="213786926"/>
                    </a:ext>
                  </a:extLst>
                </a:gridCol>
              </a:tblGrid>
              <a:tr h="4235036">
                <a:tc>
                  <a:txBody>
                    <a:bodyPr/>
                    <a:lstStyle/>
                    <a:p>
                      <a:pPr algn="l"/>
                      <a:r>
                        <a:rPr lang="en-US" sz="2000" b="1" i="0" dirty="0">
                          <a:solidFill>
                            <a:schemeClr val="tx1"/>
                          </a:solidFill>
                          <a:latin typeface="Palatino Linotype" panose="02040502050505030304" pitchFamily="18" charset="0"/>
                        </a:rPr>
                        <a:t>T1:</a:t>
                      </a:r>
                    </a:p>
                    <a:p>
                      <a:pPr algn="l"/>
                      <a:endParaRPr lang="en-US" sz="2000" b="0" i="0" dirty="0">
                        <a:solidFill>
                          <a:schemeClr val="tx1"/>
                        </a:solidFill>
                        <a:latin typeface="Palatino Linotype" panose="02040502050505030304" pitchFamily="18" charset="0"/>
                      </a:endParaRPr>
                    </a:p>
                    <a:p>
                      <a:pPr algn="l"/>
                      <a:r>
                        <a:rPr lang="en-US" sz="2000" b="1" i="0" dirty="0">
                          <a:solidFill>
                            <a:schemeClr val="tx1"/>
                          </a:solidFill>
                          <a:latin typeface="Palatino Linotype" panose="02040502050505030304" pitchFamily="18" charset="0"/>
                        </a:rPr>
                        <a:t>Begin</a:t>
                      </a:r>
                    </a:p>
                    <a:p>
                      <a:pPr algn="l"/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read(</a:t>
                      </a:r>
                      <a:r>
                        <a:rPr lang="en-US" sz="2000" b="1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A</a:t>
                      </a:r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algn="l"/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write(</a:t>
                      </a:r>
                      <a:r>
                        <a:rPr lang="en-US" sz="2000" b="1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A</a:t>
                      </a:r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algn="l"/>
                      <a:endParaRPr lang="en-US" sz="2000" b="0" i="0" kern="1200" dirty="0">
                        <a:solidFill>
                          <a:schemeClr val="tx1"/>
                        </a:solidFill>
                        <a:effectLst/>
                        <a:latin typeface="Palatino Linotype" panose="02040502050505030304" pitchFamily="18" charset="0"/>
                        <a:ea typeface="+mn-ea"/>
                        <a:cs typeface="+mn-cs"/>
                      </a:endParaRPr>
                    </a:p>
                    <a:p>
                      <a:pPr algn="l"/>
                      <a:endParaRPr lang="en-US" sz="2000" b="0" i="0" kern="1200" dirty="0">
                        <a:solidFill>
                          <a:schemeClr val="tx1"/>
                        </a:solidFill>
                        <a:effectLst/>
                        <a:latin typeface="Palatino Linotype" panose="02040502050505030304" pitchFamily="18" charset="0"/>
                        <a:ea typeface="+mn-ea"/>
                        <a:cs typeface="+mn-cs"/>
                      </a:endParaRPr>
                    </a:p>
                    <a:p>
                      <a:pPr algn="l"/>
                      <a:endParaRPr lang="en-US" sz="2000" b="0" i="0" kern="1200" dirty="0">
                        <a:solidFill>
                          <a:schemeClr val="tx1"/>
                        </a:solidFill>
                        <a:effectLst/>
                        <a:latin typeface="Palatino Linotype" panose="02040502050505030304" pitchFamily="18" charset="0"/>
                        <a:ea typeface="+mn-ea"/>
                        <a:cs typeface="+mn-cs"/>
                      </a:endParaRPr>
                    </a:p>
                    <a:p>
                      <a:pPr algn="l"/>
                      <a:endParaRPr lang="en-US" sz="2000" b="0" i="0" kern="1200" dirty="0">
                        <a:solidFill>
                          <a:schemeClr val="tx1"/>
                        </a:solidFill>
                        <a:effectLst/>
                        <a:latin typeface="Palatino Linotype" panose="02040502050505030304" pitchFamily="18" charset="0"/>
                        <a:ea typeface="+mn-ea"/>
                        <a:cs typeface="+mn-cs"/>
                      </a:endParaRPr>
                    </a:p>
                    <a:p>
                      <a:pPr algn="l"/>
                      <a:endParaRPr lang="en-US" sz="2000" b="0" i="0" kern="1200" dirty="0">
                        <a:solidFill>
                          <a:schemeClr val="tx1"/>
                        </a:solidFill>
                        <a:effectLst/>
                        <a:latin typeface="Palatino Linotype" panose="02040502050505030304" pitchFamily="18" charset="0"/>
                        <a:ea typeface="+mn-ea"/>
                        <a:cs typeface="+mn-cs"/>
                      </a:endParaRPr>
                    </a:p>
                    <a:p>
                      <a:pPr algn="l"/>
                      <a:endParaRPr lang="en-US" sz="2000" b="0" i="0" kern="1200" dirty="0">
                        <a:solidFill>
                          <a:schemeClr val="tx1"/>
                        </a:solidFill>
                        <a:effectLst/>
                        <a:latin typeface="Palatino Linotype" panose="02040502050505030304" pitchFamily="18" charset="0"/>
                        <a:ea typeface="+mn-ea"/>
                        <a:cs typeface="+mn-cs"/>
                      </a:endParaRPr>
                    </a:p>
                    <a:p>
                      <a:pPr algn="l"/>
                      <a:endParaRPr lang="en-US" sz="2000" b="0" i="0" kern="1200" dirty="0">
                        <a:solidFill>
                          <a:schemeClr val="tx1"/>
                        </a:solidFill>
                        <a:effectLst/>
                        <a:latin typeface="Palatino Linotype" panose="02040502050505030304" pitchFamily="18" charset="0"/>
                        <a:ea typeface="+mn-ea"/>
                        <a:cs typeface="+mn-cs"/>
                      </a:endParaRPr>
                    </a:p>
                    <a:p>
                      <a:pPr algn="l"/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read(</a:t>
                      </a:r>
                      <a:r>
                        <a:rPr lang="en-US" sz="2000" b="1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B</a:t>
                      </a:r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algn="l"/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write(</a:t>
                      </a:r>
                      <a:r>
                        <a:rPr lang="en-US" sz="2000" b="1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B</a:t>
                      </a:r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algn="l"/>
                      <a:r>
                        <a:rPr lang="en-US" sz="2000" b="1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End</a:t>
                      </a: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b="1" i="0" dirty="0">
                          <a:solidFill>
                            <a:schemeClr val="tx1"/>
                          </a:solidFill>
                          <a:latin typeface="Palatino Linotype" panose="02040502050505030304" pitchFamily="18" charset="0"/>
                        </a:rPr>
                        <a:t>T2:</a:t>
                      </a:r>
                    </a:p>
                    <a:p>
                      <a:pPr algn="l"/>
                      <a:endParaRPr lang="en-US" sz="2000" b="0" i="0" dirty="0">
                        <a:solidFill>
                          <a:schemeClr val="tx1"/>
                        </a:solidFill>
                        <a:latin typeface="Palatino Linotype" panose="02040502050505030304" pitchFamily="18" charset="0"/>
                      </a:endParaRPr>
                    </a:p>
                    <a:p>
                      <a:pPr algn="l"/>
                      <a:endParaRPr lang="en-US" sz="2000" b="0" i="0" dirty="0">
                        <a:solidFill>
                          <a:schemeClr val="tx1"/>
                        </a:solidFill>
                        <a:latin typeface="Palatino Linotype" panose="02040502050505030304" pitchFamily="18" charset="0"/>
                      </a:endParaRPr>
                    </a:p>
                    <a:p>
                      <a:pPr algn="l"/>
                      <a:endParaRPr lang="en-US" sz="2000" b="0" i="0" dirty="0">
                        <a:solidFill>
                          <a:schemeClr val="tx1"/>
                        </a:solidFill>
                        <a:latin typeface="Palatino Linotype" panose="02040502050505030304" pitchFamily="18" charset="0"/>
                      </a:endParaRPr>
                    </a:p>
                    <a:p>
                      <a:pPr algn="l"/>
                      <a:endParaRPr lang="en-US" sz="2000" b="0" i="0" dirty="0">
                        <a:solidFill>
                          <a:schemeClr val="tx1"/>
                        </a:solidFill>
                        <a:latin typeface="Palatino Linotype" panose="02040502050505030304" pitchFamily="18" charset="0"/>
                      </a:endParaRPr>
                    </a:p>
                    <a:p>
                      <a:pPr algn="l"/>
                      <a:endParaRPr lang="en-US" sz="2000" b="0" i="0" dirty="0">
                        <a:solidFill>
                          <a:schemeClr val="tx1"/>
                        </a:solidFill>
                        <a:latin typeface="Palatino Linotype" panose="02040502050505030304" pitchFamily="18" charset="0"/>
                      </a:endParaRPr>
                    </a:p>
                    <a:p>
                      <a:pPr algn="l"/>
                      <a:endParaRPr lang="en-US" sz="2000" b="0" i="0" dirty="0">
                        <a:solidFill>
                          <a:schemeClr val="tx1"/>
                        </a:solidFill>
                        <a:latin typeface="Palatino Linotype" panose="02040502050505030304" pitchFamily="18" charset="0"/>
                      </a:endParaRPr>
                    </a:p>
                    <a:p>
                      <a:pPr algn="l"/>
                      <a:endParaRPr lang="en-US" sz="2000" b="0" i="0" dirty="0">
                        <a:solidFill>
                          <a:schemeClr val="tx1"/>
                        </a:solidFill>
                        <a:latin typeface="Palatino Linotype" panose="02040502050505030304" pitchFamily="18" charset="0"/>
                      </a:endParaRPr>
                    </a:p>
                    <a:p>
                      <a:pPr algn="l"/>
                      <a:r>
                        <a:rPr lang="en-US" sz="2000" b="1" i="0" dirty="0">
                          <a:solidFill>
                            <a:schemeClr val="tx1"/>
                          </a:solidFill>
                          <a:latin typeface="Palatino Linotype" panose="02040502050505030304" pitchFamily="18" charset="0"/>
                        </a:rPr>
                        <a:t>Begin</a:t>
                      </a:r>
                    </a:p>
                    <a:p>
                      <a:pPr algn="l"/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read(</a:t>
                      </a:r>
                      <a:r>
                        <a:rPr lang="en-US" sz="2000" b="1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B</a:t>
                      </a:r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algn="l"/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write(</a:t>
                      </a:r>
                      <a:r>
                        <a:rPr lang="en-US" sz="2000" b="1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B</a:t>
                      </a:r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algn="l"/>
                      <a:r>
                        <a:rPr lang="en-US" sz="2000" b="1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End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b="1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T3:</a:t>
                      </a:r>
                    </a:p>
                    <a:p>
                      <a:pPr algn="l"/>
                      <a:endParaRPr lang="en-US" sz="2000" b="1" i="0" kern="1200" dirty="0">
                        <a:solidFill>
                          <a:schemeClr val="tx1"/>
                        </a:solidFill>
                        <a:effectLst/>
                        <a:latin typeface="Palatino Linotype" panose="02040502050505030304" pitchFamily="18" charset="0"/>
                        <a:ea typeface="+mn-ea"/>
                        <a:cs typeface="+mn-cs"/>
                      </a:endParaRPr>
                    </a:p>
                    <a:p>
                      <a:pPr algn="l"/>
                      <a:endParaRPr lang="en-US" sz="2000" b="1" i="0" kern="1200" dirty="0">
                        <a:solidFill>
                          <a:schemeClr val="tx1"/>
                        </a:solidFill>
                        <a:effectLst/>
                        <a:latin typeface="Palatino Linotype" panose="02040502050505030304" pitchFamily="18" charset="0"/>
                        <a:ea typeface="+mn-ea"/>
                        <a:cs typeface="+mn-cs"/>
                      </a:endParaRPr>
                    </a:p>
                    <a:p>
                      <a:pPr algn="l"/>
                      <a:endParaRPr lang="en-US" sz="2000" b="1" i="0" kern="1200" dirty="0">
                        <a:solidFill>
                          <a:schemeClr val="tx1"/>
                        </a:solidFill>
                        <a:effectLst/>
                        <a:latin typeface="Palatino Linotype" panose="02040502050505030304" pitchFamily="18" charset="0"/>
                        <a:ea typeface="+mn-ea"/>
                        <a:cs typeface="+mn-cs"/>
                      </a:endParaRPr>
                    </a:p>
                    <a:p>
                      <a:pPr algn="l"/>
                      <a:endParaRPr lang="en-US" sz="2000" b="1" i="0" kern="1200" dirty="0">
                        <a:solidFill>
                          <a:schemeClr val="tx1"/>
                        </a:solidFill>
                        <a:effectLst/>
                        <a:latin typeface="Palatino Linotype" panose="02040502050505030304" pitchFamily="18" charset="0"/>
                        <a:ea typeface="+mn-ea"/>
                        <a:cs typeface="+mn-cs"/>
                      </a:endParaRPr>
                    </a:p>
                    <a:p>
                      <a:pPr algn="l"/>
                      <a:r>
                        <a:rPr lang="en-US" sz="2000" b="1" i="0" dirty="0">
                          <a:solidFill>
                            <a:schemeClr val="tx1"/>
                          </a:solidFill>
                          <a:latin typeface="Palatino Linotype" panose="02040502050505030304" pitchFamily="18" charset="0"/>
                        </a:rPr>
                        <a:t>Begin</a:t>
                      </a:r>
                    </a:p>
                    <a:p>
                      <a:pPr algn="l"/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read(</a:t>
                      </a:r>
                      <a:r>
                        <a:rPr lang="en-US" sz="2000" b="1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A</a:t>
                      </a:r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algn="l"/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write(</a:t>
                      </a:r>
                      <a:r>
                        <a:rPr lang="en-US" sz="2000" b="1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A</a:t>
                      </a:r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algn="l"/>
                      <a:r>
                        <a:rPr lang="en-US" sz="2000" b="1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End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7499455"/>
                  </a:ext>
                </a:extLst>
              </a:tr>
            </a:tbl>
          </a:graphicData>
        </a:graphic>
      </p:graphicFrame>
      <p:grpSp>
        <p:nvGrpSpPr>
          <p:cNvPr id="8" name="Group 7">
            <a:extLst>
              <a:ext uri="{FF2B5EF4-FFF2-40B4-BE49-F238E27FC236}">
                <a16:creationId xmlns:a16="http://schemas.microsoft.com/office/drawing/2014/main" id="{DBACFFA8-DA12-D4EC-6B78-612F0E25FB31}"/>
              </a:ext>
            </a:extLst>
          </p:cNvPr>
          <p:cNvGrpSpPr/>
          <p:nvPr/>
        </p:nvGrpSpPr>
        <p:grpSpPr>
          <a:xfrm>
            <a:off x="838200" y="1468264"/>
            <a:ext cx="817645" cy="4531885"/>
            <a:chOff x="272373" y="1701579"/>
            <a:chExt cx="817645" cy="4531885"/>
          </a:xfrm>
        </p:grpSpPr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ABF1B994-EF5B-6FA4-C354-877156137810}"/>
                </a:ext>
              </a:extLst>
            </p:cNvPr>
            <p:cNvCxnSpPr>
              <a:cxnSpLocks/>
            </p:cNvCxnSpPr>
            <p:nvPr/>
          </p:nvCxnSpPr>
          <p:spPr>
            <a:xfrm>
              <a:off x="1081378" y="1701579"/>
              <a:ext cx="0" cy="4531885"/>
            </a:xfrm>
            <a:prstGeom prst="straightConnector1">
              <a:avLst/>
            </a:prstGeom>
            <a:ln w="31750">
              <a:solidFill>
                <a:schemeClr val="accent2">
                  <a:lumMod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A275C880-C2E3-0A20-230C-7AD4D8C179F8}"/>
                </a:ext>
              </a:extLst>
            </p:cNvPr>
            <p:cNvSpPr txBox="1"/>
            <p:nvPr/>
          </p:nvSpPr>
          <p:spPr>
            <a:xfrm>
              <a:off x="272373" y="3501634"/>
              <a:ext cx="817645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b="1" dirty="0">
                  <a:solidFill>
                    <a:schemeClr val="accent2">
                      <a:lumMod val="50000"/>
                    </a:schemeClr>
                  </a:solidFill>
                  <a:latin typeface="Palatino Linotype" panose="02040502050505030304" pitchFamily="18" charset="0"/>
                </a:rPr>
                <a:t>Time</a:t>
              </a:r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568B19B8-CA79-744A-45C8-BA4D0D8B0EC1}"/>
              </a:ext>
            </a:extLst>
          </p:cNvPr>
          <p:cNvGrpSpPr/>
          <p:nvPr/>
        </p:nvGrpSpPr>
        <p:grpSpPr>
          <a:xfrm>
            <a:off x="8636081" y="1993996"/>
            <a:ext cx="544749" cy="505838"/>
            <a:chOff x="7694579" y="1916350"/>
            <a:chExt cx="544749" cy="505838"/>
          </a:xfrm>
        </p:grpSpPr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E75E3D89-8F70-1325-79DB-1F5D0EB2EEAD}"/>
                </a:ext>
              </a:extLst>
            </p:cNvPr>
            <p:cNvSpPr/>
            <p:nvPr/>
          </p:nvSpPr>
          <p:spPr>
            <a:xfrm>
              <a:off x="7694579" y="1916350"/>
              <a:ext cx="544749" cy="505838"/>
            </a:xfrm>
            <a:prstGeom prst="ellipse">
              <a:avLst/>
            </a:prstGeom>
            <a:noFill/>
            <a:ln w="254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18806359-7D5C-04AB-5963-0122618FABA1}"/>
                </a:ext>
              </a:extLst>
            </p:cNvPr>
            <p:cNvSpPr txBox="1"/>
            <p:nvPr/>
          </p:nvSpPr>
          <p:spPr>
            <a:xfrm>
              <a:off x="7751409" y="1969214"/>
              <a:ext cx="47000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>
                  <a:latin typeface="Palatino Linotype" panose="02040502050505030304" pitchFamily="18" charset="0"/>
                </a:rPr>
                <a:t>T1</a:t>
              </a:r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16D543FF-D000-9E00-0BE0-4D6CEBD313D6}"/>
              </a:ext>
            </a:extLst>
          </p:cNvPr>
          <p:cNvGrpSpPr/>
          <p:nvPr/>
        </p:nvGrpSpPr>
        <p:grpSpPr>
          <a:xfrm>
            <a:off x="10570350" y="1993996"/>
            <a:ext cx="544749" cy="505838"/>
            <a:chOff x="7694579" y="1916350"/>
            <a:chExt cx="544749" cy="505838"/>
          </a:xfrm>
        </p:grpSpPr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1896C088-FD54-B1CF-FBD2-FE13439DFC8E}"/>
                </a:ext>
              </a:extLst>
            </p:cNvPr>
            <p:cNvSpPr/>
            <p:nvPr/>
          </p:nvSpPr>
          <p:spPr>
            <a:xfrm>
              <a:off x="7694579" y="1916350"/>
              <a:ext cx="544749" cy="505838"/>
            </a:xfrm>
            <a:prstGeom prst="ellipse">
              <a:avLst/>
            </a:prstGeom>
            <a:noFill/>
            <a:ln w="254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05CF0E41-2BAA-7CA0-AD7D-3F0ABEB26954}"/>
                </a:ext>
              </a:extLst>
            </p:cNvPr>
            <p:cNvSpPr txBox="1"/>
            <p:nvPr/>
          </p:nvSpPr>
          <p:spPr>
            <a:xfrm>
              <a:off x="7751409" y="1969214"/>
              <a:ext cx="47000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>
                  <a:latin typeface="Palatino Linotype" panose="02040502050505030304" pitchFamily="18" charset="0"/>
                </a:rPr>
                <a:t>T2</a:t>
              </a:r>
            </a:p>
          </p:txBody>
        </p: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A46715C4-B458-F68A-2B9D-E0AB88BC0970}"/>
              </a:ext>
            </a:extLst>
          </p:cNvPr>
          <p:cNvSpPr txBox="1"/>
          <p:nvPr/>
        </p:nvSpPr>
        <p:spPr>
          <a:xfrm>
            <a:off x="7857145" y="4601632"/>
            <a:ext cx="385638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Palatino Linotype" panose="02040502050505030304" pitchFamily="18" charset="0"/>
              </a:rPr>
              <a:t>Is this conflict serializable?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FD4F330E-D486-B43D-74DB-04CE40D37F08}"/>
              </a:ext>
            </a:extLst>
          </p:cNvPr>
          <p:cNvGrpSpPr/>
          <p:nvPr/>
        </p:nvGrpSpPr>
        <p:grpSpPr>
          <a:xfrm>
            <a:off x="9711074" y="3015400"/>
            <a:ext cx="544749" cy="505838"/>
            <a:chOff x="7694579" y="1916350"/>
            <a:chExt cx="544749" cy="505838"/>
          </a:xfrm>
        </p:grpSpPr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83047603-3F5F-26A9-87E9-B6EDF93234FC}"/>
                </a:ext>
              </a:extLst>
            </p:cNvPr>
            <p:cNvSpPr/>
            <p:nvPr/>
          </p:nvSpPr>
          <p:spPr>
            <a:xfrm>
              <a:off x="7694579" y="1916350"/>
              <a:ext cx="544749" cy="505838"/>
            </a:xfrm>
            <a:prstGeom prst="ellipse">
              <a:avLst/>
            </a:prstGeom>
            <a:noFill/>
            <a:ln w="254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9519E4ED-F9D9-068D-10B3-B95B10A598E3}"/>
                </a:ext>
              </a:extLst>
            </p:cNvPr>
            <p:cNvSpPr txBox="1"/>
            <p:nvPr/>
          </p:nvSpPr>
          <p:spPr>
            <a:xfrm>
              <a:off x="7751409" y="1969214"/>
              <a:ext cx="47000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>
                  <a:latin typeface="Palatino Linotype" panose="02040502050505030304" pitchFamily="18" charset="0"/>
                </a:rPr>
                <a:t>T3</a:t>
              </a:r>
            </a:p>
          </p:txBody>
        </p:sp>
      </p:grp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137D899E-4217-A178-584E-F5A9E84469CC}"/>
              </a:ext>
            </a:extLst>
          </p:cNvPr>
          <p:cNvCxnSpPr>
            <a:cxnSpLocks/>
          </p:cNvCxnSpPr>
          <p:nvPr/>
        </p:nvCxnSpPr>
        <p:spPr>
          <a:xfrm>
            <a:off x="3103123" y="2957209"/>
            <a:ext cx="2714017" cy="471791"/>
          </a:xfrm>
          <a:prstGeom prst="straightConnector1">
            <a:avLst/>
          </a:prstGeom>
          <a:ln w="31750">
            <a:solidFill>
              <a:srgbClr val="FF0000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7DD1C47D-B01F-BB28-3492-5660F6FB31A4}"/>
              </a:ext>
            </a:extLst>
          </p:cNvPr>
          <p:cNvCxnSpPr>
            <a:cxnSpLocks/>
          </p:cNvCxnSpPr>
          <p:nvPr/>
        </p:nvCxnSpPr>
        <p:spPr>
          <a:xfrm>
            <a:off x="3103123" y="2957209"/>
            <a:ext cx="2714017" cy="842775"/>
          </a:xfrm>
          <a:prstGeom prst="straightConnector1">
            <a:avLst/>
          </a:prstGeom>
          <a:ln w="31750">
            <a:solidFill>
              <a:srgbClr val="FF0000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5" name="Group 14">
            <a:extLst>
              <a:ext uri="{FF2B5EF4-FFF2-40B4-BE49-F238E27FC236}">
                <a16:creationId xmlns:a16="http://schemas.microsoft.com/office/drawing/2014/main" id="{5EEDE7D8-6E91-CC97-F915-636FC4C3C953}"/>
              </a:ext>
            </a:extLst>
          </p:cNvPr>
          <p:cNvGrpSpPr/>
          <p:nvPr/>
        </p:nvGrpSpPr>
        <p:grpSpPr>
          <a:xfrm>
            <a:off x="8955176" y="2604179"/>
            <a:ext cx="722160" cy="642960"/>
            <a:chOff x="8955176" y="2604179"/>
            <a:chExt cx="722160" cy="642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1EE3B9CB-B85D-1B57-3629-A1EF03A81AD3}"/>
                    </a:ext>
                  </a:extLst>
                </p14:cNvPr>
                <p14:cNvContentPartPr/>
                <p14:nvPr/>
              </p14:nvContentPartPr>
              <p14:xfrm>
                <a:off x="8955176" y="2604179"/>
                <a:ext cx="722160" cy="60228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1EE3B9CB-B85D-1B57-3629-A1EF03A81AD3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8949056" y="2598059"/>
                  <a:ext cx="734400" cy="61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2FD94FC2-F4A2-F704-9023-1647853C80C1}"/>
                    </a:ext>
                  </a:extLst>
                </p14:cNvPr>
                <p14:cNvContentPartPr/>
                <p14:nvPr/>
              </p14:nvContentPartPr>
              <p14:xfrm>
                <a:off x="9433976" y="3007019"/>
                <a:ext cx="228960" cy="24012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2FD94FC2-F4A2-F704-9023-1647853C80C1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9427856" y="3000899"/>
                  <a:ext cx="241200" cy="25236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68016707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D1E349-3376-4CBE-52EF-E41AD9D90B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5C907C-23C8-9F8F-64C8-6AE962B0AB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905091"/>
          </a:xfrm>
        </p:spPr>
        <p:txBody>
          <a:bodyPr>
            <a:normAutofit/>
          </a:bodyPr>
          <a:lstStyle/>
          <a:p>
            <a:pPr algn="ctr"/>
            <a:r>
              <a:rPr lang="en-US" sz="4000" b="1" dirty="0">
                <a:latin typeface="Palatino Linotype" panose="02040502050505030304" pitchFamily="18" charset="0"/>
              </a:rPr>
              <a:t>Conflict Serializability: Example III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D60BA3B-1846-0139-4918-C08B0926D7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07290" y="6356350"/>
            <a:ext cx="2743200" cy="365125"/>
          </a:xfrm>
        </p:spPr>
        <p:txBody>
          <a:bodyPr/>
          <a:lstStyle/>
          <a:p>
            <a:fld id="{D0FE24AB-0A3D-3945-A314-A55A03C76B7E}" type="slidenum">
              <a:rPr lang="en-US" smtClean="0">
                <a:latin typeface="Palatino Linotype" panose="02040502050505030304" pitchFamily="18" charset="0"/>
              </a:rPr>
              <a:t>97</a:t>
            </a:fld>
            <a:endParaRPr lang="en-US" dirty="0">
              <a:latin typeface="Palatino Linotype" panose="02040502050505030304" pitchFamily="18" charset="0"/>
            </a:endParaRP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5D6E9424-E279-87E9-6285-A21B152892BC}"/>
              </a:ext>
            </a:extLst>
          </p:cNvPr>
          <p:cNvGraphicFramePr>
            <a:graphicFrameLocks noGrp="1"/>
          </p:cNvGraphicFramePr>
          <p:nvPr/>
        </p:nvGraphicFramePr>
        <p:xfrm>
          <a:off x="2007040" y="1468264"/>
          <a:ext cx="5638900" cy="466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47414">
                  <a:extLst>
                    <a:ext uri="{9D8B030D-6E8A-4147-A177-3AD203B41FA5}">
                      <a16:colId xmlns:a16="http://schemas.microsoft.com/office/drawing/2014/main" val="282134077"/>
                    </a:ext>
                  </a:extLst>
                </a:gridCol>
                <a:gridCol w="1845743">
                  <a:extLst>
                    <a:ext uri="{9D8B030D-6E8A-4147-A177-3AD203B41FA5}">
                      <a16:colId xmlns:a16="http://schemas.microsoft.com/office/drawing/2014/main" val="4206062769"/>
                    </a:ext>
                  </a:extLst>
                </a:gridCol>
                <a:gridCol w="1845743">
                  <a:extLst>
                    <a:ext uri="{9D8B030D-6E8A-4147-A177-3AD203B41FA5}">
                      <a16:colId xmlns:a16="http://schemas.microsoft.com/office/drawing/2014/main" val="213786926"/>
                    </a:ext>
                  </a:extLst>
                </a:gridCol>
              </a:tblGrid>
              <a:tr h="4235036">
                <a:tc>
                  <a:txBody>
                    <a:bodyPr/>
                    <a:lstStyle/>
                    <a:p>
                      <a:pPr algn="l"/>
                      <a:r>
                        <a:rPr lang="en-US" sz="2000" b="1" i="0" dirty="0">
                          <a:solidFill>
                            <a:schemeClr val="tx1"/>
                          </a:solidFill>
                          <a:latin typeface="Palatino Linotype" panose="02040502050505030304" pitchFamily="18" charset="0"/>
                        </a:rPr>
                        <a:t>T1:</a:t>
                      </a:r>
                    </a:p>
                    <a:p>
                      <a:pPr algn="l"/>
                      <a:endParaRPr lang="en-US" sz="2000" b="0" i="0" dirty="0">
                        <a:solidFill>
                          <a:schemeClr val="tx1"/>
                        </a:solidFill>
                        <a:latin typeface="Palatino Linotype" panose="02040502050505030304" pitchFamily="18" charset="0"/>
                      </a:endParaRPr>
                    </a:p>
                    <a:p>
                      <a:pPr algn="l"/>
                      <a:r>
                        <a:rPr lang="en-US" sz="2000" b="1" i="0" dirty="0">
                          <a:solidFill>
                            <a:schemeClr val="tx1"/>
                          </a:solidFill>
                          <a:latin typeface="Palatino Linotype" panose="02040502050505030304" pitchFamily="18" charset="0"/>
                        </a:rPr>
                        <a:t>Begin</a:t>
                      </a:r>
                    </a:p>
                    <a:p>
                      <a:pPr algn="l"/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read(</a:t>
                      </a:r>
                      <a:r>
                        <a:rPr lang="en-US" sz="2000" b="1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A</a:t>
                      </a:r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algn="l"/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write(</a:t>
                      </a:r>
                      <a:r>
                        <a:rPr lang="en-US" sz="2000" b="1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A</a:t>
                      </a:r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algn="l"/>
                      <a:endParaRPr lang="en-US" sz="2000" b="0" i="0" kern="1200" dirty="0">
                        <a:solidFill>
                          <a:schemeClr val="tx1"/>
                        </a:solidFill>
                        <a:effectLst/>
                        <a:latin typeface="Palatino Linotype" panose="02040502050505030304" pitchFamily="18" charset="0"/>
                        <a:ea typeface="+mn-ea"/>
                        <a:cs typeface="+mn-cs"/>
                      </a:endParaRPr>
                    </a:p>
                    <a:p>
                      <a:pPr algn="l"/>
                      <a:endParaRPr lang="en-US" sz="2000" b="0" i="0" kern="1200" dirty="0">
                        <a:solidFill>
                          <a:schemeClr val="tx1"/>
                        </a:solidFill>
                        <a:effectLst/>
                        <a:latin typeface="Palatino Linotype" panose="02040502050505030304" pitchFamily="18" charset="0"/>
                        <a:ea typeface="+mn-ea"/>
                        <a:cs typeface="+mn-cs"/>
                      </a:endParaRPr>
                    </a:p>
                    <a:p>
                      <a:pPr algn="l"/>
                      <a:endParaRPr lang="en-US" sz="2000" b="0" i="0" kern="1200" dirty="0">
                        <a:solidFill>
                          <a:schemeClr val="tx1"/>
                        </a:solidFill>
                        <a:effectLst/>
                        <a:latin typeface="Palatino Linotype" panose="02040502050505030304" pitchFamily="18" charset="0"/>
                        <a:ea typeface="+mn-ea"/>
                        <a:cs typeface="+mn-cs"/>
                      </a:endParaRPr>
                    </a:p>
                    <a:p>
                      <a:pPr algn="l"/>
                      <a:endParaRPr lang="en-US" sz="2000" b="0" i="0" kern="1200" dirty="0">
                        <a:solidFill>
                          <a:schemeClr val="tx1"/>
                        </a:solidFill>
                        <a:effectLst/>
                        <a:latin typeface="Palatino Linotype" panose="02040502050505030304" pitchFamily="18" charset="0"/>
                        <a:ea typeface="+mn-ea"/>
                        <a:cs typeface="+mn-cs"/>
                      </a:endParaRPr>
                    </a:p>
                    <a:p>
                      <a:pPr algn="l"/>
                      <a:endParaRPr lang="en-US" sz="2000" b="0" i="0" kern="1200" dirty="0">
                        <a:solidFill>
                          <a:schemeClr val="tx1"/>
                        </a:solidFill>
                        <a:effectLst/>
                        <a:latin typeface="Palatino Linotype" panose="02040502050505030304" pitchFamily="18" charset="0"/>
                        <a:ea typeface="+mn-ea"/>
                        <a:cs typeface="+mn-cs"/>
                      </a:endParaRPr>
                    </a:p>
                    <a:p>
                      <a:pPr algn="l"/>
                      <a:endParaRPr lang="en-US" sz="2000" b="0" i="0" kern="1200" dirty="0">
                        <a:solidFill>
                          <a:schemeClr val="tx1"/>
                        </a:solidFill>
                        <a:effectLst/>
                        <a:latin typeface="Palatino Linotype" panose="02040502050505030304" pitchFamily="18" charset="0"/>
                        <a:ea typeface="+mn-ea"/>
                        <a:cs typeface="+mn-cs"/>
                      </a:endParaRPr>
                    </a:p>
                    <a:p>
                      <a:pPr algn="l"/>
                      <a:endParaRPr lang="en-US" sz="2000" b="0" i="0" kern="1200" dirty="0">
                        <a:solidFill>
                          <a:schemeClr val="tx1"/>
                        </a:solidFill>
                        <a:effectLst/>
                        <a:latin typeface="Palatino Linotype" panose="02040502050505030304" pitchFamily="18" charset="0"/>
                        <a:ea typeface="+mn-ea"/>
                        <a:cs typeface="+mn-cs"/>
                      </a:endParaRPr>
                    </a:p>
                    <a:p>
                      <a:pPr algn="l"/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read(</a:t>
                      </a:r>
                      <a:r>
                        <a:rPr lang="en-US" sz="2000" b="1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B</a:t>
                      </a:r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algn="l"/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write(</a:t>
                      </a:r>
                      <a:r>
                        <a:rPr lang="en-US" sz="2000" b="1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B</a:t>
                      </a:r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algn="l"/>
                      <a:r>
                        <a:rPr lang="en-US" sz="2000" b="1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End</a:t>
                      </a: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b="1" i="0" dirty="0">
                          <a:solidFill>
                            <a:schemeClr val="tx1"/>
                          </a:solidFill>
                          <a:latin typeface="Palatino Linotype" panose="02040502050505030304" pitchFamily="18" charset="0"/>
                        </a:rPr>
                        <a:t>T2:</a:t>
                      </a:r>
                    </a:p>
                    <a:p>
                      <a:pPr algn="l"/>
                      <a:endParaRPr lang="en-US" sz="2000" b="0" i="0" dirty="0">
                        <a:solidFill>
                          <a:schemeClr val="tx1"/>
                        </a:solidFill>
                        <a:latin typeface="Palatino Linotype" panose="02040502050505030304" pitchFamily="18" charset="0"/>
                      </a:endParaRPr>
                    </a:p>
                    <a:p>
                      <a:pPr algn="l"/>
                      <a:endParaRPr lang="en-US" sz="2000" b="0" i="0" dirty="0">
                        <a:solidFill>
                          <a:schemeClr val="tx1"/>
                        </a:solidFill>
                        <a:latin typeface="Palatino Linotype" panose="02040502050505030304" pitchFamily="18" charset="0"/>
                      </a:endParaRPr>
                    </a:p>
                    <a:p>
                      <a:pPr algn="l"/>
                      <a:endParaRPr lang="en-US" sz="2000" b="0" i="0" dirty="0">
                        <a:solidFill>
                          <a:schemeClr val="tx1"/>
                        </a:solidFill>
                        <a:latin typeface="Palatino Linotype" panose="02040502050505030304" pitchFamily="18" charset="0"/>
                      </a:endParaRPr>
                    </a:p>
                    <a:p>
                      <a:pPr algn="l"/>
                      <a:endParaRPr lang="en-US" sz="2000" b="0" i="0" dirty="0">
                        <a:solidFill>
                          <a:schemeClr val="tx1"/>
                        </a:solidFill>
                        <a:latin typeface="Palatino Linotype" panose="02040502050505030304" pitchFamily="18" charset="0"/>
                      </a:endParaRPr>
                    </a:p>
                    <a:p>
                      <a:pPr algn="l"/>
                      <a:endParaRPr lang="en-US" sz="2000" b="0" i="0" dirty="0">
                        <a:solidFill>
                          <a:schemeClr val="tx1"/>
                        </a:solidFill>
                        <a:latin typeface="Palatino Linotype" panose="02040502050505030304" pitchFamily="18" charset="0"/>
                      </a:endParaRPr>
                    </a:p>
                    <a:p>
                      <a:pPr algn="l"/>
                      <a:endParaRPr lang="en-US" sz="2000" b="0" i="0" dirty="0">
                        <a:solidFill>
                          <a:schemeClr val="tx1"/>
                        </a:solidFill>
                        <a:latin typeface="Palatino Linotype" panose="02040502050505030304" pitchFamily="18" charset="0"/>
                      </a:endParaRPr>
                    </a:p>
                    <a:p>
                      <a:pPr algn="l"/>
                      <a:endParaRPr lang="en-US" sz="2000" b="0" i="0" dirty="0">
                        <a:solidFill>
                          <a:schemeClr val="tx1"/>
                        </a:solidFill>
                        <a:latin typeface="Palatino Linotype" panose="02040502050505030304" pitchFamily="18" charset="0"/>
                      </a:endParaRPr>
                    </a:p>
                    <a:p>
                      <a:pPr algn="l"/>
                      <a:r>
                        <a:rPr lang="en-US" sz="2000" b="1" i="0" dirty="0">
                          <a:solidFill>
                            <a:schemeClr val="tx1"/>
                          </a:solidFill>
                          <a:latin typeface="Palatino Linotype" panose="02040502050505030304" pitchFamily="18" charset="0"/>
                        </a:rPr>
                        <a:t>Begin</a:t>
                      </a:r>
                    </a:p>
                    <a:p>
                      <a:pPr algn="l"/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read(</a:t>
                      </a:r>
                      <a:r>
                        <a:rPr lang="en-US" sz="2000" b="1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B</a:t>
                      </a:r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algn="l"/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write(</a:t>
                      </a:r>
                      <a:r>
                        <a:rPr lang="en-US" sz="2000" b="1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B</a:t>
                      </a:r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algn="l"/>
                      <a:r>
                        <a:rPr lang="en-US" sz="2000" b="1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End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b="1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T3:</a:t>
                      </a:r>
                    </a:p>
                    <a:p>
                      <a:pPr algn="l"/>
                      <a:endParaRPr lang="en-US" sz="2000" b="1" i="0" kern="1200" dirty="0">
                        <a:solidFill>
                          <a:schemeClr val="tx1"/>
                        </a:solidFill>
                        <a:effectLst/>
                        <a:latin typeface="Palatino Linotype" panose="02040502050505030304" pitchFamily="18" charset="0"/>
                        <a:ea typeface="+mn-ea"/>
                        <a:cs typeface="+mn-cs"/>
                      </a:endParaRPr>
                    </a:p>
                    <a:p>
                      <a:pPr algn="l"/>
                      <a:endParaRPr lang="en-US" sz="2000" b="1" i="0" kern="1200" dirty="0">
                        <a:solidFill>
                          <a:schemeClr val="tx1"/>
                        </a:solidFill>
                        <a:effectLst/>
                        <a:latin typeface="Palatino Linotype" panose="02040502050505030304" pitchFamily="18" charset="0"/>
                        <a:ea typeface="+mn-ea"/>
                        <a:cs typeface="+mn-cs"/>
                      </a:endParaRPr>
                    </a:p>
                    <a:p>
                      <a:pPr algn="l"/>
                      <a:endParaRPr lang="en-US" sz="2000" b="1" i="0" kern="1200" dirty="0">
                        <a:solidFill>
                          <a:schemeClr val="tx1"/>
                        </a:solidFill>
                        <a:effectLst/>
                        <a:latin typeface="Palatino Linotype" panose="02040502050505030304" pitchFamily="18" charset="0"/>
                        <a:ea typeface="+mn-ea"/>
                        <a:cs typeface="+mn-cs"/>
                      </a:endParaRPr>
                    </a:p>
                    <a:p>
                      <a:pPr algn="l"/>
                      <a:endParaRPr lang="en-US" sz="2000" b="1" i="0" kern="1200" dirty="0">
                        <a:solidFill>
                          <a:schemeClr val="tx1"/>
                        </a:solidFill>
                        <a:effectLst/>
                        <a:latin typeface="Palatino Linotype" panose="02040502050505030304" pitchFamily="18" charset="0"/>
                        <a:ea typeface="+mn-ea"/>
                        <a:cs typeface="+mn-cs"/>
                      </a:endParaRPr>
                    </a:p>
                    <a:p>
                      <a:pPr algn="l"/>
                      <a:r>
                        <a:rPr lang="en-US" sz="2000" b="1" i="0" dirty="0">
                          <a:solidFill>
                            <a:schemeClr val="tx1"/>
                          </a:solidFill>
                          <a:latin typeface="Palatino Linotype" panose="02040502050505030304" pitchFamily="18" charset="0"/>
                        </a:rPr>
                        <a:t>Begin</a:t>
                      </a:r>
                    </a:p>
                    <a:p>
                      <a:pPr algn="l"/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read(</a:t>
                      </a:r>
                      <a:r>
                        <a:rPr lang="en-US" sz="2000" b="1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A</a:t>
                      </a:r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algn="l"/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write(</a:t>
                      </a:r>
                      <a:r>
                        <a:rPr lang="en-US" sz="2000" b="1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A</a:t>
                      </a:r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algn="l"/>
                      <a:r>
                        <a:rPr lang="en-US" sz="2000" b="1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End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7499455"/>
                  </a:ext>
                </a:extLst>
              </a:tr>
            </a:tbl>
          </a:graphicData>
        </a:graphic>
      </p:graphicFrame>
      <p:grpSp>
        <p:nvGrpSpPr>
          <p:cNvPr id="8" name="Group 7">
            <a:extLst>
              <a:ext uri="{FF2B5EF4-FFF2-40B4-BE49-F238E27FC236}">
                <a16:creationId xmlns:a16="http://schemas.microsoft.com/office/drawing/2014/main" id="{9C4EA2F8-AF7D-2E35-33F5-76817F972366}"/>
              </a:ext>
            </a:extLst>
          </p:cNvPr>
          <p:cNvGrpSpPr/>
          <p:nvPr/>
        </p:nvGrpSpPr>
        <p:grpSpPr>
          <a:xfrm>
            <a:off x="838200" y="1468264"/>
            <a:ext cx="817645" cy="4531885"/>
            <a:chOff x="272373" y="1701579"/>
            <a:chExt cx="817645" cy="4531885"/>
          </a:xfrm>
        </p:grpSpPr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4B87D4CF-332D-4CB3-E9D7-31E4C6E3C0B6}"/>
                </a:ext>
              </a:extLst>
            </p:cNvPr>
            <p:cNvCxnSpPr>
              <a:cxnSpLocks/>
            </p:cNvCxnSpPr>
            <p:nvPr/>
          </p:nvCxnSpPr>
          <p:spPr>
            <a:xfrm>
              <a:off x="1081378" y="1701579"/>
              <a:ext cx="0" cy="4531885"/>
            </a:xfrm>
            <a:prstGeom prst="straightConnector1">
              <a:avLst/>
            </a:prstGeom>
            <a:ln w="31750">
              <a:solidFill>
                <a:schemeClr val="accent2">
                  <a:lumMod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881CB5B6-CA89-94EB-722D-1B9D1D0E5600}"/>
                </a:ext>
              </a:extLst>
            </p:cNvPr>
            <p:cNvSpPr txBox="1"/>
            <p:nvPr/>
          </p:nvSpPr>
          <p:spPr>
            <a:xfrm>
              <a:off x="272373" y="3501634"/>
              <a:ext cx="817645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b="1" dirty="0">
                  <a:solidFill>
                    <a:schemeClr val="accent2">
                      <a:lumMod val="50000"/>
                    </a:schemeClr>
                  </a:solidFill>
                  <a:latin typeface="Palatino Linotype" panose="02040502050505030304" pitchFamily="18" charset="0"/>
                </a:rPr>
                <a:t>Time</a:t>
              </a:r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47134128-A7D1-0B78-434F-BA0E489B66BA}"/>
              </a:ext>
            </a:extLst>
          </p:cNvPr>
          <p:cNvGrpSpPr/>
          <p:nvPr/>
        </p:nvGrpSpPr>
        <p:grpSpPr>
          <a:xfrm>
            <a:off x="8636081" y="1993996"/>
            <a:ext cx="544749" cy="505838"/>
            <a:chOff x="7694579" y="1916350"/>
            <a:chExt cx="544749" cy="505838"/>
          </a:xfrm>
        </p:grpSpPr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0632ACCB-E4CC-B15B-E3D6-B8C12105691D}"/>
                </a:ext>
              </a:extLst>
            </p:cNvPr>
            <p:cNvSpPr/>
            <p:nvPr/>
          </p:nvSpPr>
          <p:spPr>
            <a:xfrm>
              <a:off x="7694579" y="1916350"/>
              <a:ext cx="544749" cy="505838"/>
            </a:xfrm>
            <a:prstGeom prst="ellipse">
              <a:avLst/>
            </a:prstGeom>
            <a:noFill/>
            <a:ln w="254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CF657197-FB1E-1E7F-F088-C0FE66875081}"/>
                </a:ext>
              </a:extLst>
            </p:cNvPr>
            <p:cNvSpPr txBox="1"/>
            <p:nvPr/>
          </p:nvSpPr>
          <p:spPr>
            <a:xfrm>
              <a:off x="7751409" y="1969214"/>
              <a:ext cx="47000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>
                  <a:latin typeface="Palatino Linotype" panose="02040502050505030304" pitchFamily="18" charset="0"/>
                </a:rPr>
                <a:t>T1</a:t>
              </a:r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6FB9A84C-660B-810E-D9F4-CF438878B589}"/>
              </a:ext>
            </a:extLst>
          </p:cNvPr>
          <p:cNvGrpSpPr/>
          <p:nvPr/>
        </p:nvGrpSpPr>
        <p:grpSpPr>
          <a:xfrm>
            <a:off x="10570350" y="1993996"/>
            <a:ext cx="544749" cy="505838"/>
            <a:chOff x="7694579" y="1916350"/>
            <a:chExt cx="544749" cy="505838"/>
          </a:xfrm>
        </p:grpSpPr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5C39EBFF-880C-E9DD-D4E4-518732C14ADF}"/>
                </a:ext>
              </a:extLst>
            </p:cNvPr>
            <p:cNvSpPr/>
            <p:nvPr/>
          </p:nvSpPr>
          <p:spPr>
            <a:xfrm>
              <a:off x="7694579" y="1916350"/>
              <a:ext cx="544749" cy="505838"/>
            </a:xfrm>
            <a:prstGeom prst="ellipse">
              <a:avLst/>
            </a:prstGeom>
            <a:noFill/>
            <a:ln w="254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7FD6317F-FF1D-E8B0-6B35-CDC9D8FC3AF7}"/>
                </a:ext>
              </a:extLst>
            </p:cNvPr>
            <p:cNvSpPr txBox="1"/>
            <p:nvPr/>
          </p:nvSpPr>
          <p:spPr>
            <a:xfrm>
              <a:off x="7751409" y="1969214"/>
              <a:ext cx="47000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>
                  <a:latin typeface="Palatino Linotype" panose="02040502050505030304" pitchFamily="18" charset="0"/>
                </a:rPr>
                <a:t>T2</a:t>
              </a:r>
            </a:p>
          </p:txBody>
        </p: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AA91E27B-4319-6E61-1417-C66637601921}"/>
              </a:ext>
            </a:extLst>
          </p:cNvPr>
          <p:cNvSpPr txBox="1"/>
          <p:nvPr/>
        </p:nvSpPr>
        <p:spPr>
          <a:xfrm>
            <a:off x="7857145" y="4601632"/>
            <a:ext cx="385638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Palatino Linotype" panose="02040502050505030304" pitchFamily="18" charset="0"/>
              </a:rPr>
              <a:t>Is this conflict serializable?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CBA253F5-52BC-A997-2586-716245851046}"/>
              </a:ext>
            </a:extLst>
          </p:cNvPr>
          <p:cNvGrpSpPr/>
          <p:nvPr/>
        </p:nvGrpSpPr>
        <p:grpSpPr>
          <a:xfrm>
            <a:off x="9711074" y="3015400"/>
            <a:ext cx="544749" cy="505838"/>
            <a:chOff x="7694579" y="1916350"/>
            <a:chExt cx="544749" cy="505838"/>
          </a:xfrm>
        </p:grpSpPr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3128F5AD-7B40-45E0-D3B8-B7856C3C1F8F}"/>
                </a:ext>
              </a:extLst>
            </p:cNvPr>
            <p:cNvSpPr/>
            <p:nvPr/>
          </p:nvSpPr>
          <p:spPr>
            <a:xfrm>
              <a:off x="7694579" y="1916350"/>
              <a:ext cx="544749" cy="505838"/>
            </a:xfrm>
            <a:prstGeom prst="ellipse">
              <a:avLst/>
            </a:prstGeom>
            <a:noFill/>
            <a:ln w="254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97029381-D96D-9ACB-623E-88BFD3F5B126}"/>
                </a:ext>
              </a:extLst>
            </p:cNvPr>
            <p:cNvSpPr txBox="1"/>
            <p:nvPr/>
          </p:nvSpPr>
          <p:spPr>
            <a:xfrm>
              <a:off x="7751409" y="1969214"/>
              <a:ext cx="47000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>
                  <a:latin typeface="Palatino Linotype" panose="02040502050505030304" pitchFamily="18" charset="0"/>
                </a:rPr>
                <a:t>T3</a:t>
              </a:r>
            </a:p>
          </p:txBody>
        </p:sp>
      </p:grp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BD8CF7F0-8E67-9E0C-12EF-817858C8F130}"/>
              </a:ext>
            </a:extLst>
          </p:cNvPr>
          <p:cNvCxnSpPr>
            <a:cxnSpLocks/>
          </p:cNvCxnSpPr>
          <p:nvPr/>
        </p:nvCxnSpPr>
        <p:spPr>
          <a:xfrm>
            <a:off x="3103123" y="2957209"/>
            <a:ext cx="2714017" cy="471791"/>
          </a:xfrm>
          <a:prstGeom prst="straightConnector1">
            <a:avLst/>
          </a:prstGeom>
          <a:ln w="31750">
            <a:solidFill>
              <a:srgbClr val="FF0000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4C2EB581-742C-5AF4-51A8-6A803A1A48C0}"/>
              </a:ext>
            </a:extLst>
          </p:cNvPr>
          <p:cNvCxnSpPr>
            <a:cxnSpLocks/>
          </p:cNvCxnSpPr>
          <p:nvPr/>
        </p:nvCxnSpPr>
        <p:spPr>
          <a:xfrm>
            <a:off x="3103123" y="2957209"/>
            <a:ext cx="2714017" cy="842775"/>
          </a:xfrm>
          <a:prstGeom prst="straightConnector1">
            <a:avLst/>
          </a:prstGeom>
          <a:ln w="31750">
            <a:solidFill>
              <a:srgbClr val="FF0000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5" name="Group 14">
            <a:extLst>
              <a:ext uri="{FF2B5EF4-FFF2-40B4-BE49-F238E27FC236}">
                <a16:creationId xmlns:a16="http://schemas.microsoft.com/office/drawing/2014/main" id="{B9166DDF-6828-F2DA-1D5C-2BE3911138B8}"/>
              </a:ext>
            </a:extLst>
          </p:cNvPr>
          <p:cNvGrpSpPr/>
          <p:nvPr/>
        </p:nvGrpSpPr>
        <p:grpSpPr>
          <a:xfrm>
            <a:off x="8955176" y="2604179"/>
            <a:ext cx="722160" cy="642960"/>
            <a:chOff x="8955176" y="2604179"/>
            <a:chExt cx="722160" cy="642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4BA5A679-A8EE-DE67-ADF7-7FA3B1B227EC}"/>
                    </a:ext>
                  </a:extLst>
                </p14:cNvPr>
                <p14:cNvContentPartPr/>
                <p14:nvPr/>
              </p14:nvContentPartPr>
              <p14:xfrm>
                <a:off x="8955176" y="2604179"/>
                <a:ext cx="722160" cy="60228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4BA5A679-A8EE-DE67-ADF7-7FA3B1B227EC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8949056" y="2598059"/>
                  <a:ext cx="734400" cy="61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00FC39DC-9FF3-D5F1-F1DB-72D139936AAB}"/>
                    </a:ext>
                  </a:extLst>
                </p14:cNvPr>
                <p14:cNvContentPartPr/>
                <p14:nvPr/>
              </p14:nvContentPartPr>
              <p14:xfrm>
                <a:off x="9433976" y="3007019"/>
                <a:ext cx="228960" cy="24012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00FC39DC-9FF3-D5F1-F1DB-72D139936AAB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9427846" y="3000899"/>
                  <a:ext cx="241219" cy="252360"/>
                </a:xfrm>
                <a:prstGeom prst="rect">
                  <a:avLst/>
                </a:prstGeom>
              </p:spPr>
            </p:pic>
          </mc:Fallback>
        </mc:AlternateContent>
      </p:grp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C7F16EDA-AF45-B030-3B36-89F0E33D31E1}"/>
              </a:ext>
            </a:extLst>
          </p:cNvPr>
          <p:cNvCxnSpPr>
            <a:cxnSpLocks/>
          </p:cNvCxnSpPr>
          <p:nvPr/>
        </p:nvCxnSpPr>
        <p:spPr>
          <a:xfrm flipV="1">
            <a:off x="3005847" y="4766553"/>
            <a:ext cx="953310" cy="466928"/>
          </a:xfrm>
          <a:prstGeom prst="straightConnector1">
            <a:avLst/>
          </a:prstGeom>
          <a:ln w="31750">
            <a:solidFill>
              <a:srgbClr val="FF0000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95A6F425-2B66-47C3-6AB9-71AD0BFC2B05}"/>
              </a:ext>
            </a:extLst>
          </p:cNvPr>
          <p:cNvCxnSpPr>
            <a:cxnSpLocks/>
          </p:cNvCxnSpPr>
          <p:nvPr/>
        </p:nvCxnSpPr>
        <p:spPr>
          <a:xfrm flipV="1">
            <a:off x="3103123" y="4766553"/>
            <a:ext cx="856034" cy="807396"/>
          </a:xfrm>
          <a:prstGeom prst="straightConnector1">
            <a:avLst/>
          </a:prstGeom>
          <a:ln w="31750">
            <a:solidFill>
              <a:srgbClr val="FF0000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32" name="Ink 31">
                <a:extLst>
                  <a:ext uri="{FF2B5EF4-FFF2-40B4-BE49-F238E27FC236}">
                    <a16:creationId xmlns:a16="http://schemas.microsoft.com/office/drawing/2014/main" id="{6AB7B31D-64BF-D7DE-495F-01EC691E3AB0}"/>
                  </a:ext>
                </a:extLst>
              </p14:cNvPr>
              <p14:cNvContentPartPr/>
              <p14:nvPr/>
            </p14:nvContentPartPr>
            <p14:xfrm>
              <a:off x="8900816" y="1490339"/>
              <a:ext cx="1834200" cy="479160"/>
            </p14:xfrm>
          </p:contentPart>
        </mc:Choice>
        <mc:Fallback xmlns="">
          <p:pic>
            <p:nvPicPr>
              <p:cNvPr id="32" name="Ink 31">
                <a:extLst>
                  <a:ext uri="{FF2B5EF4-FFF2-40B4-BE49-F238E27FC236}">
                    <a16:creationId xmlns:a16="http://schemas.microsoft.com/office/drawing/2014/main" id="{6AB7B31D-64BF-D7DE-495F-01EC691E3AB0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8894696" y="1484219"/>
                <a:ext cx="1846440" cy="49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34" name="Ink 33">
                <a:extLst>
                  <a:ext uri="{FF2B5EF4-FFF2-40B4-BE49-F238E27FC236}">
                    <a16:creationId xmlns:a16="http://schemas.microsoft.com/office/drawing/2014/main" id="{C9C5EE0C-1491-6BDA-4256-3F3C98155BD7}"/>
                  </a:ext>
                </a:extLst>
              </p14:cNvPr>
              <p14:cNvContentPartPr/>
              <p14:nvPr/>
            </p14:nvContentPartPr>
            <p14:xfrm>
              <a:off x="8866976" y="1660259"/>
              <a:ext cx="272520" cy="203040"/>
            </p14:xfrm>
          </p:contentPart>
        </mc:Choice>
        <mc:Fallback xmlns="">
          <p:pic>
            <p:nvPicPr>
              <p:cNvPr id="34" name="Ink 33">
                <a:extLst>
                  <a:ext uri="{FF2B5EF4-FFF2-40B4-BE49-F238E27FC236}">
                    <a16:creationId xmlns:a16="http://schemas.microsoft.com/office/drawing/2014/main" id="{C9C5EE0C-1491-6BDA-4256-3F3C98155BD7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8860856" y="1654139"/>
                <a:ext cx="284760" cy="2152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343374076"/>
      </p:ext>
    </p:extLst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94547A-560F-FF2A-AA44-10710A17F5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346818-1DA9-7CAE-5E30-8DEA3AB1DE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905091"/>
          </a:xfrm>
        </p:spPr>
        <p:txBody>
          <a:bodyPr>
            <a:normAutofit/>
          </a:bodyPr>
          <a:lstStyle/>
          <a:p>
            <a:pPr algn="ctr"/>
            <a:r>
              <a:rPr lang="en-US" sz="4000" b="1" dirty="0">
                <a:latin typeface="Palatino Linotype" panose="02040502050505030304" pitchFamily="18" charset="0"/>
              </a:rPr>
              <a:t>Conflict Serializability: Example III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4DA3E84-0D70-7DB2-FCDD-EE10CEC572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07290" y="6356350"/>
            <a:ext cx="2743200" cy="365125"/>
          </a:xfrm>
        </p:spPr>
        <p:txBody>
          <a:bodyPr/>
          <a:lstStyle/>
          <a:p>
            <a:fld id="{D0FE24AB-0A3D-3945-A314-A55A03C76B7E}" type="slidenum">
              <a:rPr lang="en-US" smtClean="0">
                <a:latin typeface="Palatino Linotype" panose="02040502050505030304" pitchFamily="18" charset="0"/>
              </a:rPr>
              <a:t>98</a:t>
            </a:fld>
            <a:endParaRPr lang="en-US" dirty="0">
              <a:latin typeface="Palatino Linotype" panose="02040502050505030304" pitchFamily="18" charset="0"/>
            </a:endParaRP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D05439A2-7F04-EB55-9162-CC87A22A188A}"/>
              </a:ext>
            </a:extLst>
          </p:cNvPr>
          <p:cNvGraphicFramePr>
            <a:graphicFrameLocks noGrp="1"/>
          </p:cNvGraphicFramePr>
          <p:nvPr/>
        </p:nvGraphicFramePr>
        <p:xfrm>
          <a:off x="2007040" y="1468264"/>
          <a:ext cx="5638900" cy="466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47414">
                  <a:extLst>
                    <a:ext uri="{9D8B030D-6E8A-4147-A177-3AD203B41FA5}">
                      <a16:colId xmlns:a16="http://schemas.microsoft.com/office/drawing/2014/main" val="282134077"/>
                    </a:ext>
                  </a:extLst>
                </a:gridCol>
                <a:gridCol w="1845743">
                  <a:extLst>
                    <a:ext uri="{9D8B030D-6E8A-4147-A177-3AD203B41FA5}">
                      <a16:colId xmlns:a16="http://schemas.microsoft.com/office/drawing/2014/main" val="4206062769"/>
                    </a:ext>
                  </a:extLst>
                </a:gridCol>
                <a:gridCol w="1845743">
                  <a:extLst>
                    <a:ext uri="{9D8B030D-6E8A-4147-A177-3AD203B41FA5}">
                      <a16:colId xmlns:a16="http://schemas.microsoft.com/office/drawing/2014/main" val="213786926"/>
                    </a:ext>
                  </a:extLst>
                </a:gridCol>
              </a:tblGrid>
              <a:tr h="4235036">
                <a:tc>
                  <a:txBody>
                    <a:bodyPr/>
                    <a:lstStyle/>
                    <a:p>
                      <a:pPr algn="l"/>
                      <a:r>
                        <a:rPr lang="en-US" sz="2000" b="1" i="0" dirty="0">
                          <a:solidFill>
                            <a:schemeClr val="tx1"/>
                          </a:solidFill>
                          <a:latin typeface="Palatino Linotype" panose="02040502050505030304" pitchFamily="18" charset="0"/>
                        </a:rPr>
                        <a:t>T1:</a:t>
                      </a:r>
                    </a:p>
                    <a:p>
                      <a:pPr algn="l"/>
                      <a:endParaRPr lang="en-US" sz="2000" b="0" i="0" dirty="0">
                        <a:solidFill>
                          <a:schemeClr val="tx1"/>
                        </a:solidFill>
                        <a:latin typeface="Palatino Linotype" panose="02040502050505030304" pitchFamily="18" charset="0"/>
                      </a:endParaRPr>
                    </a:p>
                    <a:p>
                      <a:pPr algn="l"/>
                      <a:r>
                        <a:rPr lang="en-US" sz="2000" b="1" i="0" dirty="0">
                          <a:solidFill>
                            <a:schemeClr val="tx1"/>
                          </a:solidFill>
                          <a:latin typeface="Palatino Linotype" panose="02040502050505030304" pitchFamily="18" charset="0"/>
                        </a:rPr>
                        <a:t>Begin</a:t>
                      </a:r>
                    </a:p>
                    <a:p>
                      <a:pPr algn="l"/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read(</a:t>
                      </a:r>
                      <a:r>
                        <a:rPr lang="en-US" sz="2000" b="1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A</a:t>
                      </a:r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algn="l"/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write(</a:t>
                      </a:r>
                      <a:r>
                        <a:rPr lang="en-US" sz="2000" b="1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A</a:t>
                      </a:r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algn="l"/>
                      <a:endParaRPr lang="en-US" sz="2000" b="0" i="0" kern="1200" dirty="0">
                        <a:solidFill>
                          <a:schemeClr val="tx1"/>
                        </a:solidFill>
                        <a:effectLst/>
                        <a:latin typeface="Palatino Linotype" panose="02040502050505030304" pitchFamily="18" charset="0"/>
                        <a:ea typeface="+mn-ea"/>
                        <a:cs typeface="+mn-cs"/>
                      </a:endParaRPr>
                    </a:p>
                    <a:p>
                      <a:pPr algn="l"/>
                      <a:endParaRPr lang="en-US" sz="2000" b="0" i="0" kern="1200" dirty="0">
                        <a:solidFill>
                          <a:schemeClr val="tx1"/>
                        </a:solidFill>
                        <a:effectLst/>
                        <a:latin typeface="Palatino Linotype" panose="02040502050505030304" pitchFamily="18" charset="0"/>
                        <a:ea typeface="+mn-ea"/>
                        <a:cs typeface="+mn-cs"/>
                      </a:endParaRPr>
                    </a:p>
                    <a:p>
                      <a:pPr algn="l"/>
                      <a:endParaRPr lang="en-US" sz="2000" b="0" i="0" kern="1200" dirty="0">
                        <a:solidFill>
                          <a:schemeClr val="tx1"/>
                        </a:solidFill>
                        <a:effectLst/>
                        <a:latin typeface="Palatino Linotype" panose="02040502050505030304" pitchFamily="18" charset="0"/>
                        <a:ea typeface="+mn-ea"/>
                        <a:cs typeface="+mn-cs"/>
                      </a:endParaRPr>
                    </a:p>
                    <a:p>
                      <a:pPr algn="l"/>
                      <a:endParaRPr lang="en-US" sz="2000" b="0" i="0" kern="1200" dirty="0">
                        <a:solidFill>
                          <a:schemeClr val="tx1"/>
                        </a:solidFill>
                        <a:effectLst/>
                        <a:latin typeface="Palatino Linotype" panose="02040502050505030304" pitchFamily="18" charset="0"/>
                        <a:ea typeface="+mn-ea"/>
                        <a:cs typeface="+mn-cs"/>
                      </a:endParaRPr>
                    </a:p>
                    <a:p>
                      <a:pPr algn="l"/>
                      <a:endParaRPr lang="en-US" sz="2000" b="0" i="0" kern="1200" dirty="0">
                        <a:solidFill>
                          <a:schemeClr val="tx1"/>
                        </a:solidFill>
                        <a:effectLst/>
                        <a:latin typeface="Palatino Linotype" panose="02040502050505030304" pitchFamily="18" charset="0"/>
                        <a:ea typeface="+mn-ea"/>
                        <a:cs typeface="+mn-cs"/>
                      </a:endParaRPr>
                    </a:p>
                    <a:p>
                      <a:pPr algn="l"/>
                      <a:endParaRPr lang="en-US" sz="2000" b="0" i="0" kern="1200" dirty="0">
                        <a:solidFill>
                          <a:schemeClr val="tx1"/>
                        </a:solidFill>
                        <a:effectLst/>
                        <a:latin typeface="Palatino Linotype" panose="02040502050505030304" pitchFamily="18" charset="0"/>
                        <a:ea typeface="+mn-ea"/>
                        <a:cs typeface="+mn-cs"/>
                      </a:endParaRPr>
                    </a:p>
                    <a:p>
                      <a:pPr algn="l"/>
                      <a:endParaRPr lang="en-US" sz="2000" b="0" i="0" kern="1200" dirty="0">
                        <a:solidFill>
                          <a:schemeClr val="tx1"/>
                        </a:solidFill>
                        <a:effectLst/>
                        <a:latin typeface="Palatino Linotype" panose="02040502050505030304" pitchFamily="18" charset="0"/>
                        <a:ea typeface="+mn-ea"/>
                        <a:cs typeface="+mn-cs"/>
                      </a:endParaRPr>
                    </a:p>
                    <a:p>
                      <a:pPr algn="l"/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read(</a:t>
                      </a:r>
                      <a:r>
                        <a:rPr lang="en-US" sz="2000" b="1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B</a:t>
                      </a:r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algn="l"/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write(</a:t>
                      </a:r>
                      <a:r>
                        <a:rPr lang="en-US" sz="2000" b="1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B</a:t>
                      </a:r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algn="l"/>
                      <a:r>
                        <a:rPr lang="en-US" sz="2000" b="1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End</a:t>
                      </a: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b="1" i="0" dirty="0">
                          <a:solidFill>
                            <a:schemeClr val="tx1"/>
                          </a:solidFill>
                          <a:latin typeface="Palatino Linotype" panose="02040502050505030304" pitchFamily="18" charset="0"/>
                        </a:rPr>
                        <a:t>T2:</a:t>
                      </a:r>
                    </a:p>
                    <a:p>
                      <a:pPr algn="l"/>
                      <a:endParaRPr lang="en-US" sz="2000" b="0" i="0" dirty="0">
                        <a:solidFill>
                          <a:schemeClr val="tx1"/>
                        </a:solidFill>
                        <a:latin typeface="Palatino Linotype" panose="02040502050505030304" pitchFamily="18" charset="0"/>
                      </a:endParaRPr>
                    </a:p>
                    <a:p>
                      <a:pPr algn="l"/>
                      <a:endParaRPr lang="en-US" sz="2000" b="0" i="0" dirty="0">
                        <a:solidFill>
                          <a:schemeClr val="tx1"/>
                        </a:solidFill>
                        <a:latin typeface="Palatino Linotype" panose="02040502050505030304" pitchFamily="18" charset="0"/>
                      </a:endParaRPr>
                    </a:p>
                    <a:p>
                      <a:pPr algn="l"/>
                      <a:endParaRPr lang="en-US" sz="2000" b="0" i="0" dirty="0">
                        <a:solidFill>
                          <a:schemeClr val="tx1"/>
                        </a:solidFill>
                        <a:latin typeface="Palatino Linotype" panose="02040502050505030304" pitchFamily="18" charset="0"/>
                      </a:endParaRPr>
                    </a:p>
                    <a:p>
                      <a:pPr algn="l"/>
                      <a:endParaRPr lang="en-US" sz="2000" b="0" i="0" dirty="0">
                        <a:solidFill>
                          <a:schemeClr val="tx1"/>
                        </a:solidFill>
                        <a:latin typeface="Palatino Linotype" panose="02040502050505030304" pitchFamily="18" charset="0"/>
                      </a:endParaRPr>
                    </a:p>
                    <a:p>
                      <a:pPr algn="l"/>
                      <a:endParaRPr lang="en-US" sz="2000" b="0" i="0" dirty="0">
                        <a:solidFill>
                          <a:schemeClr val="tx1"/>
                        </a:solidFill>
                        <a:latin typeface="Palatino Linotype" panose="02040502050505030304" pitchFamily="18" charset="0"/>
                      </a:endParaRPr>
                    </a:p>
                    <a:p>
                      <a:pPr algn="l"/>
                      <a:endParaRPr lang="en-US" sz="2000" b="0" i="0" dirty="0">
                        <a:solidFill>
                          <a:schemeClr val="tx1"/>
                        </a:solidFill>
                        <a:latin typeface="Palatino Linotype" panose="02040502050505030304" pitchFamily="18" charset="0"/>
                      </a:endParaRPr>
                    </a:p>
                    <a:p>
                      <a:pPr algn="l"/>
                      <a:endParaRPr lang="en-US" sz="2000" b="0" i="0" dirty="0">
                        <a:solidFill>
                          <a:schemeClr val="tx1"/>
                        </a:solidFill>
                        <a:latin typeface="Palatino Linotype" panose="02040502050505030304" pitchFamily="18" charset="0"/>
                      </a:endParaRPr>
                    </a:p>
                    <a:p>
                      <a:pPr algn="l"/>
                      <a:r>
                        <a:rPr lang="en-US" sz="2000" b="1" i="0" dirty="0">
                          <a:solidFill>
                            <a:schemeClr val="tx1"/>
                          </a:solidFill>
                          <a:latin typeface="Palatino Linotype" panose="02040502050505030304" pitchFamily="18" charset="0"/>
                        </a:rPr>
                        <a:t>Begin</a:t>
                      </a:r>
                    </a:p>
                    <a:p>
                      <a:pPr algn="l"/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read(</a:t>
                      </a:r>
                      <a:r>
                        <a:rPr lang="en-US" sz="2000" b="1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B</a:t>
                      </a:r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algn="l"/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write(</a:t>
                      </a:r>
                      <a:r>
                        <a:rPr lang="en-US" sz="2000" b="1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B</a:t>
                      </a:r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algn="l"/>
                      <a:r>
                        <a:rPr lang="en-US" sz="2000" b="1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End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b="1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T3:</a:t>
                      </a:r>
                    </a:p>
                    <a:p>
                      <a:pPr algn="l"/>
                      <a:endParaRPr lang="en-US" sz="2000" b="1" i="0" kern="1200" dirty="0">
                        <a:solidFill>
                          <a:schemeClr val="tx1"/>
                        </a:solidFill>
                        <a:effectLst/>
                        <a:latin typeface="Palatino Linotype" panose="02040502050505030304" pitchFamily="18" charset="0"/>
                        <a:ea typeface="+mn-ea"/>
                        <a:cs typeface="+mn-cs"/>
                      </a:endParaRPr>
                    </a:p>
                    <a:p>
                      <a:pPr algn="l"/>
                      <a:endParaRPr lang="en-US" sz="2000" b="1" i="0" kern="1200" dirty="0">
                        <a:solidFill>
                          <a:schemeClr val="tx1"/>
                        </a:solidFill>
                        <a:effectLst/>
                        <a:latin typeface="Palatino Linotype" panose="02040502050505030304" pitchFamily="18" charset="0"/>
                        <a:ea typeface="+mn-ea"/>
                        <a:cs typeface="+mn-cs"/>
                      </a:endParaRPr>
                    </a:p>
                    <a:p>
                      <a:pPr algn="l"/>
                      <a:endParaRPr lang="en-US" sz="2000" b="1" i="0" kern="1200" dirty="0">
                        <a:solidFill>
                          <a:schemeClr val="tx1"/>
                        </a:solidFill>
                        <a:effectLst/>
                        <a:latin typeface="Palatino Linotype" panose="02040502050505030304" pitchFamily="18" charset="0"/>
                        <a:ea typeface="+mn-ea"/>
                        <a:cs typeface="+mn-cs"/>
                      </a:endParaRPr>
                    </a:p>
                    <a:p>
                      <a:pPr algn="l"/>
                      <a:endParaRPr lang="en-US" sz="2000" b="1" i="0" kern="1200" dirty="0">
                        <a:solidFill>
                          <a:schemeClr val="tx1"/>
                        </a:solidFill>
                        <a:effectLst/>
                        <a:latin typeface="Palatino Linotype" panose="02040502050505030304" pitchFamily="18" charset="0"/>
                        <a:ea typeface="+mn-ea"/>
                        <a:cs typeface="+mn-cs"/>
                      </a:endParaRPr>
                    </a:p>
                    <a:p>
                      <a:pPr algn="l"/>
                      <a:r>
                        <a:rPr lang="en-US" sz="2000" b="1" i="0" dirty="0">
                          <a:solidFill>
                            <a:schemeClr val="tx1"/>
                          </a:solidFill>
                          <a:latin typeface="Palatino Linotype" panose="02040502050505030304" pitchFamily="18" charset="0"/>
                        </a:rPr>
                        <a:t>Begin</a:t>
                      </a:r>
                    </a:p>
                    <a:p>
                      <a:pPr algn="l"/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read(</a:t>
                      </a:r>
                      <a:r>
                        <a:rPr lang="en-US" sz="2000" b="1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A</a:t>
                      </a:r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algn="l"/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write(</a:t>
                      </a:r>
                      <a:r>
                        <a:rPr lang="en-US" sz="2000" b="1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A</a:t>
                      </a:r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algn="l"/>
                      <a:r>
                        <a:rPr lang="en-US" sz="2000" b="1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End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7499455"/>
                  </a:ext>
                </a:extLst>
              </a:tr>
            </a:tbl>
          </a:graphicData>
        </a:graphic>
      </p:graphicFrame>
      <p:grpSp>
        <p:nvGrpSpPr>
          <p:cNvPr id="8" name="Group 7">
            <a:extLst>
              <a:ext uri="{FF2B5EF4-FFF2-40B4-BE49-F238E27FC236}">
                <a16:creationId xmlns:a16="http://schemas.microsoft.com/office/drawing/2014/main" id="{19682095-008F-6B63-2D7E-4F7E42D35DC4}"/>
              </a:ext>
            </a:extLst>
          </p:cNvPr>
          <p:cNvGrpSpPr/>
          <p:nvPr/>
        </p:nvGrpSpPr>
        <p:grpSpPr>
          <a:xfrm>
            <a:off x="838200" y="1468264"/>
            <a:ext cx="817645" cy="4531885"/>
            <a:chOff x="272373" y="1701579"/>
            <a:chExt cx="817645" cy="4531885"/>
          </a:xfrm>
        </p:grpSpPr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FAD95098-DC36-3E8B-7E54-48535432AF25}"/>
                </a:ext>
              </a:extLst>
            </p:cNvPr>
            <p:cNvCxnSpPr>
              <a:cxnSpLocks/>
            </p:cNvCxnSpPr>
            <p:nvPr/>
          </p:nvCxnSpPr>
          <p:spPr>
            <a:xfrm>
              <a:off x="1081378" y="1701579"/>
              <a:ext cx="0" cy="4531885"/>
            </a:xfrm>
            <a:prstGeom prst="straightConnector1">
              <a:avLst/>
            </a:prstGeom>
            <a:ln w="31750">
              <a:solidFill>
                <a:schemeClr val="accent2">
                  <a:lumMod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E42C5937-F0DA-1E26-C831-E4461B00ED78}"/>
                </a:ext>
              </a:extLst>
            </p:cNvPr>
            <p:cNvSpPr txBox="1"/>
            <p:nvPr/>
          </p:nvSpPr>
          <p:spPr>
            <a:xfrm>
              <a:off x="272373" y="3501634"/>
              <a:ext cx="817645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b="1" dirty="0">
                  <a:solidFill>
                    <a:schemeClr val="accent2">
                      <a:lumMod val="50000"/>
                    </a:schemeClr>
                  </a:solidFill>
                  <a:latin typeface="Palatino Linotype" panose="02040502050505030304" pitchFamily="18" charset="0"/>
                </a:rPr>
                <a:t>Time</a:t>
              </a:r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1FEFFD97-C9D0-4EF1-58C6-AD3C4E051272}"/>
              </a:ext>
            </a:extLst>
          </p:cNvPr>
          <p:cNvGrpSpPr/>
          <p:nvPr/>
        </p:nvGrpSpPr>
        <p:grpSpPr>
          <a:xfrm>
            <a:off x="8636081" y="1993996"/>
            <a:ext cx="544749" cy="505838"/>
            <a:chOff x="7694579" y="1916350"/>
            <a:chExt cx="544749" cy="505838"/>
          </a:xfrm>
        </p:grpSpPr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C181DAE0-6A96-3622-38C5-39A898EA01DB}"/>
                </a:ext>
              </a:extLst>
            </p:cNvPr>
            <p:cNvSpPr/>
            <p:nvPr/>
          </p:nvSpPr>
          <p:spPr>
            <a:xfrm>
              <a:off x="7694579" y="1916350"/>
              <a:ext cx="544749" cy="505838"/>
            </a:xfrm>
            <a:prstGeom prst="ellipse">
              <a:avLst/>
            </a:prstGeom>
            <a:noFill/>
            <a:ln w="254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3BC049A7-4EC1-6ADA-0322-1A8E6FBB26B7}"/>
                </a:ext>
              </a:extLst>
            </p:cNvPr>
            <p:cNvSpPr txBox="1"/>
            <p:nvPr/>
          </p:nvSpPr>
          <p:spPr>
            <a:xfrm>
              <a:off x="7751409" y="1969214"/>
              <a:ext cx="47000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>
                  <a:latin typeface="Palatino Linotype" panose="02040502050505030304" pitchFamily="18" charset="0"/>
                </a:rPr>
                <a:t>T1</a:t>
              </a:r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CA61139B-8261-AF1D-1F60-BD6F50801A24}"/>
              </a:ext>
            </a:extLst>
          </p:cNvPr>
          <p:cNvGrpSpPr/>
          <p:nvPr/>
        </p:nvGrpSpPr>
        <p:grpSpPr>
          <a:xfrm>
            <a:off x="10570350" y="1993996"/>
            <a:ext cx="544749" cy="505838"/>
            <a:chOff x="7694579" y="1916350"/>
            <a:chExt cx="544749" cy="505838"/>
          </a:xfrm>
        </p:grpSpPr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986AB78E-D05D-66C5-D9D9-6845F1D0E7EA}"/>
                </a:ext>
              </a:extLst>
            </p:cNvPr>
            <p:cNvSpPr/>
            <p:nvPr/>
          </p:nvSpPr>
          <p:spPr>
            <a:xfrm>
              <a:off x="7694579" y="1916350"/>
              <a:ext cx="544749" cy="505838"/>
            </a:xfrm>
            <a:prstGeom prst="ellipse">
              <a:avLst/>
            </a:prstGeom>
            <a:noFill/>
            <a:ln w="254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39316446-B0F4-CB17-93B8-990372914742}"/>
                </a:ext>
              </a:extLst>
            </p:cNvPr>
            <p:cNvSpPr txBox="1"/>
            <p:nvPr/>
          </p:nvSpPr>
          <p:spPr>
            <a:xfrm>
              <a:off x="7751409" y="1969214"/>
              <a:ext cx="47000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>
                  <a:latin typeface="Palatino Linotype" panose="02040502050505030304" pitchFamily="18" charset="0"/>
                </a:rPr>
                <a:t>T2</a:t>
              </a:r>
            </a:p>
          </p:txBody>
        </p: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7191AADC-8E1E-3A44-F435-24B0ABFE5F19}"/>
              </a:ext>
            </a:extLst>
          </p:cNvPr>
          <p:cNvSpPr txBox="1"/>
          <p:nvPr/>
        </p:nvSpPr>
        <p:spPr>
          <a:xfrm>
            <a:off x="6906637" y="4541543"/>
            <a:ext cx="5290707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Palatino Linotype" panose="02040502050505030304" pitchFamily="18" charset="0"/>
              </a:rPr>
              <a:t>Is this conflict serializable?</a:t>
            </a:r>
          </a:p>
          <a:p>
            <a:endParaRPr lang="en-US" sz="2400" dirty="0">
              <a:latin typeface="Palatino Linotype" panose="02040502050505030304" pitchFamily="18" charset="0"/>
            </a:endParaRPr>
          </a:p>
          <a:p>
            <a:r>
              <a:rPr lang="en-US" sz="2400" dirty="0">
                <a:latin typeface="Palatino Linotype" panose="02040502050505030304" pitchFamily="18" charset="0"/>
              </a:rPr>
              <a:t>Is this equivalent to a serial schedule?</a:t>
            </a:r>
          </a:p>
          <a:p>
            <a:endParaRPr lang="en-US" sz="2400" dirty="0">
              <a:latin typeface="Palatino Linotype" panose="02040502050505030304" pitchFamily="18" charset="0"/>
            </a:endParaRPr>
          </a:p>
          <a:p>
            <a:r>
              <a:rPr lang="en-US" sz="2400" b="1" dirty="0">
                <a:latin typeface="Palatino Linotype" panose="02040502050505030304" pitchFamily="18" charset="0"/>
              </a:rPr>
              <a:t>Yes! {T2, T1, T3}</a:t>
            </a:r>
          </a:p>
          <a:p>
            <a:r>
              <a:rPr lang="en-US" sz="2400" b="1" dirty="0">
                <a:latin typeface="Palatino Linotype" panose="02040502050505030304" pitchFamily="18" charset="0"/>
              </a:rPr>
              <a:t>T2 should run before T3!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00A0206D-F1E1-7724-40A8-5791EDC2D8F2}"/>
              </a:ext>
            </a:extLst>
          </p:cNvPr>
          <p:cNvGrpSpPr/>
          <p:nvPr/>
        </p:nvGrpSpPr>
        <p:grpSpPr>
          <a:xfrm>
            <a:off x="9711074" y="3015400"/>
            <a:ext cx="544749" cy="505838"/>
            <a:chOff x="7694579" y="1916350"/>
            <a:chExt cx="544749" cy="505838"/>
          </a:xfrm>
        </p:grpSpPr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B33E7617-A620-AF60-B633-F56F5E205C3D}"/>
                </a:ext>
              </a:extLst>
            </p:cNvPr>
            <p:cNvSpPr/>
            <p:nvPr/>
          </p:nvSpPr>
          <p:spPr>
            <a:xfrm>
              <a:off x="7694579" y="1916350"/>
              <a:ext cx="544749" cy="505838"/>
            </a:xfrm>
            <a:prstGeom prst="ellipse">
              <a:avLst/>
            </a:prstGeom>
            <a:noFill/>
            <a:ln w="254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0964F3D2-CE1A-1845-1A6C-E454B92CE5B1}"/>
                </a:ext>
              </a:extLst>
            </p:cNvPr>
            <p:cNvSpPr txBox="1"/>
            <p:nvPr/>
          </p:nvSpPr>
          <p:spPr>
            <a:xfrm>
              <a:off x="7751409" y="1969214"/>
              <a:ext cx="47000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>
                  <a:latin typeface="Palatino Linotype" panose="02040502050505030304" pitchFamily="18" charset="0"/>
                </a:rPr>
                <a:t>T3</a:t>
              </a:r>
            </a:p>
          </p:txBody>
        </p:sp>
      </p:grp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8362D089-1C3F-FE5D-8913-B14B5FB79A64}"/>
              </a:ext>
            </a:extLst>
          </p:cNvPr>
          <p:cNvCxnSpPr>
            <a:cxnSpLocks/>
          </p:cNvCxnSpPr>
          <p:nvPr/>
        </p:nvCxnSpPr>
        <p:spPr>
          <a:xfrm>
            <a:off x="3103123" y="2957209"/>
            <a:ext cx="2714017" cy="471791"/>
          </a:xfrm>
          <a:prstGeom prst="straightConnector1">
            <a:avLst/>
          </a:prstGeom>
          <a:ln w="31750">
            <a:solidFill>
              <a:srgbClr val="FF0000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578E5E67-E6DE-026E-8697-05D10D3F0453}"/>
              </a:ext>
            </a:extLst>
          </p:cNvPr>
          <p:cNvCxnSpPr>
            <a:cxnSpLocks/>
          </p:cNvCxnSpPr>
          <p:nvPr/>
        </p:nvCxnSpPr>
        <p:spPr>
          <a:xfrm>
            <a:off x="3103123" y="2957209"/>
            <a:ext cx="2714017" cy="842775"/>
          </a:xfrm>
          <a:prstGeom prst="straightConnector1">
            <a:avLst/>
          </a:prstGeom>
          <a:ln w="31750">
            <a:solidFill>
              <a:srgbClr val="FF0000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EEF49C83-66C4-3555-0E13-FCC7324D3D9C}"/>
              </a:ext>
            </a:extLst>
          </p:cNvPr>
          <p:cNvCxnSpPr>
            <a:cxnSpLocks/>
          </p:cNvCxnSpPr>
          <p:nvPr/>
        </p:nvCxnSpPr>
        <p:spPr>
          <a:xfrm flipV="1">
            <a:off x="3005847" y="4766553"/>
            <a:ext cx="953310" cy="466928"/>
          </a:xfrm>
          <a:prstGeom prst="straightConnector1">
            <a:avLst/>
          </a:prstGeom>
          <a:ln w="31750">
            <a:solidFill>
              <a:srgbClr val="FF0000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5C4E0130-78DE-CFAC-C9B1-B78DAC4019F1}"/>
              </a:ext>
            </a:extLst>
          </p:cNvPr>
          <p:cNvCxnSpPr>
            <a:cxnSpLocks/>
          </p:cNvCxnSpPr>
          <p:nvPr/>
        </p:nvCxnSpPr>
        <p:spPr>
          <a:xfrm flipV="1">
            <a:off x="3103123" y="4766553"/>
            <a:ext cx="856034" cy="807396"/>
          </a:xfrm>
          <a:prstGeom prst="straightConnector1">
            <a:avLst/>
          </a:prstGeom>
          <a:ln w="31750">
            <a:solidFill>
              <a:srgbClr val="FF0000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5" name="Group 34">
            <a:extLst>
              <a:ext uri="{FF2B5EF4-FFF2-40B4-BE49-F238E27FC236}">
                <a16:creationId xmlns:a16="http://schemas.microsoft.com/office/drawing/2014/main" id="{9CEC4DE3-0836-92F5-6958-C4A0429501CC}"/>
              </a:ext>
            </a:extLst>
          </p:cNvPr>
          <p:cNvGrpSpPr/>
          <p:nvPr/>
        </p:nvGrpSpPr>
        <p:grpSpPr>
          <a:xfrm>
            <a:off x="8955176" y="2604179"/>
            <a:ext cx="722160" cy="642960"/>
            <a:chOff x="8955176" y="2604179"/>
            <a:chExt cx="722160" cy="642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5AB93613-9866-E3C3-FADF-0AA16E9CFF23}"/>
                    </a:ext>
                  </a:extLst>
                </p14:cNvPr>
                <p14:cNvContentPartPr/>
                <p14:nvPr/>
              </p14:nvContentPartPr>
              <p14:xfrm>
                <a:off x="8955176" y="2604179"/>
                <a:ext cx="722160" cy="60228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4BA5A679-A8EE-DE67-ADF7-7FA3B1B227EC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8949056" y="2598059"/>
                  <a:ext cx="734400" cy="61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22246E24-EFAD-1978-4193-E1404FDF8B0C}"/>
                    </a:ext>
                  </a:extLst>
                </p14:cNvPr>
                <p14:cNvContentPartPr/>
                <p14:nvPr/>
              </p14:nvContentPartPr>
              <p14:xfrm>
                <a:off x="9433976" y="3007019"/>
                <a:ext cx="228960" cy="24012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00FC39DC-9FF3-D5F1-F1DB-72D139936AAB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9427846" y="3000899"/>
                  <a:ext cx="241219" cy="2523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38" name="Ink 37">
                <a:extLst>
                  <a:ext uri="{FF2B5EF4-FFF2-40B4-BE49-F238E27FC236}">
                    <a16:creationId xmlns:a16="http://schemas.microsoft.com/office/drawing/2014/main" id="{3DC926FB-E38C-2DD4-8040-056D29E507A8}"/>
                  </a:ext>
                </a:extLst>
              </p14:cNvPr>
              <p14:cNvContentPartPr/>
              <p14:nvPr/>
            </p14:nvContentPartPr>
            <p14:xfrm>
              <a:off x="8900816" y="1490339"/>
              <a:ext cx="1834200" cy="479160"/>
            </p14:xfrm>
          </p:contentPart>
        </mc:Choice>
        <mc:Fallback xmlns="">
          <p:pic>
            <p:nvPicPr>
              <p:cNvPr id="38" name="Ink 37">
                <a:extLst>
                  <a:ext uri="{FF2B5EF4-FFF2-40B4-BE49-F238E27FC236}">
                    <a16:creationId xmlns:a16="http://schemas.microsoft.com/office/drawing/2014/main" id="{3DC926FB-E38C-2DD4-8040-056D29E507A8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8894696" y="1484224"/>
                <a:ext cx="1846440" cy="49139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39" name="Ink 38">
                <a:extLst>
                  <a:ext uri="{FF2B5EF4-FFF2-40B4-BE49-F238E27FC236}">
                    <a16:creationId xmlns:a16="http://schemas.microsoft.com/office/drawing/2014/main" id="{A498B3E7-888A-27E5-CCC4-1A6D036AC658}"/>
                  </a:ext>
                </a:extLst>
              </p14:cNvPr>
              <p14:cNvContentPartPr/>
              <p14:nvPr/>
            </p14:nvContentPartPr>
            <p14:xfrm>
              <a:off x="8914633" y="1654200"/>
              <a:ext cx="258840" cy="235800"/>
            </p14:xfrm>
          </p:contentPart>
        </mc:Choice>
        <mc:Fallback xmlns="">
          <p:pic>
            <p:nvPicPr>
              <p:cNvPr id="39" name="Ink 38">
                <a:extLst>
                  <a:ext uri="{FF2B5EF4-FFF2-40B4-BE49-F238E27FC236}">
                    <a16:creationId xmlns:a16="http://schemas.microsoft.com/office/drawing/2014/main" id="{A498B3E7-888A-27E5-CCC4-1A6D036AC658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8908513" y="1648080"/>
                <a:ext cx="271080" cy="2480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517940733"/>
      </p:ext>
    </p:extLst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23FF2A-2253-60D5-996C-3884FFDDBB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74C4C3-E4F0-3261-4B4E-6664E8CDC3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905091"/>
          </a:xfrm>
        </p:spPr>
        <p:txBody>
          <a:bodyPr>
            <a:normAutofit/>
          </a:bodyPr>
          <a:lstStyle/>
          <a:p>
            <a:pPr algn="ctr"/>
            <a:r>
              <a:rPr lang="en-US" sz="4000" b="1" dirty="0">
                <a:latin typeface="Palatino Linotype" panose="02040502050505030304" pitchFamily="18" charset="0"/>
              </a:rPr>
              <a:t>Conflict Serializability: Example IV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A350D78-1983-F71A-5F2B-09BA33A659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07290" y="6356350"/>
            <a:ext cx="2743200" cy="365125"/>
          </a:xfrm>
        </p:spPr>
        <p:txBody>
          <a:bodyPr/>
          <a:lstStyle/>
          <a:p>
            <a:fld id="{D0FE24AB-0A3D-3945-A314-A55A03C76B7E}" type="slidenum">
              <a:rPr lang="en-US" smtClean="0">
                <a:latin typeface="Palatino Linotype" panose="02040502050505030304" pitchFamily="18" charset="0"/>
              </a:rPr>
              <a:t>99</a:t>
            </a:fld>
            <a:endParaRPr lang="en-US" dirty="0">
              <a:latin typeface="Palatino Linotype" panose="02040502050505030304" pitchFamily="18" charset="0"/>
            </a:endParaRP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22540047-9EFE-8914-B299-D4A12209E5B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13272700"/>
              </p:ext>
            </p:extLst>
          </p:nvPr>
        </p:nvGraphicFramePr>
        <p:xfrm>
          <a:off x="2007040" y="1468264"/>
          <a:ext cx="3793157" cy="42350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47414">
                  <a:extLst>
                    <a:ext uri="{9D8B030D-6E8A-4147-A177-3AD203B41FA5}">
                      <a16:colId xmlns:a16="http://schemas.microsoft.com/office/drawing/2014/main" val="282134077"/>
                    </a:ext>
                  </a:extLst>
                </a:gridCol>
                <a:gridCol w="1845743">
                  <a:extLst>
                    <a:ext uri="{9D8B030D-6E8A-4147-A177-3AD203B41FA5}">
                      <a16:colId xmlns:a16="http://schemas.microsoft.com/office/drawing/2014/main" val="4206062769"/>
                    </a:ext>
                  </a:extLst>
                </a:gridCol>
              </a:tblGrid>
              <a:tr h="4235036">
                <a:tc>
                  <a:txBody>
                    <a:bodyPr/>
                    <a:lstStyle/>
                    <a:p>
                      <a:pPr algn="l"/>
                      <a:r>
                        <a:rPr lang="en-US" sz="2000" b="1" i="0" dirty="0">
                          <a:solidFill>
                            <a:schemeClr val="tx1"/>
                          </a:solidFill>
                          <a:latin typeface="Palatino Linotype" panose="02040502050505030304" pitchFamily="18" charset="0"/>
                        </a:rPr>
                        <a:t>T1:</a:t>
                      </a:r>
                    </a:p>
                    <a:p>
                      <a:pPr algn="l"/>
                      <a:endParaRPr lang="en-US" sz="2000" b="0" i="0" dirty="0">
                        <a:solidFill>
                          <a:schemeClr val="tx1"/>
                        </a:solidFill>
                        <a:latin typeface="Palatino Linotype" panose="02040502050505030304" pitchFamily="18" charset="0"/>
                      </a:endParaRPr>
                    </a:p>
                    <a:p>
                      <a:pPr algn="l"/>
                      <a:r>
                        <a:rPr lang="en-US" sz="2000" b="1" i="0" dirty="0">
                          <a:solidFill>
                            <a:schemeClr val="tx1"/>
                          </a:solidFill>
                          <a:latin typeface="Palatino Linotype" panose="02040502050505030304" pitchFamily="18" charset="0"/>
                        </a:rPr>
                        <a:t>Begin</a:t>
                      </a:r>
                    </a:p>
                    <a:p>
                      <a:pPr algn="l"/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read(</a:t>
                      </a:r>
                      <a:r>
                        <a:rPr lang="en-US" sz="2000" b="1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A</a:t>
                      </a:r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algn="l"/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write(</a:t>
                      </a:r>
                      <a:r>
                        <a:rPr lang="en-US" sz="2000" b="1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A</a:t>
                      </a:r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algn="l"/>
                      <a:endParaRPr lang="en-US" sz="2000" b="0" i="0" kern="1200" dirty="0">
                        <a:solidFill>
                          <a:schemeClr val="tx1"/>
                        </a:solidFill>
                        <a:effectLst/>
                        <a:latin typeface="Palatino Linotype" panose="02040502050505030304" pitchFamily="18" charset="0"/>
                        <a:ea typeface="+mn-ea"/>
                        <a:cs typeface="+mn-cs"/>
                      </a:endParaRPr>
                    </a:p>
                    <a:p>
                      <a:pPr algn="l"/>
                      <a:endParaRPr lang="en-US" sz="2000" b="0" i="0" kern="1200" dirty="0">
                        <a:solidFill>
                          <a:schemeClr val="tx1"/>
                        </a:solidFill>
                        <a:effectLst/>
                        <a:latin typeface="Palatino Linotype" panose="02040502050505030304" pitchFamily="18" charset="0"/>
                        <a:ea typeface="+mn-ea"/>
                        <a:cs typeface="+mn-cs"/>
                      </a:endParaRPr>
                    </a:p>
                    <a:p>
                      <a:pPr algn="l"/>
                      <a:endParaRPr lang="en-US" sz="2000" b="0" i="0" kern="1200" dirty="0">
                        <a:solidFill>
                          <a:schemeClr val="tx1"/>
                        </a:solidFill>
                        <a:effectLst/>
                        <a:latin typeface="Palatino Linotype" panose="02040502050505030304" pitchFamily="18" charset="0"/>
                        <a:ea typeface="+mn-ea"/>
                        <a:cs typeface="+mn-cs"/>
                      </a:endParaRPr>
                    </a:p>
                    <a:p>
                      <a:pPr algn="l"/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read(</a:t>
                      </a:r>
                      <a:r>
                        <a:rPr lang="en-US" sz="2000" b="1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B</a:t>
                      </a:r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algn="l"/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write(</a:t>
                      </a:r>
                      <a:r>
                        <a:rPr lang="en-US" sz="2000" b="1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B</a:t>
                      </a:r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algn="l"/>
                      <a:r>
                        <a:rPr lang="en-US" sz="2000" b="1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End</a:t>
                      </a: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b="1" i="0" dirty="0">
                          <a:solidFill>
                            <a:schemeClr val="tx1"/>
                          </a:solidFill>
                          <a:latin typeface="Palatino Linotype" panose="02040502050505030304" pitchFamily="18" charset="0"/>
                        </a:rPr>
                        <a:t>T2:</a:t>
                      </a:r>
                    </a:p>
                    <a:p>
                      <a:pPr algn="l"/>
                      <a:endParaRPr lang="en-US" sz="2000" b="0" i="0" dirty="0">
                        <a:solidFill>
                          <a:schemeClr val="tx1"/>
                        </a:solidFill>
                        <a:latin typeface="Palatino Linotype" panose="02040502050505030304" pitchFamily="18" charset="0"/>
                      </a:endParaRPr>
                    </a:p>
                    <a:p>
                      <a:pPr algn="l"/>
                      <a:endParaRPr lang="en-US" sz="2000" b="0" i="0" dirty="0">
                        <a:solidFill>
                          <a:schemeClr val="tx1"/>
                        </a:solidFill>
                        <a:latin typeface="Palatino Linotype" panose="02040502050505030304" pitchFamily="18" charset="0"/>
                      </a:endParaRPr>
                    </a:p>
                    <a:p>
                      <a:pPr algn="l"/>
                      <a:endParaRPr lang="en-US" sz="2000" b="0" i="0" dirty="0">
                        <a:solidFill>
                          <a:schemeClr val="tx1"/>
                        </a:solidFill>
                        <a:latin typeface="Palatino Linotype" panose="02040502050505030304" pitchFamily="18" charset="0"/>
                      </a:endParaRPr>
                    </a:p>
                    <a:p>
                      <a:pPr algn="l"/>
                      <a:r>
                        <a:rPr lang="en-US" sz="2000" b="1" i="0" dirty="0">
                          <a:solidFill>
                            <a:schemeClr val="tx1"/>
                          </a:solidFill>
                          <a:latin typeface="Palatino Linotype" panose="02040502050505030304" pitchFamily="18" charset="0"/>
                        </a:rPr>
                        <a:t>Begin</a:t>
                      </a:r>
                    </a:p>
                    <a:p>
                      <a:pPr algn="l"/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read(</a:t>
                      </a:r>
                      <a:r>
                        <a:rPr lang="en-US" sz="2000" b="1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A</a:t>
                      </a:r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algn="l"/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read(</a:t>
                      </a:r>
                      <a:r>
                        <a:rPr lang="en-US" sz="2000" b="1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B</a:t>
                      </a:r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algn="l"/>
                      <a:r>
                        <a:rPr lang="en-US" sz="2000" b="1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End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7499455"/>
                  </a:ext>
                </a:extLst>
              </a:tr>
            </a:tbl>
          </a:graphicData>
        </a:graphic>
      </p:graphicFrame>
      <p:grpSp>
        <p:nvGrpSpPr>
          <p:cNvPr id="8" name="Group 7">
            <a:extLst>
              <a:ext uri="{FF2B5EF4-FFF2-40B4-BE49-F238E27FC236}">
                <a16:creationId xmlns:a16="http://schemas.microsoft.com/office/drawing/2014/main" id="{BBF538B6-A90C-C65C-6100-1A476A2E0E01}"/>
              </a:ext>
            </a:extLst>
          </p:cNvPr>
          <p:cNvGrpSpPr/>
          <p:nvPr/>
        </p:nvGrpSpPr>
        <p:grpSpPr>
          <a:xfrm>
            <a:off x="838200" y="1468264"/>
            <a:ext cx="817645" cy="4531885"/>
            <a:chOff x="272373" y="1701579"/>
            <a:chExt cx="817645" cy="4531885"/>
          </a:xfrm>
        </p:grpSpPr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AF9768B9-28C0-7027-3D07-DC600C077873}"/>
                </a:ext>
              </a:extLst>
            </p:cNvPr>
            <p:cNvCxnSpPr>
              <a:cxnSpLocks/>
            </p:cNvCxnSpPr>
            <p:nvPr/>
          </p:nvCxnSpPr>
          <p:spPr>
            <a:xfrm>
              <a:off x="1081378" y="1701579"/>
              <a:ext cx="0" cy="4531885"/>
            </a:xfrm>
            <a:prstGeom prst="straightConnector1">
              <a:avLst/>
            </a:prstGeom>
            <a:ln w="31750">
              <a:solidFill>
                <a:schemeClr val="accent2">
                  <a:lumMod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BADB6CFA-8881-A540-43EE-71706986BDB8}"/>
                </a:ext>
              </a:extLst>
            </p:cNvPr>
            <p:cNvSpPr txBox="1"/>
            <p:nvPr/>
          </p:nvSpPr>
          <p:spPr>
            <a:xfrm>
              <a:off x="272373" y="3501634"/>
              <a:ext cx="817645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b="1" dirty="0">
                  <a:solidFill>
                    <a:schemeClr val="accent2">
                      <a:lumMod val="50000"/>
                    </a:schemeClr>
                  </a:solidFill>
                  <a:latin typeface="Palatino Linotype" panose="02040502050505030304" pitchFamily="18" charset="0"/>
                </a:rPr>
                <a:t>Time</a:t>
              </a:r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5A660E05-68B3-AC37-C150-E95C254EEC42}"/>
              </a:ext>
            </a:extLst>
          </p:cNvPr>
          <p:cNvGrpSpPr/>
          <p:nvPr/>
        </p:nvGrpSpPr>
        <p:grpSpPr>
          <a:xfrm>
            <a:off x="8636081" y="1993996"/>
            <a:ext cx="544749" cy="505838"/>
            <a:chOff x="7694579" y="1916350"/>
            <a:chExt cx="544749" cy="505838"/>
          </a:xfrm>
        </p:grpSpPr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196E803F-FEEC-C191-24BE-8A62AB249DE7}"/>
                </a:ext>
              </a:extLst>
            </p:cNvPr>
            <p:cNvSpPr/>
            <p:nvPr/>
          </p:nvSpPr>
          <p:spPr>
            <a:xfrm>
              <a:off x="7694579" y="1916350"/>
              <a:ext cx="544749" cy="505838"/>
            </a:xfrm>
            <a:prstGeom prst="ellipse">
              <a:avLst/>
            </a:prstGeom>
            <a:noFill/>
            <a:ln w="254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3C1D0470-972B-835E-ACC1-E8F9BD8063BB}"/>
                </a:ext>
              </a:extLst>
            </p:cNvPr>
            <p:cNvSpPr txBox="1"/>
            <p:nvPr/>
          </p:nvSpPr>
          <p:spPr>
            <a:xfrm>
              <a:off x="7751409" y="1969214"/>
              <a:ext cx="47000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>
                  <a:latin typeface="Palatino Linotype" panose="02040502050505030304" pitchFamily="18" charset="0"/>
                </a:rPr>
                <a:t>T1</a:t>
              </a:r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D3DC0171-8B65-F54D-7C89-767793DA4C15}"/>
              </a:ext>
            </a:extLst>
          </p:cNvPr>
          <p:cNvGrpSpPr/>
          <p:nvPr/>
        </p:nvGrpSpPr>
        <p:grpSpPr>
          <a:xfrm>
            <a:off x="10570350" y="1993996"/>
            <a:ext cx="544749" cy="505838"/>
            <a:chOff x="7694579" y="1916350"/>
            <a:chExt cx="544749" cy="505838"/>
          </a:xfrm>
        </p:grpSpPr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07B8330E-22FF-C3C9-9F01-DE4026C28B87}"/>
                </a:ext>
              </a:extLst>
            </p:cNvPr>
            <p:cNvSpPr/>
            <p:nvPr/>
          </p:nvSpPr>
          <p:spPr>
            <a:xfrm>
              <a:off x="7694579" y="1916350"/>
              <a:ext cx="544749" cy="505838"/>
            </a:xfrm>
            <a:prstGeom prst="ellipse">
              <a:avLst/>
            </a:prstGeom>
            <a:noFill/>
            <a:ln w="254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6208A6AF-9A45-3E16-5A35-DAAB096DB221}"/>
                </a:ext>
              </a:extLst>
            </p:cNvPr>
            <p:cNvSpPr txBox="1"/>
            <p:nvPr/>
          </p:nvSpPr>
          <p:spPr>
            <a:xfrm>
              <a:off x="7751409" y="1969214"/>
              <a:ext cx="47000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>
                  <a:latin typeface="Palatino Linotype" panose="02040502050505030304" pitchFamily="18" charset="0"/>
                </a:rPr>
                <a:t>T2</a:t>
              </a:r>
            </a:p>
          </p:txBody>
        </p: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ABBE7C05-F060-AAC9-8DF3-8EC0D64A187E}"/>
              </a:ext>
            </a:extLst>
          </p:cNvPr>
          <p:cNvSpPr txBox="1"/>
          <p:nvPr/>
        </p:nvSpPr>
        <p:spPr>
          <a:xfrm>
            <a:off x="7857145" y="4601632"/>
            <a:ext cx="385638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Palatino Linotype" panose="02040502050505030304" pitchFamily="18" charset="0"/>
              </a:rPr>
              <a:t>Is this conflict serializable?</a:t>
            </a:r>
          </a:p>
        </p:txBody>
      </p:sp>
    </p:spTree>
    <p:extLst>
      <p:ext uri="{BB962C8B-B14F-4D97-AF65-F5344CB8AC3E}">
        <p14:creationId xmlns:p14="http://schemas.microsoft.com/office/powerpoint/2010/main" val="356706235"/>
      </p:ext>
    </p:extLst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337072-46E1-14DA-E964-56EE0BA48C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55BEDA-F72E-1CB4-C073-F87AE61AEA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905091"/>
          </a:xfrm>
        </p:spPr>
        <p:txBody>
          <a:bodyPr>
            <a:normAutofit/>
          </a:bodyPr>
          <a:lstStyle/>
          <a:p>
            <a:pPr algn="ctr"/>
            <a:r>
              <a:rPr lang="en-US" sz="4000" b="1" dirty="0">
                <a:latin typeface="Palatino Linotype" panose="02040502050505030304" pitchFamily="18" charset="0"/>
              </a:rPr>
              <a:t>Conflict Serializability: Example IV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30EE4B3-85EE-3D7F-03DC-03600B00E6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07290" y="6356350"/>
            <a:ext cx="2743200" cy="365125"/>
          </a:xfrm>
        </p:spPr>
        <p:txBody>
          <a:bodyPr/>
          <a:lstStyle/>
          <a:p>
            <a:fld id="{D0FE24AB-0A3D-3945-A314-A55A03C76B7E}" type="slidenum">
              <a:rPr lang="en-US" smtClean="0">
                <a:latin typeface="Palatino Linotype" panose="02040502050505030304" pitchFamily="18" charset="0"/>
              </a:rPr>
              <a:t>100</a:t>
            </a:fld>
            <a:endParaRPr lang="en-US" dirty="0">
              <a:latin typeface="Palatino Linotype" panose="02040502050505030304" pitchFamily="18" charset="0"/>
            </a:endParaRP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2E1D0069-CC9E-88B7-A7EA-D0BC87B79832}"/>
              </a:ext>
            </a:extLst>
          </p:cNvPr>
          <p:cNvGraphicFramePr>
            <a:graphicFrameLocks noGrp="1"/>
          </p:cNvGraphicFramePr>
          <p:nvPr/>
        </p:nvGraphicFramePr>
        <p:xfrm>
          <a:off x="2007040" y="1468264"/>
          <a:ext cx="3793157" cy="42350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47414">
                  <a:extLst>
                    <a:ext uri="{9D8B030D-6E8A-4147-A177-3AD203B41FA5}">
                      <a16:colId xmlns:a16="http://schemas.microsoft.com/office/drawing/2014/main" val="282134077"/>
                    </a:ext>
                  </a:extLst>
                </a:gridCol>
                <a:gridCol w="1845743">
                  <a:extLst>
                    <a:ext uri="{9D8B030D-6E8A-4147-A177-3AD203B41FA5}">
                      <a16:colId xmlns:a16="http://schemas.microsoft.com/office/drawing/2014/main" val="4206062769"/>
                    </a:ext>
                  </a:extLst>
                </a:gridCol>
              </a:tblGrid>
              <a:tr h="4235036">
                <a:tc>
                  <a:txBody>
                    <a:bodyPr/>
                    <a:lstStyle/>
                    <a:p>
                      <a:pPr algn="l"/>
                      <a:r>
                        <a:rPr lang="en-US" sz="2000" b="1" i="0" dirty="0">
                          <a:solidFill>
                            <a:schemeClr val="tx1"/>
                          </a:solidFill>
                          <a:latin typeface="Palatino Linotype" panose="02040502050505030304" pitchFamily="18" charset="0"/>
                        </a:rPr>
                        <a:t>T1:</a:t>
                      </a:r>
                    </a:p>
                    <a:p>
                      <a:pPr algn="l"/>
                      <a:endParaRPr lang="en-US" sz="2000" b="0" i="0" dirty="0">
                        <a:solidFill>
                          <a:schemeClr val="tx1"/>
                        </a:solidFill>
                        <a:latin typeface="Palatino Linotype" panose="02040502050505030304" pitchFamily="18" charset="0"/>
                      </a:endParaRPr>
                    </a:p>
                    <a:p>
                      <a:pPr algn="l"/>
                      <a:r>
                        <a:rPr lang="en-US" sz="2000" b="1" i="0" dirty="0">
                          <a:solidFill>
                            <a:schemeClr val="tx1"/>
                          </a:solidFill>
                          <a:latin typeface="Palatino Linotype" panose="02040502050505030304" pitchFamily="18" charset="0"/>
                        </a:rPr>
                        <a:t>Begin</a:t>
                      </a:r>
                    </a:p>
                    <a:p>
                      <a:pPr algn="l"/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read(</a:t>
                      </a:r>
                      <a:r>
                        <a:rPr lang="en-US" sz="2000" b="1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A</a:t>
                      </a:r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algn="l"/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write(</a:t>
                      </a:r>
                      <a:r>
                        <a:rPr lang="en-US" sz="2000" b="1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A</a:t>
                      </a:r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algn="l"/>
                      <a:endParaRPr lang="en-US" sz="2000" b="0" i="0" kern="1200" dirty="0">
                        <a:solidFill>
                          <a:schemeClr val="tx1"/>
                        </a:solidFill>
                        <a:effectLst/>
                        <a:latin typeface="Palatino Linotype" panose="02040502050505030304" pitchFamily="18" charset="0"/>
                        <a:ea typeface="+mn-ea"/>
                        <a:cs typeface="+mn-cs"/>
                      </a:endParaRPr>
                    </a:p>
                    <a:p>
                      <a:pPr algn="l"/>
                      <a:endParaRPr lang="en-US" sz="2000" b="0" i="0" kern="1200" dirty="0">
                        <a:solidFill>
                          <a:schemeClr val="tx1"/>
                        </a:solidFill>
                        <a:effectLst/>
                        <a:latin typeface="Palatino Linotype" panose="02040502050505030304" pitchFamily="18" charset="0"/>
                        <a:ea typeface="+mn-ea"/>
                        <a:cs typeface="+mn-cs"/>
                      </a:endParaRPr>
                    </a:p>
                    <a:p>
                      <a:pPr algn="l"/>
                      <a:endParaRPr lang="en-US" sz="2000" b="0" i="0" kern="1200" dirty="0">
                        <a:solidFill>
                          <a:schemeClr val="tx1"/>
                        </a:solidFill>
                        <a:effectLst/>
                        <a:latin typeface="Palatino Linotype" panose="02040502050505030304" pitchFamily="18" charset="0"/>
                        <a:ea typeface="+mn-ea"/>
                        <a:cs typeface="+mn-cs"/>
                      </a:endParaRPr>
                    </a:p>
                    <a:p>
                      <a:pPr algn="l"/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read(</a:t>
                      </a:r>
                      <a:r>
                        <a:rPr lang="en-US" sz="2000" b="1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B</a:t>
                      </a:r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algn="l"/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write(</a:t>
                      </a:r>
                      <a:r>
                        <a:rPr lang="en-US" sz="2000" b="1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B</a:t>
                      </a:r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algn="l"/>
                      <a:r>
                        <a:rPr lang="en-US" sz="2000" b="1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End</a:t>
                      </a: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b="1" i="0" dirty="0">
                          <a:solidFill>
                            <a:schemeClr val="tx1"/>
                          </a:solidFill>
                          <a:latin typeface="Palatino Linotype" panose="02040502050505030304" pitchFamily="18" charset="0"/>
                        </a:rPr>
                        <a:t>T2:</a:t>
                      </a:r>
                    </a:p>
                    <a:p>
                      <a:pPr algn="l"/>
                      <a:endParaRPr lang="en-US" sz="2000" b="0" i="0" dirty="0">
                        <a:solidFill>
                          <a:schemeClr val="tx1"/>
                        </a:solidFill>
                        <a:latin typeface="Palatino Linotype" panose="02040502050505030304" pitchFamily="18" charset="0"/>
                      </a:endParaRPr>
                    </a:p>
                    <a:p>
                      <a:pPr algn="l"/>
                      <a:endParaRPr lang="en-US" sz="2000" b="0" i="0" dirty="0">
                        <a:solidFill>
                          <a:schemeClr val="tx1"/>
                        </a:solidFill>
                        <a:latin typeface="Palatino Linotype" panose="02040502050505030304" pitchFamily="18" charset="0"/>
                      </a:endParaRPr>
                    </a:p>
                    <a:p>
                      <a:pPr algn="l"/>
                      <a:endParaRPr lang="en-US" sz="2000" b="0" i="0" dirty="0">
                        <a:solidFill>
                          <a:schemeClr val="tx1"/>
                        </a:solidFill>
                        <a:latin typeface="Palatino Linotype" panose="02040502050505030304" pitchFamily="18" charset="0"/>
                      </a:endParaRPr>
                    </a:p>
                    <a:p>
                      <a:pPr algn="l"/>
                      <a:r>
                        <a:rPr lang="en-US" sz="2000" b="1" i="0" dirty="0">
                          <a:solidFill>
                            <a:schemeClr val="tx1"/>
                          </a:solidFill>
                          <a:latin typeface="Palatino Linotype" panose="02040502050505030304" pitchFamily="18" charset="0"/>
                        </a:rPr>
                        <a:t>Begin</a:t>
                      </a:r>
                    </a:p>
                    <a:p>
                      <a:pPr algn="l"/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read(</a:t>
                      </a:r>
                      <a:r>
                        <a:rPr lang="en-US" sz="2000" b="1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A</a:t>
                      </a:r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algn="l"/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read(</a:t>
                      </a:r>
                      <a:r>
                        <a:rPr lang="en-US" sz="2000" b="1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B</a:t>
                      </a:r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algn="l"/>
                      <a:r>
                        <a:rPr lang="en-US" sz="2000" b="1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End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7499455"/>
                  </a:ext>
                </a:extLst>
              </a:tr>
            </a:tbl>
          </a:graphicData>
        </a:graphic>
      </p:graphicFrame>
      <p:grpSp>
        <p:nvGrpSpPr>
          <p:cNvPr id="8" name="Group 7">
            <a:extLst>
              <a:ext uri="{FF2B5EF4-FFF2-40B4-BE49-F238E27FC236}">
                <a16:creationId xmlns:a16="http://schemas.microsoft.com/office/drawing/2014/main" id="{F46E5AE3-BFB7-3729-3480-6C9F3D146E13}"/>
              </a:ext>
            </a:extLst>
          </p:cNvPr>
          <p:cNvGrpSpPr/>
          <p:nvPr/>
        </p:nvGrpSpPr>
        <p:grpSpPr>
          <a:xfrm>
            <a:off x="838200" y="1468264"/>
            <a:ext cx="817645" cy="4531885"/>
            <a:chOff x="272373" y="1701579"/>
            <a:chExt cx="817645" cy="4531885"/>
          </a:xfrm>
        </p:grpSpPr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95CA88B0-7DE8-B153-2A36-113A4F46ED11}"/>
                </a:ext>
              </a:extLst>
            </p:cNvPr>
            <p:cNvCxnSpPr>
              <a:cxnSpLocks/>
            </p:cNvCxnSpPr>
            <p:nvPr/>
          </p:nvCxnSpPr>
          <p:spPr>
            <a:xfrm>
              <a:off x="1081378" y="1701579"/>
              <a:ext cx="0" cy="4531885"/>
            </a:xfrm>
            <a:prstGeom prst="straightConnector1">
              <a:avLst/>
            </a:prstGeom>
            <a:ln w="31750">
              <a:solidFill>
                <a:schemeClr val="accent2">
                  <a:lumMod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F96880B6-950E-77D7-2A73-DF41D001811F}"/>
                </a:ext>
              </a:extLst>
            </p:cNvPr>
            <p:cNvSpPr txBox="1"/>
            <p:nvPr/>
          </p:nvSpPr>
          <p:spPr>
            <a:xfrm>
              <a:off x="272373" y="3501634"/>
              <a:ext cx="817645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b="1" dirty="0">
                  <a:solidFill>
                    <a:schemeClr val="accent2">
                      <a:lumMod val="50000"/>
                    </a:schemeClr>
                  </a:solidFill>
                  <a:latin typeface="Palatino Linotype" panose="02040502050505030304" pitchFamily="18" charset="0"/>
                </a:rPr>
                <a:t>Time</a:t>
              </a:r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8BFBF172-A44A-3644-38B4-CCDA4DAABF0B}"/>
              </a:ext>
            </a:extLst>
          </p:cNvPr>
          <p:cNvGrpSpPr/>
          <p:nvPr/>
        </p:nvGrpSpPr>
        <p:grpSpPr>
          <a:xfrm>
            <a:off x="8636081" y="1993996"/>
            <a:ext cx="544749" cy="505838"/>
            <a:chOff x="7694579" y="1916350"/>
            <a:chExt cx="544749" cy="505838"/>
          </a:xfrm>
        </p:grpSpPr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554E9D0A-FC3F-C83B-C756-780CE677D847}"/>
                </a:ext>
              </a:extLst>
            </p:cNvPr>
            <p:cNvSpPr/>
            <p:nvPr/>
          </p:nvSpPr>
          <p:spPr>
            <a:xfrm>
              <a:off x="7694579" y="1916350"/>
              <a:ext cx="544749" cy="505838"/>
            </a:xfrm>
            <a:prstGeom prst="ellipse">
              <a:avLst/>
            </a:prstGeom>
            <a:noFill/>
            <a:ln w="254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458F5B06-727B-FB5B-6392-C9FE9125D372}"/>
                </a:ext>
              </a:extLst>
            </p:cNvPr>
            <p:cNvSpPr txBox="1"/>
            <p:nvPr/>
          </p:nvSpPr>
          <p:spPr>
            <a:xfrm>
              <a:off x="7751409" y="1969214"/>
              <a:ext cx="47000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>
                  <a:latin typeface="Palatino Linotype" panose="02040502050505030304" pitchFamily="18" charset="0"/>
                </a:rPr>
                <a:t>T1</a:t>
              </a:r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E6115081-7421-845F-5A0F-3CCA889F766B}"/>
              </a:ext>
            </a:extLst>
          </p:cNvPr>
          <p:cNvGrpSpPr/>
          <p:nvPr/>
        </p:nvGrpSpPr>
        <p:grpSpPr>
          <a:xfrm>
            <a:off x="10570350" y="1993996"/>
            <a:ext cx="544749" cy="505838"/>
            <a:chOff x="7694579" y="1916350"/>
            <a:chExt cx="544749" cy="505838"/>
          </a:xfrm>
        </p:grpSpPr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E840719C-AFF5-0637-C0AE-1B9E25D4B999}"/>
                </a:ext>
              </a:extLst>
            </p:cNvPr>
            <p:cNvSpPr/>
            <p:nvPr/>
          </p:nvSpPr>
          <p:spPr>
            <a:xfrm>
              <a:off x="7694579" y="1916350"/>
              <a:ext cx="544749" cy="505838"/>
            </a:xfrm>
            <a:prstGeom prst="ellipse">
              <a:avLst/>
            </a:prstGeom>
            <a:noFill/>
            <a:ln w="254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662F66C1-9E5A-3459-4EF4-571D13134CCF}"/>
                </a:ext>
              </a:extLst>
            </p:cNvPr>
            <p:cNvSpPr txBox="1"/>
            <p:nvPr/>
          </p:nvSpPr>
          <p:spPr>
            <a:xfrm>
              <a:off x="7751409" y="1969214"/>
              <a:ext cx="47000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>
                  <a:latin typeface="Palatino Linotype" panose="02040502050505030304" pitchFamily="18" charset="0"/>
                </a:rPr>
                <a:t>T2</a:t>
              </a:r>
            </a:p>
          </p:txBody>
        </p: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4552F826-5D31-3FA8-2422-BD120114D805}"/>
              </a:ext>
            </a:extLst>
          </p:cNvPr>
          <p:cNvSpPr txBox="1"/>
          <p:nvPr/>
        </p:nvSpPr>
        <p:spPr>
          <a:xfrm>
            <a:off x="7857145" y="4601632"/>
            <a:ext cx="385638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Palatino Linotype" panose="02040502050505030304" pitchFamily="18" charset="0"/>
              </a:rPr>
              <a:t>Is this conflict serializable?</a:t>
            </a:r>
          </a:p>
          <a:p>
            <a:endParaRPr lang="en-US" sz="2400" dirty="0">
              <a:latin typeface="Palatino Linotype" panose="02040502050505030304" pitchFamily="18" charset="0"/>
            </a:endParaRPr>
          </a:p>
          <a:p>
            <a:r>
              <a:rPr lang="en-US" sz="2400" dirty="0">
                <a:solidFill>
                  <a:srgbClr val="00B050"/>
                </a:solidFill>
                <a:latin typeface="Palatino Linotype" panose="02040502050505030304" pitchFamily="18" charset="0"/>
              </a:rPr>
              <a:t>No!</a:t>
            </a:r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B85EEE07-067B-E519-CC81-6818A0F185F4}"/>
              </a:ext>
            </a:extLst>
          </p:cNvPr>
          <p:cNvCxnSpPr>
            <a:cxnSpLocks/>
          </p:cNvCxnSpPr>
          <p:nvPr/>
        </p:nvCxnSpPr>
        <p:spPr>
          <a:xfrm flipV="1">
            <a:off x="3103122" y="3492744"/>
            <a:ext cx="894945" cy="787426"/>
          </a:xfrm>
          <a:prstGeom prst="straightConnector1">
            <a:avLst/>
          </a:prstGeom>
          <a:ln w="31750">
            <a:solidFill>
              <a:srgbClr val="FF0000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7F7C291A-4F68-61DA-B8EF-BD4419700707}"/>
              </a:ext>
            </a:extLst>
          </p:cNvPr>
          <p:cNvCxnSpPr>
            <a:cxnSpLocks/>
          </p:cNvCxnSpPr>
          <p:nvPr/>
        </p:nvCxnSpPr>
        <p:spPr>
          <a:xfrm>
            <a:off x="3103122" y="2962072"/>
            <a:ext cx="894945" cy="218873"/>
          </a:xfrm>
          <a:prstGeom prst="straightConnector1">
            <a:avLst/>
          </a:prstGeom>
          <a:ln w="31750">
            <a:solidFill>
              <a:srgbClr val="FF0000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6" name="Group 15">
            <a:extLst>
              <a:ext uri="{FF2B5EF4-FFF2-40B4-BE49-F238E27FC236}">
                <a16:creationId xmlns:a16="http://schemas.microsoft.com/office/drawing/2014/main" id="{5D088583-499D-6F50-4CC7-1BE589FB6B91}"/>
              </a:ext>
            </a:extLst>
          </p:cNvPr>
          <p:cNvGrpSpPr/>
          <p:nvPr/>
        </p:nvGrpSpPr>
        <p:grpSpPr>
          <a:xfrm>
            <a:off x="8870216" y="1453259"/>
            <a:ext cx="1822680" cy="468360"/>
            <a:chOff x="8870216" y="1453259"/>
            <a:chExt cx="1822680" cy="468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C7A50B7E-B152-1EF1-261F-03D38E430FCE}"/>
                    </a:ext>
                  </a:extLst>
                </p14:cNvPr>
                <p14:cNvContentPartPr/>
                <p14:nvPr/>
              </p14:nvContentPartPr>
              <p14:xfrm>
                <a:off x="8870216" y="1453259"/>
                <a:ext cx="1812960" cy="46836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C7A50B7E-B152-1EF1-261F-03D38E430FCE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8864096" y="1447139"/>
                  <a:ext cx="1825200" cy="48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DE3B6243-E03B-CBAE-7A4E-C3F5D4579AF2}"/>
                    </a:ext>
                  </a:extLst>
                </p14:cNvPr>
                <p14:cNvContentPartPr/>
                <p14:nvPr/>
              </p14:nvContentPartPr>
              <p14:xfrm>
                <a:off x="10469336" y="1659899"/>
                <a:ext cx="223560" cy="25524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DE3B6243-E03B-CBAE-7A4E-C3F5D4579AF2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10463216" y="1653779"/>
                  <a:ext cx="235800" cy="2674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25" name="Ink 24">
                <a:extLst>
                  <a:ext uri="{FF2B5EF4-FFF2-40B4-BE49-F238E27FC236}">
                    <a16:creationId xmlns:a16="http://schemas.microsoft.com/office/drawing/2014/main" id="{6D292E15-A414-538A-3D74-82DDEE74160A}"/>
                  </a:ext>
                </a:extLst>
              </p14:cNvPr>
              <p14:cNvContentPartPr/>
              <p14:nvPr/>
            </p14:nvContentPartPr>
            <p14:xfrm>
              <a:off x="8976416" y="2524979"/>
              <a:ext cx="1747080" cy="541440"/>
            </p14:xfrm>
          </p:contentPart>
        </mc:Choice>
        <mc:Fallback xmlns="">
          <p:pic>
            <p:nvPicPr>
              <p:cNvPr id="25" name="Ink 24">
                <a:extLst>
                  <a:ext uri="{FF2B5EF4-FFF2-40B4-BE49-F238E27FC236}">
                    <a16:creationId xmlns:a16="http://schemas.microsoft.com/office/drawing/2014/main" id="{6D292E15-A414-538A-3D74-82DDEE74160A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8970296" y="2518859"/>
                <a:ext cx="1759320" cy="5536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561371637"/>
      </p:ext>
    </p:extLst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6AF86E-5DE9-0B90-346D-43155485F7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2C544C-EFBB-9F07-69D3-2834345BD4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439186"/>
          </a:xfrm>
        </p:spPr>
        <p:txBody>
          <a:bodyPr>
            <a:normAutofit/>
          </a:bodyPr>
          <a:lstStyle/>
          <a:p>
            <a:pPr algn="ctr"/>
            <a:r>
              <a:rPr lang="en-US" sz="4000" b="1" dirty="0">
                <a:latin typeface="Palatino Linotype" panose="02040502050505030304" pitchFamily="18" charset="0"/>
              </a:rPr>
              <a:t>Determining Serializability Order from Dependence Graph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4BBBEFE-1A1D-85ED-0AD8-A464E81D7D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07290" y="6356350"/>
            <a:ext cx="2743200" cy="365125"/>
          </a:xfrm>
        </p:spPr>
        <p:txBody>
          <a:bodyPr/>
          <a:lstStyle/>
          <a:p>
            <a:fld id="{D0FE24AB-0A3D-3945-A314-A55A03C76B7E}" type="slidenum">
              <a:rPr lang="en-US" smtClean="0">
                <a:latin typeface="Palatino Linotype" panose="02040502050505030304" pitchFamily="18" charset="0"/>
              </a:rPr>
              <a:t>101</a:t>
            </a:fld>
            <a:endParaRPr lang="en-US" dirty="0">
              <a:latin typeface="Palatino Linotype" panose="0204050205050503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00143753"/>
      </p:ext>
    </p:extLst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3A4604-FBCD-21FE-C03F-5FC31E98F9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31A45C1-5B64-1870-77B9-505F2354A5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07290" y="6356350"/>
            <a:ext cx="2743200" cy="365125"/>
          </a:xfrm>
        </p:spPr>
        <p:txBody>
          <a:bodyPr/>
          <a:lstStyle/>
          <a:p>
            <a:fld id="{D0FE24AB-0A3D-3945-A314-A55A03C76B7E}" type="slidenum">
              <a:rPr lang="en-US" smtClean="0">
                <a:latin typeface="Palatino Linotype" panose="02040502050505030304" pitchFamily="18" charset="0"/>
              </a:rPr>
              <a:t>102</a:t>
            </a:fld>
            <a:endParaRPr lang="en-US" dirty="0">
              <a:latin typeface="Palatino Linotype" panose="0204050205050503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1A7D55-DF0A-FC83-A284-A5B5955648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5215" y="1876508"/>
            <a:ext cx="11816785" cy="4582657"/>
          </a:xfrm>
        </p:spPr>
        <p:txBody>
          <a:bodyPr>
            <a:noAutofit/>
          </a:bodyPr>
          <a:lstStyle/>
          <a:p>
            <a:r>
              <a:rPr lang="en-US" sz="2400" dirty="0">
                <a:latin typeface="Palatino Linotype" panose="02040502050505030304" pitchFamily="18" charset="0"/>
              </a:rPr>
              <a:t>Dependence graph only dictates the dependency between the transactions.</a:t>
            </a:r>
          </a:p>
          <a:p>
            <a:endParaRPr lang="en-US" sz="2400" dirty="0">
              <a:latin typeface="Palatino Linotype" panose="02040502050505030304" pitchFamily="18" charset="0"/>
            </a:endParaRPr>
          </a:p>
          <a:p>
            <a:r>
              <a:rPr lang="en-US" sz="2400" dirty="0">
                <a:latin typeface="Palatino Linotype" panose="02040502050505030304" pitchFamily="18" charset="0"/>
              </a:rPr>
              <a:t>To find the serializability order of these transactions, you run </a:t>
            </a:r>
            <a:r>
              <a:rPr lang="en-US" sz="2400" b="1" dirty="0">
                <a:latin typeface="Palatino Linotype" panose="02040502050505030304" pitchFamily="18" charset="0"/>
              </a:rPr>
              <a:t>topological sort</a:t>
            </a:r>
            <a:r>
              <a:rPr lang="en-US" sz="2400" dirty="0">
                <a:latin typeface="Palatino Linotype" panose="02040502050505030304" pitchFamily="18" charset="0"/>
              </a:rPr>
              <a:t>.</a:t>
            </a:r>
          </a:p>
          <a:p>
            <a:endParaRPr lang="en-US" sz="2400" dirty="0">
              <a:latin typeface="Palatino Linotype" panose="02040502050505030304" pitchFamily="18" charset="0"/>
            </a:endParaRPr>
          </a:p>
          <a:p>
            <a:r>
              <a:rPr lang="en-US" sz="2400" dirty="0">
                <a:latin typeface="Palatino Linotype" panose="02040502050505030304" pitchFamily="18" charset="0"/>
              </a:rPr>
              <a:t>Can there be multiple possible serializability orders?</a:t>
            </a:r>
            <a:endParaRPr lang="en-US" sz="2400" dirty="0">
              <a:effectLst/>
              <a:latin typeface="Palatino Linotype" panose="02040502050505030304" pitchFamily="18" charset="0"/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CB3E94D8-2B2E-FD62-955A-5EEDC4D79C39}"/>
              </a:ext>
            </a:extLst>
          </p:cNvPr>
          <p:cNvSpPr txBox="1">
            <a:spLocks/>
          </p:cNvSpPr>
          <p:nvPr/>
        </p:nvSpPr>
        <p:spPr>
          <a:xfrm>
            <a:off x="838200" y="0"/>
            <a:ext cx="10515600" cy="143918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4000" b="1">
                <a:latin typeface="Palatino Linotype" panose="02040502050505030304" pitchFamily="18" charset="0"/>
              </a:rPr>
              <a:t>Determining Serializability Order from Dependence Graph</a:t>
            </a:r>
            <a:endParaRPr lang="en-US" sz="4000" b="1" dirty="0">
              <a:latin typeface="Palatino Linotype" panose="0204050205050503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72924141"/>
      </p:ext>
    </p:extLst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7AFC7B-CE99-18DB-CEE5-10F4B19E10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49FAC73-749B-9AE4-11DC-59B1B0924F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07290" y="6356350"/>
            <a:ext cx="2743200" cy="365125"/>
          </a:xfrm>
        </p:spPr>
        <p:txBody>
          <a:bodyPr/>
          <a:lstStyle/>
          <a:p>
            <a:fld id="{D0FE24AB-0A3D-3945-A314-A55A03C76B7E}" type="slidenum">
              <a:rPr lang="en-US" smtClean="0">
                <a:latin typeface="Palatino Linotype" panose="02040502050505030304" pitchFamily="18" charset="0"/>
              </a:rPr>
              <a:t>103</a:t>
            </a:fld>
            <a:endParaRPr lang="en-US" dirty="0">
              <a:latin typeface="Palatino Linotype" panose="0204050205050503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E8398C-4AE6-D178-6D5B-886CDC64C9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5215" y="1868556"/>
            <a:ext cx="11816785" cy="4590609"/>
          </a:xfrm>
        </p:spPr>
        <p:txBody>
          <a:bodyPr>
            <a:noAutofit/>
          </a:bodyPr>
          <a:lstStyle/>
          <a:p>
            <a:r>
              <a:rPr lang="en-US" sz="2400" dirty="0">
                <a:latin typeface="Palatino Linotype" panose="02040502050505030304" pitchFamily="18" charset="0"/>
              </a:rPr>
              <a:t>Dependence graph only dictates the dependency between the transactions.</a:t>
            </a:r>
          </a:p>
          <a:p>
            <a:endParaRPr lang="en-US" sz="2400" dirty="0">
              <a:latin typeface="Palatino Linotype" panose="02040502050505030304" pitchFamily="18" charset="0"/>
            </a:endParaRPr>
          </a:p>
          <a:p>
            <a:r>
              <a:rPr lang="en-US" sz="2400" dirty="0">
                <a:latin typeface="Palatino Linotype" panose="02040502050505030304" pitchFamily="18" charset="0"/>
              </a:rPr>
              <a:t>To find the serializability order of these transactions, you run </a:t>
            </a:r>
            <a:r>
              <a:rPr lang="en-US" sz="2400" b="1" dirty="0">
                <a:latin typeface="Palatino Linotype" panose="02040502050505030304" pitchFamily="18" charset="0"/>
              </a:rPr>
              <a:t>topological sort</a:t>
            </a:r>
            <a:r>
              <a:rPr lang="en-US" sz="2400" dirty="0">
                <a:latin typeface="Palatino Linotype" panose="02040502050505030304" pitchFamily="18" charset="0"/>
              </a:rPr>
              <a:t>.</a:t>
            </a:r>
          </a:p>
          <a:p>
            <a:endParaRPr lang="en-US" sz="2400" dirty="0">
              <a:latin typeface="Palatino Linotype" panose="02040502050505030304" pitchFamily="18" charset="0"/>
            </a:endParaRPr>
          </a:p>
          <a:p>
            <a:r>
              <a:rPr lang="en-US" sz="2400" dirty="0">
                <a:latin typeface="Palatino Linotype" panose="02040502050505030304" pitchFamily="18" charset="0"/>
              </a:rPr>
              <a:t>Can there be multiple possible serializability orders?</a:t>
            </a:r>
          </a:p>
          <a:p>
            <a:pPr lvl="1"/>
            <a:r>
              <a:rPr lang="en-US" b="1" dirty="0">
                <a:effectLst/>
                <a:latin typeface="Palatino Linotype" panose="02040502050505030304" pitchFamily="18" charset="0"/>
              </a:rPr>
              <a:t>Yes</a:t>
            </a:r>
            <a:r>
              <a:rPr lang="en-US" b="1" dirty="0">
                <a:latin typeface="Palatino Linotype" panose="02040502050505030304" pitchFamily="18" charset="0"/>
              </a:rPr>
              <a:t>!</a:t>
            </a:r>
          </a:p>
          <a:p>
            <a:pPr lvl="1"/>
            <a:r>
              <a:rPr lang="en-US" dirty="0">
                <a:effectLst/>
                <a:latin typeface="Palatino Linotype" panose="02040502050505030304" pitchFamily="18" charset="0"/>
              </a:rPr>
              <a:t>Not every pair of transactions are dependent on each other.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E4C2B968-8485-D244-BFDA-A81E3AFECB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439186"/>
          </a:xfrm>
        </p:spPr>
        <p:txBody>
          <a:bodyPr>
            <a:normAutofit/>
          </a:bodyPr>
          <a:lstStyle/>
          <a:p>
            <a:pPr algn="ctr"/>
            <a:r>
              <a:rPr lang="en-US" sz="4000" b="1" dirty="0">
                <a:latin typeface="Palatino Linotype" panose="02040502050505030304" pitchFamily="18" charset="0"/>
              </a:rPr>
              <a:t>Determining Serializability Order from Dependence Graph</a:t>
            </a:r>
          </a:p>
        </p:txBody>
      </p:sp>
    </p:spTree>
    <p:extLst>
      <p:ext uri="{BB962C8B-B14F-4D97-AF65-F5344CB8AC3E}">
        <p14:creationId xmlns:p14="http://schemas.microsoft.com/office/powerpoint/2010/main" val="3059996670"/>
      </p:ext>
    </p:extLst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3A6AB8-7E35-1CD7-F76D-C471018ED8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969C891-E962-19A1-0F96-10E23DA266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07290" y="6356350"/>
            <a:ext cx="2743200" cy="365125"/>
          </a:xfrm>
        </p:spPr>
        <p:txBody>
          <a:bodyPr/>
          <a:lstStyle/>
          <a:p>
            <a:fld id="{D0FE24AB-0A3D-3945-A314-A55A03C76B7E}" type="slidenum">
              <a:rPr lang="en-US" smtClean="0">
                <a:latin typeface="Palatino Linotype" panose="02040502050505030304" pitchFamily="18" charset="0"/>
              </a:rPr>
              <a:t>104</a:t>
            </a:fld>
            <a:endParaRPr lang="en-US" dirty="0">
              <a:latin typeface="Palatino Linotype" panose="0204050205050503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486FEB-0ACF-A120-67A0-B6014E543E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37351" y="5323786"/>
            <a:ext cx="4827946" cy="505839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400" dirty="0">
                <a:latin typeface="Palatino Linotype" panose="02040502050505030304" pitchFamily="18" charset="0"/>
              </a:rPr>
              <a:t>Serializability order: </a:t>
            </a:r>
            <a:r>
              <a:rPr lang="en-US" sz="2400">
                <a:latin typeface="Palatino Linotype" panose="02040502050505030304" pitchFamily="18" charset="0"/>
              </a:rPr>
              <a:t>{T2, </a:t>
            </a:r>
            <a:r>
              <a:rPr lang="en-US" sz="2400" dirty="0">
                <a:latin typeface="Palatino Linotype" panose="02040502050505030304" pitchFamily="18" charset="0"/>
              </a:rPr>
              <a:t>T1</a:t>
            </a:r>
            <a:r>
              <a:rPr lang="en-US" sz="2400">
                <a:latin typeface="Palatino Linotype" panose="02040502050505030304" pitchFamily="18" charset="0"/>
              </a:rPr>
              <a:t>, T3}</a:t>
            </a:r>
            <a:endParaRPr lang="en-US" sz="2400" dirty="0">
              <a:effectLst/>
              <a:latin typeface="Palatino Linotype" panose="02040502050505030304" pitchFamily="18" charset="0"/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D55410F8-C133-62F5-A8CB-5F984DACD2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439186"/>
          </a:xfrm>
        </p:spPr>
        <p:txBody>
          <a:bodyPr>
            <a:normAutofit/>
          </a:bodyPr>
          <a:lstStyle/>
          <a:p>
            <a:pPr algn="ctr"/>
            <a:r>
              <a:rPr lang="en-US" sz="4000" b="1" dirty="0">
                <a:latin typeface="Palatino Linotype" panose="02040502050505030304" pitchFamily="18" charset="0"/>
              </a:rPr>
              <a:t>Determining Serializability Order from Dependence Graph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FEBAFC0D-E55B-D7BF-B4D9-CD74CD52ECC1}"/>
              </a:ext>
            </a:extLst>
          </p:cNvPr>
          <p:cNvGrpSpPr/>
          <p:nvPr/>
        </p:nvGrpSpPr>
        <p:grpSpPr>
          <a:xfrm>
            <a:off x="4676331" y="2750643"/>
            <a:ext cx="544749" cy="505838"/>
            <a:chOff x="7694579" y="1916350"/>
            <a:chExt cx="544749" cy="505838"/>
          </a:xfrm>
        </p:grpSpPr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E8076699-AC6C-4593-DEC7-A96B2ABE39A1}"/>
                </a:ext>
              </a:extLst>
            </p:cNvPr>
            <p:cNvSpPr/>
            <p:nvPr/>
          </p:nvSpPr>
          <p:spPr>
            <a:xfrm>
              <a:off x="7694579" y="1916350"/>
              <a:ext cx="544749" cy="505838"/>
            </a:xfrm>
            <a:prstGeom prst="ellipse">
              <a:avLst/>
            </a:prstGeom>
            <a:noFill/>
            <a:ln w="254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353C2BBB-D6A4-C66A-33BC-E4B9FF61E7D6}"/>
                </a:ext>
              </a:extLst>
            </p:cNvPr>
            <p:cNvSpPr txBox="1"/>
            <p:nvPr/>
          </p:nvSpPr>
          <p:spPr>
            <a:xfrm>
              <a:off x="7751409" y="1969214"/>
              <a:ext cx="47000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>
                  <a:latin typeface="Palatino Linotype" panose="02040502050505030304" pitchFamily="18" charset="0"/>
                </a:rPr>
                <a:t>T1</a:t>
              </a: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D35D2E90-F137-BEEE-BA22-61D22C9EE92C}"/>
              </a:ext>
            </a:extLst>
          </p:cNvPr>
          <p:cNvGrpSpPr/>
          <p:nvPr/>
        </p:nvGrpSpPr>
        <p:grpSpPr>
          <a:xfrm>
            <a:off x="6610600" y="2750643"/>
            <a:ext cx="544749" cy="505838"/>
            <a:chOff x="7694579" y="1916350"/>
            <a:chExt cx="544749" cy="505838"/>
          </a:xfrm>
        </p:grpSpPr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A9A16EEB-CDEE-8237-07D1-FEA9632758BD}"/>
                </a:ext>
              </a:extLst>
            </p:cNvPr>
            <p:cNvSpPr/>
            <p:nvPr/>
          </p:nvSpPr>
          <p:spPr>
            <a:xfrm>
              <a:off x="7694579" y="1916350"/>
              <a:ext cx="544749" cy="505838"/>
            </a:xfrm>
            <a:prstGeom prst="ellipse">
              <a:avLst/>
            </a:prstGeom>
            <a:noFill/>
            <a:ln w="254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8E0D81CC-CEFB-1296-8DD8-5D54915BA65C}"/>
                </a:ext>
              </a:extLst>
            </p:cNvPr>
            <p:cNvSpPr txBox="1"/>
            <p:nvPr/>
          </p:nvSpPr>
          <p:spPr>
            <a:xfrm>
              <a:off x="7751409" y="1969214"/>
              <a:ext cx="47000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>
                  <a:latin typeface="Palatino Linotype" panose="02040502050505030304" pitchFamily="18" charset="0"/>
                </a:rPr>
                <a:t>T2</a:t>
              </a:r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084A40A0-88D5-F379-DDA9-48F07DD62373}"/>
              </a:ext>
            </a:extLst>
          </p:cNvPr>
          <p:cNvGrpSpPr/>
          <p:nvPr/>
        </p:nvGrpSpPr>
        <p:grpSpPr>
          <a:xfrm>
            <a:off x="5751324" y="3772047"/>
            <a:ext cx="544749" cy="505838"/>
            <a:chOff x="7694579" y="1916350"/>
            <a:chExt cx="544749" cy="505838"/>
          </a:xfrm>
        </p:grpSpPr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5AC6D136-8517-5616-73AB-CE9A9CA24B0A}"/>
                </a:ext>
              </a:extLst>
            </p:cNvPr>
            <p:cNvSpPr/>
            <p:nvPr/>
          </p:nvSpPr>
          <p:spPr>
            <a:xfrm>
              <a:off x="7694579" y="1916350"/>
              <a:ext cx="544749" cy="505838"/>
            </a:xfrm>
            <a:prstGeom prst="ellipse">
              <a:avLst/>
            </a:prstGeom>
            <a:noFill/>
            <a:ln w="254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35BEAF21-26F6-95F8-4598-BA2BB5DC020B}"/>
                </a:ext>
              </a:extLst>
            </p:cNvPr>
            <p:cNvSpPr txBox="1"/>
            <p:nvPr/>
          </p:nvSpPr>
          <p:spPr>
            <a:xfrm>
              <a:off x="7751409" y="1969214"/>
              <a:ext cx="47000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>
                  <a:latin typeface="Palatino Linotype" panose="02040502050505030304" pitchFamily="18" charset="0"/>
                </a:rPr>
                <a:t>T3</a:t>
              </a: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1FF1F3DB-DDC2-FABC-43CD-FE6E7F75BF89}"/>
              </a:ext>
            </a:extLst>
          </p:cNvPr>
          <p:cNvGrpSpPr/>
          <p:nvPr/>
        </p:nvGrpSpPr>
        <p:grpSpPr>
          <a:xfrm>
            <a:off x="4995426" y="3360826"/>
            <a:ext cx="722160" cy="642960"/>
            <a:chOff x="8955176" y="2604179"/>
            <a:chExt cx="722160" cy="642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321DF83F-B941-4577-6F38-3B7D8B0F1F22}"/>
                    </a:ext>
                  </a:extLst>
                </p14:cNvPr>
                <p14:cNvContentPartPr/>
                <p14:nvPr/>
              </p14:nvContentPartPr>
              <p14:xfrm>
                <a:off x="8955176" y="2604179"/>
                <a:ext cx="722160" cy="60228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271F45F5-FC3C-7967-F8C9-F4668EB5D349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8949056" y="2598059"/>
                  <a:ext cx="734400" cy="61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B01374B3-5070-8B2D-2F3C-C8D03B2CCA8A}"/>
                    </a:ext>
                  </a:extLst>
                </p14:cNvPr>
                <p14:cNvContentPartPr/>
                <p14:nvPr/>
              </p14:nvContentPartPr>
              <p14:xfrm>
                <a:off x="9433976" y="3007019"/>
                <a:ext cx="228960" cy="24012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A5FA0EAE-D757-17FB-1E04-3630E8526645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9427846" y="3000899"/>
                  <a:ext cx="241219" cy="2523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39204A6A-B0C9-FA23-7254-FEC9A205D632}"/>
                  </a:ext>
                </a:extLst>
              </p14:cNvPr>
              <p14:cNvContentPartPr/>
              <p14:nvPr/>
            </p14:nvContentPartPr>
            <p14:xfrm>
              <a:off x="4941066" y="2246986"/>
              <a:ext cx="1834200" cy="479160"/>
            </p14:xfrm>
          </p:contentPart>
        </mc:Choice>
        <mc:Fallback xmlns=""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39204A6A-B0C9-FA23-7254-FEC9A205D632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4934946" y="2240871"/>
                <a:ext cx="1846440" cy="49139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2AEFD75D-19AC-1344-CB98-A8BBC00B81A6}"/>
                  </a:ext>
                </a:extLst>
              </p14:cNvPr>
              <p14:cNvContentPartPr/>
              <p14:nvPr/>
            </p14:nvContentPartPr>
            <p14:xfrm>
              <a:off x="4875068" y="2473730"/>
              <a:ext cx="272520" cy="203040"/>
            </p14:xfrm>
          </p:contentPart>
        </mc:Choice>
        <mc:Fallback xmlns=""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2AEFD75D-19AC-1344-CB98-A8BBC00B81A6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4868948" y="2467610"/>
                <a:ext cx="284760" cy="2152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575329659"/>
      </p:ext>
    </p:extLst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A70B62-66BA-8A50-F9FE-A8C0B07675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2ADAA23-69B8-9CBE-7CB8-7A2E0078F2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07290" y="6356350"/>
            <a:ext cx="2743200" cy="365125"/>
          </a:xfrm>
        </p:spPr>
        <p:txBody>
          <a:bodyPr/>
          <a:lstStyle/>
          <a:p>
            <a:fld id="{D0FE24AB-0A3D-3945-A314-A55A03C76B7E}" type="slidenum">
              <a:rPr lang="en-US" smtClean="0">
                <a:latin typeface="Palatino Linotype" panose="02040502050505030304" pitchFamily="18" charset="0"/>
              </a:rPr>
              <a:t>105</a:t>
            </a:fld>
            <a:endParaRPr lang="en-US" dirty="0">
              <a:latin typeface="Palatino Linotype" panose="0204050205050503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94F2BE-CCCD-3960-D532-1170A9AD76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37351" y="5323786"/>
            <a:ext cx="4827946" cy="505839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400" dirty="0">
                <a:latin typeface="Palatino Linotype" panose="02040502050505030304" pitchFamily="18" charset="0"/>
              </a:rPr>
              <a:t>Serializability order?</a:t>
            </a:r>
            <a:endParaRPr lang="en-US" sz="2400" dirty="0">
              <a:effectLst/>
              <a:latin typeface="Palatino Linotype" panose="02040502050505030304" pitchFamily="18" charset="0"/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0496DBC1-DE46-059E-942D-263BDAC7AA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439186"/>
          </a:xfrm>
        </p:spPr>
        <p:txBody>
          <a:bodyPr>
            <a:normAutofit/>
          </a:bodyPr>
          <a:lstStyle/>
          <a:p>
            <a:pPr algn="ctr"/>
            <a:r>
              <a:rPr lang="en-US" sz="4000" b="1" dirty="0">
                <a:latin typeface="Palatino Linotype" panose="02040502050505030304" pitchFamily="18" charset="0"/>
              </a:rPr>
              <a:t>Determining Serializability Order from Dependence Graph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6B207BFF-9105-5A6A-743C-9DEF6E0803AF}"/>
              </a:ext>
            </a:extLst>
          </p:cNvPr>
          <p:cNvGrpSpPr/>
          <p:nvPr/>
        </p:nvGrpSpPr>
        <p:grpSpPr>
          <a:xfrm>
            <a:off x="4708136" y="2791144"/>
            <a:ext cx="544749" cy="505838"/>
            <a:chOff x="7694579" y="1916350"/>
            <a:chExt cx="544749" cy="505838"/>
          </a:xfrm>
        </p:grpSpPr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0D4E9374-EDA5-FB8D-EB18-D8296E90C484}"/>
                </a:ext>
              </a:extLst>
            </p:cNvPr>
            <p:cNvSpPr/>
            <p:nvPr/>
          </p:nvSpPr>
          <p:spPr>
            <a:xfrm>
              <a:off x="7694579" y="1916350"/>
              <a:ext cx="544749" cy="505838"/>
            </a:xfrm>
            <a:prstGeom prst="ellipse">
              <a:avLst/>
            </a:prstGeom>
            <a:noFill/>
            <a:ln w="254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719E0D6F-B523-D4C8-C25C-72D34F0D3B84}"/>
                </a:ext>
              </a:extLst>
            </p:cNvPr>
            <p:cNvSpPr txBox="1"/>
            <p:nvPr/>
          </p:nvSpPr>
          <p:spPr>
            <a:xfrm>
              <a:off x="7751409" y="1969214"/>
              <a:ext cx="47000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>
                  <a:latin typeface="Palatino Linotype" panose="02040502050505030304" pitchFamily="18" charset="0"/>
                </a:rPr>
                <a:t>T1</a:t>
              </a: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C48E0E9E-EE94-E1E4-11B9-F5F68822D1E8}"/>
              </a:ext>
            </a:extLst>
          </p:cNvPr>
          <p:cNvGrpSpPr/>
          <p:nvPr/>
        </p:nvGrpSpPr>
        <p:grpSpPr>
          <a:xfrm>
            <a:off x="6642405" y="2791144"/>
            <a:ext cx="544749" cy="505838"/>
            <a:chOff x="7694579" y="1916350"/>
            <a:chExt cx="544749" cy="505838"/>
          </a:xfrm>
        </p:grpSpPr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728E7C0D-39BA-AA59-77BE-0EBCF955F95A}"/>
                </a:ext>
              </a:extLst>
            </p:cNvPr>
            <p:cNvSpPr/>
            <p:nvPr/>
          </p:nvSpPr>
          <p:spPr>
            <a:xfrm>
              <a:off x="7694579" y="1916350"/>
              <a:ext cx="544749" cy="505838"/>
            </a:xfrm>
            <a:prstGeom prst="ellipse">
              <a:avLst/>
            </a:prstGeom>
            <a:noFill/>
            <a:ln w="254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336DE731-3470-7CF2-05D0-5E418B5D9301}"/>
                </a:ext>
              </a:extLst>
            </p:cNvPr>
            <p:cNvSpPr txBox="1"/>
            <p:nvPr/>
          </p:nvSpPr>
          <p:spPr>
            <a:xfrm>
              <a:off x="7751409" y="1969214"/>
              <a:ext cx="47000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>
                  <a:latin typeface="Palatino Linotype" panose="02040502050505030304" pitchFamily="18" charset="0"/>
                </a:rPr>
                <a:t>T4</a:t>
              </a:r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744E95AB-C978-53BD-D91E-BA271DF5B7AC}"/>
              </a:ext>
            </a:extLst>
          </p:cNvPr>
          <p:cNvGrpSpPr/>
          <p:nvPr/>
        </p:nvGrpSpPr>
        <p:grpSpPr>
          <a:xfrm>
            <a:off x="5675270" y="3756144"/>
            <a:ext cx="544749" cy="505838"/>
            <a:chOff x="7694579" y="1916350"/>
            <a:chExt cx="544749" cy="505838"/>
          </a:xfrm>
        </p:grpSpPr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1319B03E-BFAF-D690-9505-52425F65EECA}"/>
                </a:ext>
              </a:extLst>
            </p:cNvPr>
            <p:cNvSpPr/>
            <p:nvPr/>
          </p:nvSpPr>
          <p:spPr>
            <a:xfrm>
              <a:off x="7694579" y="1916350"/>
              <a:ext cx="544749" cy="505838"/>
            </a:xfrm>
            <a:prstGeom prst="ellipse">
              <a:avLst/>
            </a:prstGeom>
            <a:noFill/>
            <a:ln w="254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EFEC2BDE-9B9A-5F53-73FD-B087EBB1B82B}"/>
                </a:ext>
              </a:extLst>
            </p:cNvPr>
            <p:cNvSpPr txBox="1"/>
            <p:nvPr/>
          </p:nvSpPr>
          <p:spPr>
            <a:xfrm>
              <a:off x="7751409" y="1969214"/>
              <a:ext cx="47000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>
                  <a:latin typeface="Palatino Linotype" panose="02040502050505030304" pitchFamily="18" charset="0"/>
                </a:rPr>
                <a:t>T3</a:t>
              </a:r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DDCFD09D-2988-59A3-3B3E-03A347FCDF1E}"/>
              </a:ext>
            </a:extLst>
          </p:cNvPr>
          <p:cNvGrpSpPr/>
          <p:nvPr/>
        </p:nvGrpSpPr>
        <p:grpSpPr>
          <a:xfrm>
            <a:off x="5675270" y="1842047"/>
            <a:ext cx="544749" cy="505838"/>
            <a:chOff x="7694579" y="1916350"/>
            <a:chExt cx="544749" cy="505838"/>
          </a:xfrm>
        </p:grpSpPr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4FD8AE6D-82F9-F06E-4E3F-188C3EC97633}"/>
                </a:ext>
              </a:extLst>
            </p:cNvPr>
            <p:cNvSpPr/>
            <p:nvPr/>
          </p:nvSpPr>
          <p:spPr>
            <a:xfrm>
              <a:off x="7694579" y="1916350"/>
              <a:ext cx="544749" cy="505838"/>
            </a:xfrm>
            <a:prstGeom prst="ellipse">
              <a:avLst/>
            </a:prstGeom>
            <a:noFill/>
            <a:ln w="254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550500CB-58F4-8C96-8EB5-767A8A0E2842}"/>
                </a:ext>
              </a:extLst>
            </p:cNvPr>
            <p:cNvSpPr txBox="1"/>
            <p:nvPr/>
          </p:nvSpPr>
          <p:spPr>
            <a:xfrm>
              <a:off x="7751409" y="1969214"/>
              <a:ext cx="47000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>
                  <a:latin typeface="Palatino Linotype" panose="02040502050505030304" pitchFamily="18" charset="0"/>
                </a:rPr>
                <a:t>T2</a:t>
              </a:r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B17E1B7A-09B7-0E08-33C7-6A26FA3240B9}"/>
              </a:ext>
            </a:extLst>
          </p:cNvPr>
          <p:cNvGrpSpPr/>
          <p:nvPr/>
        </p:nvGrpSpPr>
        <p:grpSpPr>
          <a:xfrm>
            <a:off x="5216118" y="2307600"/>
            <a:ext cx="433440" cy="494280"/>
            <a:chOff x="5216118" y="2307600"/>
            <a:chExt cx="433440" cy="494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1163B0B3-FC3F-0874-9428-91ADA512EB4E}"/>
                    </a:ext>
                  </a:extLst>
                </p14:cNvPr>
                <p14:cNvContentPartPr/>
                <p14:nvPr/>
              </p14:nvContentPartPr>
              <p14:xfrm>
                <a:off x="5221878" y="2307600"/>
                <a:ext cx="427680" cy="48420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1163B0B3-FC3F-0874-9428-91ADA512EB4E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5215758" y="2301480"/>
                  <a:ext cx="439920" cy="49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4F7DB5D4-CEB0-CB5B-74CE-B15EE36985BD}"/>
                    </a:ext>
                  </a:extLst>
                </p14:cNvPr>
                <p14:cNvContentPartPr/>
                <p14:nvPr/>
              </p14:nvContentPartPr>
              <p14:xfrm>
                <a:off x="5216118" y="2687760"/>
                <a:ext cx="95400" cy="11412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4F7DB5D4-CEB0-CB5B-74CE-B15EE36985BD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5209998" y="2681640"/>
                  <a:ext cx="107640" cy="126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DC04A917-280A-BCAB-8A75-054513409845}"/>
              </a:ext>
            </a:extLst>
          </p:cNvPr>
          <p:cNvGrpSpPr/>
          <p:nvPr/>
        </p:nvGrpSpPr>
        <p:grpSpPr>
          <a:xfrm>
            <a:off x="6210078" y="2324880"/>
            <a:ext cx="477720" cy="462960"/>
            <a:chOff x="6210078" y="2324880"/>
            <a:chExt cx="477720" cy="462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42ABBB42-90E1-8E67-98D5-2D99CA12EB72}"/>
                    </a:ext>
                  </a:extLst>
                </p14:cNvPr>
                <p14:cNvContentPartPr/>
                <p14:nvPr/>
              </p14:nvContentPartPr>
              <p14:xfrm>
                <a:off x="6210078" y="2324880"/>
                <a:ext cx="466560" cy="43344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42ABBB42-90E1-8E67-98D5-2D99CA12EB72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6203958" y="2318760"/>
                  <a:ext cx="478800" cy="44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9DF2376A-ACE9-4C00-2064-D14F0C5EB63E}"/>
                    </a:ext>
                  </a:extLst>
                </p14:cNvPr>
                <p14:cNvContentPartPr/>
                <p14:nvPr/>
              </p14:nvContentPartPr>
              <p14:xfrm>
                <a:off x="6569718" y="2623320"/>
                <a:ext cx="118080" cy="16452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9DF2376A-ACE9-4C00-2064-D14F0C5EB63E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6563598" y="2617200"/>
                  <a:ext cx="130320" cy="176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7623BD74-2CF0-69FC-6ECD-9DF38C7C59C3}"/>
              </a:ext>
            </a:extLst>
          </p:cNvPr>
          <p:cNvGrpSpPr/>
          <p:nvPr/>
        </p:nvGrpSpPr>
        <p:grpSpPr>
          <a:xfrm>
            <a:off x="5086878" y="3347640"/>
            <a:ext cx="645120" cy="444240"/>
            <a:chOff x="5086878" y="3347640"/>
            <a:chExt cx="645120" cy="444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0FDE50DA-A728-1AEE-1C73-F635500D37D1}"/>
                    </a:ext>
                  </a:extLst>
                </p14:cNvPr>
                <p14:cNvContentPartPr/>
                <p14:nvPr/>
              </p14:nvContentPartPr>
              <p14:xfrm>
                <a:off x="5086878" y="3347640"/>
                <a:ext cx="635040" cy="43776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0FDE50DA-A728-1AEE-1C73-F635500D37D1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5080758" y="3341520"/>
                  <a:ext cx="647280" cy="45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82E8EB2D-5217-BA49-7719-7B4EC0D69302}"/>
                    </a:ext>
                  </a:extLst>
                </p14:cNvPr>
                <p14:cNvContentPartPr/>
                <p14:nvPr/>
              </p14:nvContentPartPr>
              <p14:xfrm>
                <a:off x="5494758" y="3626640"/>
                <a:ext cx="237240" cy="16524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82E8EB2D-5217-BA49-7719-7B4EC0D69302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5488638" y="3620520"/>
                  <a:ext cx="249480" cy="177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AD95C01E-70E3-8ABC-2FB5-0BDF9AAE4DDE}"/>
              </a:ext>
            </a:extLst>
          </p:cNvPr>
          <p:cNvGrpSpPr/>
          <p:nvPr/>
        </p:nvGrpSpPr>
        <p:grpSpPr>
          <a:xfrm>
            <a:off x="6275958" y="3310920"/>
            <a:ext cx="521280" cy="477360"/>
            <a:chOff x="6275958" y="3310920"/>
            <a:chExt cx="521280" cy="477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43E1023C-9694-A9C9-CBFA-63BE1D9AE784}"/>
                    </a:ext>
                  </a:extLst>
                </p14:cNvPr>
                <p14:cNvContentPartPr/>
                <p14:nvPr/>
              </p14:nvContentPartPr>
              <p14:xfrm>
                <a:off x="6277758" y="3310920"/>
                <a:ext cx="519480" cy="47736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43E1023C-9694-A9C9-CBFA-63BE1D9AE784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6271638" y="3304800"/>
                  <a:ext cx="531720" cy="48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352FA8D8-1CE6-2666-F21F-6531903F7DDA}"/>
                    </a:ext>
                  </a:extLst>
                </p14:cNvPr>
                <p14:cNvContentPartPr/>
                <p14:nvPr/>
              </p14:nvContentPartPr>
              <p14:xfrm>
                <a:off x="6275958" y="3594600"/>
                <a:ext cx="122760" cy="18432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352FA8D8-1CE6-2666-F21F-6531903F7DDA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6269838" y="3588480"/>
                  <a:ext cx="135000" cy="19656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552883580"/>
      </p:ext>
    </p:extLst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64B693-5479-D3A8-8D7C-9DD4EA270B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37BEE18-CCF0-78C5-E3E8-0399A5BFD8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07290" y="6356350"/>
            <a:ext cx="2743200" cy="365125"/>
          </a:xfrm>
        </p:spPr>
        <p:txBody>
          <a:bodyPr/>
          <a:lstStyle/>
          <a:p>
            <a:fld id="{D0FE24AB-0A3D-3945-A314-A55A03C76B7E}" type="slidenum">
              <a:rPr lang="en-US" smtClean="0">
                <a:latin typeface="Palatino Linotype" panose="02040502050505030304" pitchFamily="18" charset="0"/>
              </a:rPr>
              <a:t>106</a:t>
            </a:fld>
            <a:endParaRPr lang="en-US" dirty="0">
              <a:latin typeface="Palatino Linotype" panose="0204050205050503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25CE99-B629-A5C3-652C-27E297B082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37350" y="5323786"/>
            <a:ext cx="5902065" cy="838475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400" dirty="0">
                <a:latin typeface="Palatino Linotype" panose="02040502050505030304" pitchFamily="18" charset="0"/>
              </a:rPr>
              <a:t>Serializability orders: {T3, T1, T4, T2} or 				{T3, T4, T1, T2}</a:t>
            </a:r>
            <a:endParaRPr lang="en-US" sz="2400" dirty="0">
              <a:effectLst/>
              <a:latin typeface="Palatino Linotype" panose="02040502050505030304" pitchFamily="18" charset="0"/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867CDDF4-0139-06FF-9EED-DDF6BFD759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439186"/>
          </a:xfrm>
        </p:spPr>
        <p:txBody>
          <a:bodyPr>
            <a:normAutofit/>
          </a:bodyPr>
          <a:lstStyle/>
          <a:p>
            <a:pPr algn="ctr"/>
            <a:r>
              <a:rPr lang="en-US" sz="4000" b="1" dirty="0">
                <a:latin typeface="Palatino Linotype" panose="02040502050505030304" pitchFamily="18" charset="0"/>
              </a:rPr>
              <a:t>Determining Serializability Order from Dependence Graph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52EE7AF8-CB1F-7B34-7266-49C590D46550}"/>
              </a:ext>
            </a:extLst>
          </p:cNvPr>
          <p:cNvGrpSpPr/>
          <p:nvPr/>
        </p:nvGrpSpPr>
        <p:grpSpPr>
          <a:xfrm>
            <a:off x="4708136" y="2791144"/>
            <a:ext cx="544749" cy="505838"/>
            <a:chOff x="7694579" y="1916350"/>
            <a:chExt cx="544749" cy="505838"/>
          </a:xfrm>
        </p:grpSpPr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8B38802F-1FB0-1CD5-679E-40B9A6461A78}"/>
                </a:ext>
              </a:extLst>
            </p:cNvPr>
            <p:cNvSpPr/>
            <p:nvPr/>
          </p:nvSpPr>
          <p:spPr>
            <a:xfrm>
              <a:off x="7694579" y="1916350"/>
              <a:ext cx="544749" cy="505838"/>
            </a:xfrm>
            <a:prstGeom prst="ellipse">
              <a:avLst/>
            </a:prstGeom>
            <a:noFill/>
            <a:ln w="254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0398A51D-0D1F-7621-56DA-A9F7E753DB26}"/>
                </a:ext>
              </a:extLst>
            </p:cNvPr>
            <p:cNvSpPr txBox="1"/>
            <p:nvPr/>
          </p:nvSpPr>
          <p:spPr>
            <a:xfrm>
              <a:off x="7751409" y="1969214"/>
              <a:ext cx="47000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>
                  <a:latin typeface="Palatino Linotype" panose="02040502050505030304" pitchFamily="18" charset="0"/>
                </a:rPr>
                <a:t>T1</a:t>
              </a: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17665E1F-73D0-1EE1-9F16-1A3D196948CC}"/>
              </a:ext>
            </a:extLst>
          </p:cNvPr>
          <p:cNvGrpSpPr/>
          <p:nvPr/>
        </p:nvGrpSpPr>
        <p:grpSpPr>
          <a:xfrm>
            <a:off x="6642405" y="2791144"/>
            <a:ext cx="544749" cy="505838"/>
            <a:chOff x="7694579" y="1916350"/>
            <a:chExt cx="544749" cy="505838"/>
          </a:xfrm>
        </p:grpSpPr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26EF49BB-44C2-867B-4654-6D6B21AFD38A}"/>
                </a:ext>
              </a:extLst>
            </p:cNvPr>
            <p:cNvSpPr/>
            <p:nvPr/>
          </p:nvSpPr>
          <p:spPr>
            <a:xfrm>
              <a:off x="7694579" y="1916350"/>
              <a:ext cx="544749" cy="505838"/>
            </a:xfrm>
            <a:prstGeom prst="ellipse">
              <a:avLst/>
            </a:prstGeom>
            <a:noFill/>
            <a:ln w="254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B3D2A271-40CB-EB7B-A2A0-1B0FA2261AA8}"/>
                </a:ext>
              </a:extLst>
            </p:cNvPr>
            <p:cNvSpPr txBox="1"/>
            <p:nvPr/>
          </p:nvSpPr>
          <p:spPr>
            <a:xfrm>
              <a:off x="7751409" y="1969214"/>
              <a:ext cx="47000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>
                  <a:latin typeface="Palatino Linotype" panose="02040502050505030304" pitchFamily="18" charset="0"/>
                </a:rPr>
                <a:t>T4</a:t>
              </a:r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A1463AB1-618F-B21E-0B48-C6567F996EB0}"/>
              </a:ext>
            </a:extLst>
          </p:cNvPr>
          <p:cNvGrpSpPr/>
          <p:nvPr/>
        </p:nvGrpSpPr>
        <p:grpSpPr>
          <a:xfrm>
            <a:off x="5675270" y="3756144"/>
            <a:ext cx="544749" cy="505838"/>
            <a:chOff x="7694579" y="1916350"/>
            <a:chExt cx="544749" cy="505838"/>
          </a:xfrm>
        </p:grpSpPr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250A879A-D71E-6E86-1CE3-67B1C05C7374}"/>
                </a:ext>
              </a:extLst>
            </p:cNvPr>
            <p:cNvSpPr/>
            <p:nvPr/>
          </p:nvSpPr>
          <p:spPr>
            <a:xfrm>
              <a:off x="7694579" y="1916350"/>
              <a:ext cx="544749" cy="505838"/>
            </a:xfrm>
            <a:prstGeom prst="ellipse">
              <a:avLst/>
            </a:prstGeom>
            <a:noFill/>
            <a:ln w="254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30D570A8-BE2F-EB93-44BC-C6F880E36D7D}"/>
                </a:ext>
              </a:extLst>
            </p:cNvPr>
            <p:cNvSpPr txBox="1"/>
            <p:nvPr/>
          </p:nvSpPr>
          <p:spPr>
            <a:xfrm>
              <a:off x="7751409" y="1969214"/>
              <a:ext cx="47000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>
                  <a:latin typeface="Palatino Linotype" panose="02040502050505030304" pitchFamily="18" charset="0"/>
                </a:rPr>
                <a:t>T3</a:t>
              </a:r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8010240D-3701-5B0E-D270-D1B51DDFAEEC}"/>
              </a:ext>
            </a:extLst>
          </p:cNvPr>
          <p:cNvGrpSpPr/>
          <p:nvPr/>
        </p:nvGrpSpPr>
        <p:grpSpPr>
          <a:xfrm>
            <a:off x="5675270" y="1842047"/>
            <a:ext cx="544749" cy="505838"/>
            <a:chOff x="7694579" y="1916350"/>
            <a:chExt cx="544749" cy="505838"/>
          </a:xfrm>
        </p:grpSpPr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41B2775E-9F4B-BFAA-8214-A4F1CBE04AFB}"/>
                </a:ext>
              </a:extLst>
            </p:cNvPr>
            <p:cNvSpPr/>
            <p:nvPr/>
          </p:nvSpPr>
          <p:spPr>
            <a:xfrm>
              <a:off x="7694579" y="1916350"/>
              <a:ext cx="544749" cy="505838"/>
            </a:xfrm>
            <a:prstGeom prst="ellipse">
              <a:avLst/>
            </a:prstGeom>
            <a:noFill/>
            <a:ln w="254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F3C7B11B-3E71-D4C3-D8DE-D308C6AAECBC}"/>
                </a:ext>
              </a:extLst>
            </p:cNvPr>
            <p:cNvSpPr txBox="1"/>
            <p:nvPr/>
          </p:nvSpPr>
          <p:spPr>
            <a:xfrm>
              <a:off x="7751409" y="1969214"/>
              <a:ext cx="47000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>
                  <a:latin typeface="Palatino Linotype" panose="02040502050505030304" pitchFamily="18" charset="0"/>
                </a:rPr>
                <a:t>T2</a:t>
              </a:r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28D2757C-F913-FD64-A636-E61457FEF961}"/>
              </a:ext>
            </a:extLst>
          </p:cNvPr>
          <p:cNvGrpSpPr/>
          <p:nvPr/>
        </p:nvGrpSpPr>
        <p:grpSpPr>
          <a:xfrm>
            <a:off x="5216118" y="2307600"/>
            <a:ext cx="433440" cy="494280"/>
            <a:chOff x="5216118" y="2307600"/>
            <a:chExt cx="433440" cy="494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79BDD004-7C34-5884-E496-1C0FE2028468}"/>
                    </a:ext>
                  </a:extLst>
                </p14:cNvPr>
                <p14:cNvContentPartPr/>
                <p14:nvPr/>
              </p14:nvContentPartPr>
              <p14:xfrm>
                <a:off x="5221878" y="2307600"/>
                <a:ext cx="427680" cy="48420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79BDD004-7C34-5884-E496-1C0FE2028468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5215758" y="2301480"/>
                  <a:ext cx="439920" cy="49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37681C35-3E48-571F-13DA-D7897DA8188C}"/>
                    </a:ext>
                  </a:extLst>
                </p14:cNvPr>
                <p14:cNvContentPartPr/>
                <p14:nvPr/>
              </p14:nvContentPartPr>
              <p14:xfrm>
                <a:off x="5216118" y="2687760"/>
                <a:ext cx="95400" cy="11412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37681C35-3E48-571F-13DA-D7897DA8188C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5209998" y="2681659"/>
                  <a:ext cx="107640" cy="126322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94C0DDBD-0E2F-0B7C-3F2B-67BD9BFE55E5}"/>
              </a:ext>
            </a:extLst>
          </p:cNvPr>
          <p:cNvGrpSpPr/>
          <p:nvPr/>
        </p:nvGrpSpPr>
        <p:grpSpPr>
          <a:xfrm>
            <a:off x="6210078" y="2324880"/>
            <a:ext cx="477720" cy="462960"/>
            <a:chOff x="6210078" y="2324880"/>
            <a:chExt cx="477720" cy="462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E92B1F3B-A1D2-6C97-4B29-B28E505FB6DE}"/>
                    </a:ext>
                  </a:extLst>
                </p14:cNvPr>
                <p14:cNvContentPartPr/>
                <p14:nvPr/>
              </p14:nvContentPartPr>
              <p14:xfrm>
                <a:off x="6210078" y="2324880"/>
                <a:ext cx="466560" cy="43344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E92B1F3B-A1D2-6C97-4B29-B28E505FB6DE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6203958" y="2318760"/>
                  <a:ext cx="478800" cy="44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5D16B086-2950-2FA7-522B-43142AF2671E}"/>
                    </a:ext>
                  </a:extLst>
                </p14:cNvPr>
                <p14:cNvContentPartPr/>
                <p14:nvPr/>
              </p14:nvContentPartPr>
              <p14:xfrm>
                <a:off x="6569718" y="2623320"/>
                <a:ext cx="118080" cy="16452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5D16B086-2950-2FA7-522B-43142AF2671E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6563598" y="2617187"/>
                  <a:ext cx="130320" cy="176787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8926E304-8E8E-6FC9-993E-6D4A9D0B549F}"/>
              </a:ext>
            </a:extLst>
          </p:cNvPr>
          <p:cNvGrpSpPr/>
          <p:nvPr/>
        </p:nvGrpSpPr>
        <p:grpSpPr>
          <a:xfrm>
            <a:off x="5086878" y="3347640"/>
            <a:ext cx="645120" cy="444240"/>
            <a:chOff x="5086878" y="3347640"/>
            <a:chExt cx="645120" cy="444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56B11C33-3DD2-304A-612C-AD6A19AB77D2}"/>
                    </a:ext>
                  </a:extLst>
                </p14:cNvPr>
                <p14:cNvContentPartPr/>
                <p14:nvPr/>
              </p14:nvContentPartPr>
              <p14:xfrm>
                <a:off x="5086878" y="3347640"/>
                <a:ext cx="635040" cy="43776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56B11C33-3DD2-304A-612C-AD6A19AB77D2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5080758" y="3341520"/>
                  <a:ext cx="647280" cy="45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EDAA00C9-5E68-9182-D3D7-5CA04A9AC06C}"/>
                    </a:ext>
                  </a:extLst>
                </p14:cNvPr>
                <p14:cNvContentPartPr/>
                <p14:nvPr/>
              </p14:nvContentPartPr>
              <p14:xfrm>
                <a:off x="5494758" y="3626640"/>
                <a:ext cx="237240" cy="16524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EDAA00C9-5E68-9182-D3D7-5CA04A9AC06C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5488638" y="3620533"/>
                  <a:ext cx="249480" cy="177453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2A1A55D9-39FC-F993-C4CA-E4E65BCB5AE7}"/>
              </a:ext>
            </a:extLst>
          </p:cNvPr>
          <p:cNvGrpSpPr/>
          <p:nvPr/>
        </p:nvGrpSpPr>
        <p:grpSpPr>
          <a:xfrm>
            <a:off x="6275958" y="3310920"/>
            <a:ext cx="521280" cy="477360"/>
            <a:chOff x="6275958" y="3310920"/>
            <a:chExt cx="521280" cy="477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D7E5E99B-C831-B7EB-EFA2-759E4B3F36B0}"/>
                    </a:ext>
                  </a:extLst>
                </p14:cNvPr>
                <p14:cNvContentPartPr/>
                <p14:nvPr/>
              </p14:nvContentPartPr>
              <p14:xfrm>
                <a:off x="6277758" y="3310920"/>
                <a:ext cx="519480" cy="47736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D7E5E99B-C831-B7EB-EFA2-759E4B3F36B0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6271642" y="3304805"/>
                  <a:ext cx="531712" cy="489591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E9372592-1D2E-FFE6-5431-3525066D3222}"/>
                    </a:ext>
                  </a:extLst>
                </p14:cNvPr>
                <p14:cNvContentPartPr/>
                <p14:nvPr/>
              </p14:nvContentPartPr>
              <p14:xfrm>
                <a:off x="6275958" y="3594600"/>
                <a:ext cx="122760" cy="18432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E9372592-1D2E-FFE6-5431-3525066D3222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6269838" y="3588480"/>
                  <a:ext cx="135000" cy="19656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629715009"/>
      </p:ext>
    </p:extLst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643024-1885-1727-327B-00925984C8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9D46F7-414E-8DEE-0892-9C942B8789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905091"/>
          </a:xfrm>
        </p:spPr>
        <p:txBody>
          <a:bodyPr>
            <a:normAutofit/>
          </a:bodyPr>
          <a:lstStyle/>
          <a:p>
            <a:pPr algn="ctr"/>
            <a:r>
              <a:rPr lang="en-US" sz="4000" b="1" dirty="0">
                <a:latin typeface="Palatino Linotype" panose="02040502050505030304" pitchFamily="18" charset="0"/>
              </a:rPr>
              <a:t>View Serializability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47383B3-8A3C-774A-4993-75BA3D3BFE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07290" y="6356350"/>
            <a:ext cx="2743200" cy="365125"/>
          </a:xfrm>
        </p:spPr>
        <p:txBody>
          <a:bodyPr/>
          <a:lstStyle/>
          <a:p>
            <a:fld id="{D0FE24AB-0A3D-3945-A314-A55A03C76B7E}" type="slidenum">
              <a:rPr lang="en-US" smtClean="0">
                <a:latin typeface="Palatino Linotype" panose="02040502050505030304" pitchFamily="18" charset="0"/>
              </a:rPr>
              <a:t>107</a:t>
            </a:fld>
            <a:endParaRPr lang="en-US" dirty="0">
              <a:latin typeface="Palatino Linotype" panose="0204050205050503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77614760"/>
      </p:ext>
    </p:extLst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A67253-C7A8-1B91-BD78-2FC77417AF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AE986D-45AC-A5E4-4737-C7027465AE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905091"/>
          </a:xfrm>
        </p:spPr>
        <p:txBody>
          <a:bodyPr>
            <a:normAutofit/>
          </a:bodyPr>
          <a:lstStyle/>
          <a:p>
            <a:pPr algn="ctr"/>
            <a:r>
              <a:rPr lang="en-US" sz="4000" b="1" dirty="0">
                <a:latin typeface="Palatino Linotype" panose="02040502050505030304" pitchFamily="18" charset="0"/>
              </a:rPr>
              <a:t>View Serializability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2D3280E-D53E-E192-5108-C6D23E2B1E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07290" y="6356350"/>
            <a:ext cx="2743200" cy="365125"/>
          </a:xfrm>
        </p:spPr>
        <p:txBody>
          <a:bodyPr/>
          <a:lstStyle/>
          <a:p>
            <a:fld id="{D0FE24AB-0A3D-3945-A314-A55A03C76B7E}" type="slidenum">
              <a:rPr lang="en-US" smtClean="0">
                <a:latin typeface="Palatino Linotype" panose="02040502050505030304" pitchFamily="18" charset="0"/>
              </a:rPr>
              <a:t>108</a:t>
            </a:fld>
            <a:endParaRPr lang="en-US" dirty="0">
              <a:latin typeface="Palatino Linotype" panose="0204050205050503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370AD0-CB70-3C47-BB77-C65DF9FF8B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5215" y="1415586"/>
            <a:ext cx="11816785" cy="5043580"/>
          </a:xfrm>
        </p:spPr>
        <p:txBody>
          <a:bodyPr>
            <a:noAutofit/>
          </a:bodyPr>
          <a:lstStyle/>
          <a:p>
            <a:r>
              <a:rPr lang="en-US" sz="2400" b="1" dirty="0">
                <a:latin typeface="Palatino Linotype" panose="02040502050505030304" pitchFamily="18" charset="0"/>
              </a:rPr>
              <a:t>View Serializability </a:t>
            </a:r>
            <a:r>
              <a:rPr lang="en-US" sz="2400" dirty="0">
                <a:latin typeface="Palatino Linotype" panose="02040502050505030304" pitchFamily="18" charset="0"/>
              </a:rPr>
              <a:t>essentially states that if the output of a schedule matches the expectation, then the schedule is view serializable even if it is not conflict serializable.</a:t>
            </a:r>
          </a:p>
          <a:p>
            <a:endParaRPr lang="en-US" sz="2400" dirty="0">
              <a:effectLst/>
              <a:latin typeface="Palatino Linotype" panose="02040502050505030304" pitchFamily="18" charset="0"/>
            </a:endParaRPr>
          </a:p>
          <a:p>
            <a:r>
              <a:rPr lang="en-US" sz="2400" b="1" dirty="0">
                <a:latin typeface="Palatino Linotype" panose="02040502050505030304" pitchFamily="18" charset="0"/>
              </a:rPr>
              <a:t>Formal Definition</a:t>
            </a:r>
            <a:r>
              <a:rPr lang="en-US" sz="2400" dirty="0">
                <a:latin typeface="Palatino Linotype" panose="02040502050505030304" pitchFamily="18" charset="0"/>
              </a:rPr>
              <a:t>: Schedules </a:t>
            </a:r>
            <a:r>
              <a:rPr lang="en-US" sz="2400" b="1" dirty="0">
                <a:latin typeface="Palatino Linotype" panose="02040502050505030304" pitchFamily="18" charset="0"/>
              </a:rPr>
              <a:t>S1</a:t>
            </a:r>
            <a:r>
              <a:rPr lang="en-US" sz="2400" dirty="0">
                <a:latin typeface="Palatino Linotype" panose="02040502050505030304" pitchFamily="18" charset="0"/>
              </a:rPr>
              <a:t> and </a:t>
            </a:r>
            <a:r>
              <a:rPr lang="en-US" sz="2400" b="1" dirty="0">
                <a:latin typeface="Palatino Linotype" panose="02040502050505030304" pitchFamily="18" charset="0"/>
              </a:rPr>
              <a:t>S2</a:t>
            </a:r>
            <a:r>
              <a:rPr lang="en-US" sz="2400" dirty="0">
                <a:latin typeface="Palatino Linotype" panose="02040502050505030304" pitchFamily="18" charset="0"/>
              </a:rPr>
              <a:t> are </a:t>
            </a:r>
            <a:r>
              <a:rPr lang="en-US" sz="2400" b="1" dirty="0">
                <a:latin typeface="Palatino Linotype" panose="02040502050505030304" pitchFamily="18" charset="0"/>
              </a:rPr>
              <a:t>view equivalent </a:t>
            </a:r>
            <a:r>
              <a:rPr lang="en-US" sz="2400" dirty="0">
                <a:latin typeface="Palatino Linotype" panose="02040502050505030304" pitchFamily="18" charset="0"/>
              </a:rPr>
              <a:t>if</a:t>
            </a:r>
          </a:p>
          <a:p>
            <a:pPr lvl="1"/>
            <a:r>
              <a:rPr lang="en-US" dirty="0">
                <a:latin typeface="Palatino Linotype" panose="02040502050505030304" pitchFamily="18" charset="0"/>
              </a:rPr>
              <a:t>T1 reads initial value of A in S1, then T1 also reads initial value of A in S2. </a:t>
            </a:r>
          </a:p>
          <a:p>
            <a:pPr lvl="1"/>
            <a:r>
              <a:rPr lang="en-US" dirty="0">
                <a:latin typeface="Palatino Linotype" panose="02040502050505030304" pitchFamily="18" charset="0"/>
              </a:rPr>
              <a:t>T1 reads value of A written by T2 in S1, then T1 also reads value of A written by T2 in S2 .</a:t>
            </a:r>
          </a:p>
          <a:p>
            <a:pPr lvl="1"/>
            <a:r>
              <a:rPr lang="en-US" dirty="0">
                <a:latin typeface="Palatino Linotype" panose="02040502050505030304" pitchFamily="18" charset="0"/>
              </a:rPr>
              <a:t>T1 writes final value of A in S1, then T1 also writes final value of A in S2 .</a:t>
            </a:r>
          </a:p>
          <a:p>
            <a:pPr marL="0" indent="0">
              <a:buNone/>
            </a:pPr>
            <a:endParaRPr lang="en-US" sz="2400" b="1" dirty="0">
              <a:latin typeface="Palatino Linotype" panose="02040502050505030304" pitchFamily="18" charset="0"/>
            </a:endParaRPr>
          </a:p>
          <a:p>
            <a:pPr marL="0" indent="0">
              <a:buNone/>
            </a:pPr>
            <a:endParaRPr lang="en-US" dirty="0">
              <a:effectLst/>
              <a:latin typeface="Palatino Linotype" panose="0204050205050503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29707738"/>
      </p:ext>
    </p:extLst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885367-A677-139B-D39B-7A419E89DA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FBC94E-285C-7CCE-CB32-9E8FE73A08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905091"/>
          </a:xfrm>
        </p:spPr>
        <p:txBody>
          <a:bodyPr>
            <a:normAutofit/>
          </a:bodyPr>
          <a:lstStyle/>
          <a:p>
            <a:pPr algn="ctr"/>
            <a:r>
              <a:rPr lang="en-US" sz="4000" b="1" dirty="0">
                <a:latin typeface="Palatino Linotype" panose="02040502050505030304" pitchFamily="18" charset="0"/>
              </a:rPr>
              <a:t>View Serializability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73E3227-DD6F-3C26-3B89-1B33E363E9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07290" y="6356350"/>
            <a:ext cx="2743200" cy="365125"/>
          </a:xfrm>
        </p:spPr>
        <p:txBody>
          <a:bodyPr/>
          <a:lstStyle/>
          <a:p>
            <a:fld id="{D0FE24AB-0A3D-3945-A314-A55A03C76B7E}" type="slidenum">
              <a:rPr lang="en-US" smtClean="0">
                <a:latin typeface="Palatino Linotype" panose="02040502050505030304" pitchFamily="18" charset="0"/>
              </a:rPr>
              <a:t>109</a:t>
            </a:fld>
            <a:endParaRPr lang="en-US" dirty="0">
              <a:latin typeface="Palatino Linotype" panose="0204050205050503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58F112-7A1A-45D2-D0F8-EF1B67EA21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5215" y="1415586"/>
            <a:ext cx="11816785" cy="5043580"/>
          </a:xfrm>
        </p:spPr>
        <p:txBody>
          <a:bodyPr>
            <a:noAutofit/>
          </a:bodyPr>
          <a:lstStyle/>
          <a:p>
            <a:r>
              <a:rPr lang="en-US" sz="2400" b="1" dirty="0">
                <a:latin typeface="Palatino Linotype" panose="02040502050505030304" pitchFamily="18" charset="0"/>
              </a:rPr>
              <a:t>View Serializability </a:t>
            </a:r>
            <a:r>
              <a:rPr lang="en-US" sz="2400" dirty="0">
                <a:latin typeface="Palatino Linotype" panose="02040502050505030304" pitchFamily="18" charset="0"/>
              </a:rPr>
              <a:t>essentially states that if the output of a schedule matches the expectation, then the schedule is view serializable even if it is not conflict serializable.</a:t>
            </a:r>
          </a:p>
          <a:p>
            <a:endParaRPr lang="en-US" sz="2400" dirty="0">
              <a:effectLst/>
              <a:latin typeface="Palatino Linotype" panose="02040502050505030304" pitchFamily="18" charset="0"/>
            </a:endParaRPr>
          </a:p>
          <a:p>
            <a:r>
              <a:rPr lang="en-US" sz="2400" b="1" dirty="0">
                <a:latin typeface="Palatino Linotype" panose="02040502050505030304" pitchFamily="18" charset="0"/>
              </a:rPr>
              <a:t>Formal Definition</a:t>
            </a:r>
            <a:r>
              <a:rPr lang="en-US" sz="2400" dirty="0">
                <a:latin typeface="Palatino Linotype" panose="02040502050505030304" pitchFamily="18" charset="0"/>
              </a:rPr>
              <a:t>: Schedules </a:t>
            </a:r>
            <a:r>
              <a:rPr lang="en-US" sz="2400" b="1" dirty="0">
                <a:latin typeface="Palatino Linotype" panose="02040502050505030304" pitchFamily="18" charset="0"/>
              </a:rPr>
              <a:t>S1</a:t>
            </a:r>
            <a:r>
              <a:rPr lang="en-US" sz="2400" dirty="0">
                <a:latin typeface="Palatino Linotype" panose="02040502050505030304" pitchFamily="18" charset="0"/>
              </a:rPr>
              <a:t> and </a:t>
            </a:r>
            <a:r>
              <a:rPr lang="en-US" sz="2400" b="1" dirty="0">
                <a:latin typeface="Palatino Linotype" panose="02040502050505030304" pitchFamily="18" charset="0"/>
              </a:rPr>
              <a:t>S2</a:t>
            </a:r>
            <a:r>
              <a:rPr lang="en-US" sz="2400" dirty="0">
                <a:latin typeface="Palatino Linotype" panose="02040502050505030304" pitchFamily="18" charset="0"/>
              </a:rPr>
              <a:t> are </a:t>
            </a:r>
            <a:r>
              <a:rPr lang="en-US" sz="2400" b="1" dirty="0">
                <a:latin typeface="Palatino Linotype" panose="02040502050505030304" pitchFamily="18" charset="0"/>
              </a:rPr>
              <a:t>view equivalent </a:t>
            </a:r>
            <a:r>
              <a:rPr lang="en-US" sz="2400" dirty="0">
                <a:latin typeface="Palatino Linotype" panose="02040502050505030304" pitchFamily="18" charset="0"/>
              </a:rPr>
              <a:t>if</a:t>
            </a:r>
          </a:p>
          <a:p>
            <a:pPr lvl="1"/>
            <a:r>
              <a:rPr lang="en-US" dirty="0">
                <a:latin typeface="Palatino Linotype" panose="02040502050505030304" pitchFamily="18" charset="0"/>
              </a:rPr>
              <a:t>T1 reads initial value of A in S1, then T1 also reads initial value of A in S2. </a:t>
            </a:r>
          </a:p>
          <a:p>
            <a:pPr lvl="1"/>
            <a:r>
              <a:rPr lang="en-US" dirty="0">
                <a:latin typeface="Palatino Linotype" panose="02040502050505030304" pitchFamily="18" charset="0"/>
              </a:rPr>
              <a:t>T1 reads value of A written by T2 in S1, then T1 also reads value of A written by T2 in S2 .</a:t>
            </a:r>
          </a:p>
          <a:p>
            <a:pPr lvl="1"/>
            <a:r>
              <a:rPr lang="en-US" dirty="0">
                <a:latin typeface="Palatino Linotype" panose="02040502050505030304" pitchFamily="18" charset="0"/>
              </a:rPr>
              <a:t>T1 writes final value of A in S1, then T1 also writes final value of A in S2 .</a:t>
            </a:r>
          </a:p>
          <a:p>
            <a:pPr marL="0" indent="0">
              <a:buNone/>
            </a:pPr>
            <a:endParaRPr lang="en-US" sz="2400" b="1" dirty="0">
              <a:latin typeface="Palatino Linotype" panose="02040502050505030304" pitchFamily="18" charset="0"/>
            </a:endParaRPr>
          </a:p>
          <a:p>
            <a:r>
              <a:rPr lang="en-US" sz="2400" dirty="0">
                <a:effectLst/>
                <a:latin typeface="Palatino Linotype" panose="02040502050505030304" pitchFamily="18" charset="0"/>
              </a:rPr>
              <a:t>View Serializability supports more schedules than </a:t>
            </a:r>
            <a:r>
              <a:rPr lang="en-US" sz="2400" dirty="0">
                <a:latin typeface="Palatino Linotype" panose="02040502050505030304" pitchFamily="18" charset="0"/>
              </a:rPr>
              <a:t>Conflict Serializability.</a:t>
            </a:r>
            <a:endParaRPr lang="en-US" dirty="0">
              <a:effectLst/>
              <a:latin typeface="Palatino Linotype" panose="0204050205050503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899718"/>
      </p:ext>
    </p:extLst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156DF8-3630-718C-69A8-4635E5C05F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5EE13B-81C6-F411-3C98-D2583FA7F6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905091"/>
          </a:xfrm>
        </p:spPr>
        <p:txBody>
          <a:bodyPr>
            <a:normAutofit/>
          </a:bodyPr>
          <a:lstStyle/>
          <a:p>
            <a:pPr algn="ctr"/>
            <a:r>
              <a:rPr lang="en-US" sz="4000" b="1" dirty="0">
                <a:latin typeface="Palatino Linotype" panose="02040502050505030304" pitchFamily="18" charset="0"/>
              </a:rPr>
              <a:t>View Serializability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6A18E35-7CD2-AFAA-4B98-819A4E92CD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07290" y="6366078"/>
            <a:ext cx="2743200" cy="365125"/>
          </a:xfrm>
        </p:spPr>
        <p:txBody>
          <a:bodyPr/>
          <a:lstStyle/>
          <a:p>
            <a:fld id="{D0FE24AB-0A3D-3945-A314-A55A03C76B7E}" type="slidenum">
              <a:rPr lang="en-US" smtClean="0">
                <a:latin typeface="Palatino Linotype" panose="02040502050505030304" pitchFamily="18" charset="0"/>
              </a:rPr>
              <a:t>110</a:t>
            </a:fld>
            <a:endParaRPr lang="en-US" dirty="0">
              <a:latin typeface="Palatino Linotype" panose="02040502050505030304" pitchFamily="18" charset="0"/>
            </a:endParaRP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C5BB667E-38CF-D40A-5595-EF09163494B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34777430"/>
              </p:ext>
            </p:extLst>
          </p:nvPr>
        </p:nvGraphicFramePr>
        <p:xfrm>
          <a:off x="2007040" y="1468264"/>
          <a:ext cx="5638900" cy="42350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47414">
                  <a:extLst>
                    <a:ext uri="{9D8B030D-6E8A-4147-A177-3AD203B41FA5}">
                      <a16:colId xmlns:a16="http://schemas.microsoft.com/office/drawing/2014/main" val="282134077"/>
                    </a:ext>
                  </a:extLst>
                </a:gridCol>
                <a:gridCol w="1845743">
                  <a:extLst>
                    <a:ext uri="{9D8B030D-6E8A-4147-A177-3AD203B41FA5}">
                      <a16:colId xmlns:a16="http://schemas.microsoft.com/office/drawing/2014/main" val="4206062769"/>
                    </a:ext>
                  </a:extLst>
                </a:gridCol>
                <a:gridCol w="1845743">
                  <a:extLst>
                    <a:ext uri="{9D8B030D-6E8A-4147-A177-3AD203B41FA5}">
                      <a16:colId xmlns:a16="http://schemas.microsoft.com/office/drawing/2014/main" val="213786926"/>
                    </a:ext>
                  </a:extLst>
                </a:gridCol>
              </a:tblGrid>
              <a:tr h="4235036">
                <a:tc>
                  <a:txBody>
                    <a:bodyPr/>
                    <a:lstStyle/>
                    <a:p>
                      <a:pPr algn="l"/>
                      <a:r>
                        <a:rPr lang="en-US" sz="2000" b="1" i="0" dirty="0">
                          <a:solidFill>
                            <a:schemeClr val="tx1"/>
                          </a:solidFill>
                          <a:latin typeface="Palatino Linotype" panose="02040502050505030304" pitchFamily="18" charset="0"/>
                        </a:rPr>
                        <a:t>T1:</a:t>
                      </a:r>
                    </a:p>
                    <a:p>
                      <a:pPr algn="l"/>
                      <a:endParaRPr lang="en-US" sz="2000" b="0" i="0" dirty="0">
                        <a:solidFill>
                          <a:schemeClr val="tx1"/>
                        </a:solidFill>
                        <a:latin typeface="Palatino Linotype" panose="02040502050505030304" pitchFamily="18" charset="0"/>
                      </a:endParaRPr>
                    </a:p>
                    <a:p>
                      <a:pPr algn="l"/>
                      <a:r>
                        <a:rPr lang="en-US" sz="2000" b="1" i="0" dirty="0">
                          <a:solidFill>
                            <a:schemeClr val="tx1"/>
                          </a:solidFill>
                          <a:latin typeface="Palatino Linotype" panose="02040502050505030304" pitchFamily="18" charset="0"/>
                        </a:rPr>
                        <a:t>Begin</a:t>
                      </a:r>
                    </a:p>
                    <a:p>
                      <a:pPr algn="l"/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read(</a:t>
                      </a:r>
                      <a:r>
                        <a:rPr lang="en-US" sz="2000" b="1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A</a:t>
                      </a:r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algn="l"/>
                      <a:endParaRPr lang="en-US" sz="2000" b="0" i="0" kern="1200" dirty="0">
                        <a:solidFill>
                          <a:schemeClr val="tx1"/>
                        </a:solidFill>
                        <a:effectLst/>
                        <a:latin typeface="Palatino Linotype" panose="02040502050505030304" pitchFamily="18" charset="0"/>
                        <a:ea typeface="+mn-ea"/>
                        <a:cs typeface="+mn-cs"/>
                      </a:endParaRPr>
                    </a:p>
                    <a:p>
                      <a:pPr algn="l"/>
                      <a:endParaRPr lang="en-US" sz="2000" b="0" i="0" kern="1200" dirty="0">
                        <a:solidFill>
                          <a:schemeClr val="tx1"/>
                        </a:solidFill>
                        <a:effectLst/>
                        <a:latin typeface="Palatino Linotype" panose="02040502050505030304" pitchFamily="18" charset="0"/>
                        <a:ea typeface="+mn-ea"/>
                        <a:cs typeface="+mn-cs"/>
                      </a:endParaRPr>
                    </a:p>
                    <a:p>
                      <a:pPr algn="l"/>
                      <a:endParaRPr lang="en-US" sz="2000" b="0" i="0" kern="1200" dirty="0">
                        <a:solidFill>
                          <a:schemeClr val="tx1"/>
                        </a:solidFill>
                        <a:effectLst/>
                        <a:latin typeface="Palatino Linotype" panose="02040502050505030304" pitchFamily="18" charset="0"/>
                        <a:ea typeface="+mn-ea"/>
                        <a:cs typeface="+mn-cs"/>
                      </a:endParaRPr>
                    </a:p>
                    <a:p>
                      <a:pPr algn="l"/>
                      <a:endParaRPr lang="en-US" sz="2000" b="0" i="0" kern="1200" dirty="0">
                        <a:solidFill>
                          <a:schemeClr val="tx1"/>
                        </a:solidFill>
                        <a:effectLst/>
                        <a:latin typeface="Palatino Linotype" panose="02040502050505030304" pitchFamily="18" charset="0"/>
                        <a:ea typeface="+mn-ea"/>
                        <a:cs typeface="+mn-cs"/>
                      </a:endParaRPr>
                    </a:p>
                    <a:p>
                      <a:pPr algn="l"/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write(</a:t>
                      </a:r>
                      <a:r>
                        <a:rPr lang="en-US" sz="2000" b="1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A</a:t>
                      </a:r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algn="l"/>
                      <a:r>
                        <a:rPr lang="en-US" sz="2000" b="1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End</a:t>
                      </a: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b="1" i="0" dirty="0">
                          <a:solidFill>
                            <a:schemeClr val="tx1"/>
                          </a:solidFill>
                          <a:latin typeface="Palatino Linotype" panose="02040502050505030304" pitchFamily="18" charset="0"/>
                        </a:rPr>
                        <a:t>T2:</a:t>
                      </a:r>
                    </a:p>
                    <a:p>
                      <a:pPr algn="l"/>
                      <a:endParaRPr lang="en-US" sz="2000" b="0" i="0" dirty="0">
                        <a:solidFill>
                          <a:schemeClr val="tx1"/>
                        </a:solidFill>
                        <a:latin typeface="Palatino Linotype" panose="02040502050505030304" pitchFamily="18" charset="0"/>
                      </a:endParaRPr>
                    </a:p>
                    <a:p>
                      <a:pPr algn="l"/>
                      <a:endParaRPr lang="en-US" sz="2000" b="0" i="0" dirty="0">
                        <a:solidFill>
                          <a:schemeClr val="tx1"/>
                        </a:solidFill>
                        <a:latin typeface="Palatino Linotype" panose="02040502050505030304" pitchFamily="18" charset="0"/>
                      </a:endParaRPr>
                    </a:p>
                    <a:p>
                      <a:pPr algn="l"/>
                      <a:endParaRPr lang="en-US" sz="2000" b="0" i="0" dirty="0">
                        <a:solidFill>
                          <a:schemeClr val="tx1"/>
                        </a:solidFill>
                        <a:latin typeface="Palatino Linotype" panose="02040502050505030304" pitchFamily="18" charset="0"/>
                      </a:endParaRPr>
                    </a:p>
                    <a:p>
                      <a:pPr algn="l"/>
                      <a:r>
                        <a:rPr lang="en-US" sz="2000" b="1" i="0" dirty="0">
                          <a:solidFill>
                            <a:schemeClr val="tx1"/>
                          </a:solidFill>
                          <a:latin typeface="Palatino Linotype" panose="02040502050505030304" pitchFamily="18" charset="0"/>
                        </a:rPr>
                        <a:t>Begin</a:t>
                      </a:r>
                      <a:endParaRPr lang="en-US" sz="2000" b="0" i="0" kern="1200" dirty="0">
                        <a:solidFill>
                          <a:schemeClr val="tx1"/>
                        </a:solidFill>
                        <a:effectLst/>
                        <a:latin typeface="Palatino Linotype" panose="02040502050505030304" pitchFamily="18" charset="0"/>
                        <a:ea typeface="+mn-ea"/>
                        <a:cs typeface="+mn-cs"/>
                      </a:endParaRPr>
                    </a:p>
                    <a:p>
                      <a:pPr algn="l"/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write(</a:t>
                      </a:r>
                      <a:r>
                        <a:rPr lang="en-US" sz="2000" b="1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A</a:t>
                      </a:r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algn="l"/>
                      <a:r>
                        <a:rPr lang="en-US" sz="2000" b="1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End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b="1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T3:</a:t>
                      </a:r>
                    </a:p>
                    <a:p>
                      <a:pPr algn="l"/>
                      <a:endParaRPr lang="en-US" sz="2000" b="1" i="0" kern="1200" dirty="0">
                        <a:solidFill>
                          <a:schemeClr val="tx1"/>
                        </a:solidFill>
                        <a:effectLst/>
                        <a:latin typeface="Palatino Linotype" panose="02040502050505030304" pitchFamily="18" charset="0"/>
                        <a:ea typeface="+mn-ea"/>
                        <a:cs typeface="+mn-cs"/>
                      </a:endParaRPr>
                    </a:p>
                    <a:p>
                      <a:pPr algn="l"/>
                      <a:endParaRPr lang="en-US" sz="2000" b="1" i="0" kern="1200" dirty="0">
                        <a:solidFill>
                          <a:schemeClr val="tx1"/>
                        </a:solidFill>
                        <a:effectLst/>
                        <a:latin typeface="Palatino Linotype" panose="02040502050505030304" pitchFamily="18" charset="0"/>
                        <a:ea typeface="+mn-ea"/>
                        <a:cs typeface="+mn-cs"/>
                      </a:endParaRPr>
                    </a:p>
                    <a:p>
                      <a:pPr algn="l"/>
                      <a:endParaRPr lang="en-US" sz="2000" b="1" i="0" kern="1200" dirty="0">
                        <a:solidFill>
                          <a:schemeClr val="tx1"/>
                        </a:solidFill>
                        <a:effectLst/>
                        <a:latin typeface="Palatino Linotype" panose="02040502050505030304" pitchFamily="18" charset="0"/>
                        <a:ea typeface="+mn-ea"/>
                        <a:cs typeface="+mn-cs"/>
                      </a:endParaRPr>
                    </a:p>
                    <a:p>
                      <a:pPr algn="l"/>
                      <a:endParaRPr lang="en-US" sz="2000" b="1" i="0" kern="1200" dirty="0">
                        <a:solidFill>
                          <a:schemeClr val="tx1"/>
                        </a:solidFill>
                        <a:effectLst/>
                        <a:latin typeface="Palatino Linotype" panose="02040502050505030304" pitchFamily="18" charset="0"/>
                        <a:ea typeface="+mn-ea"/>
                        <a:cs typeface="+mn-cs"/>
                      </a:endParaRPr>
                    </a:p>
                    <a:p>
                      <a:pPr algn="l"/>
                      <a:endParaRPr lang="en-US" sz="2000" b="1" i="0" dirty="0">
                        <a:solidFill>
                          <a:schemeClr val="tx1"/>
                        </a:solidFill>
                        <a:latin typeface="Palatino Linotype" panose="02040502050505030304" pitchFamily="18" charset="0"/>
                      </a:endParaRPr>
                    </a:p>
                    <a:p>
                      <a:pPr algn="l"/>
                      <a:endParaRPr lang="en-US" sz="2000" b="1" i="0" dirty="0">
                        <a:solidFill>
                          <a:schemeClr val="tx1"/>
                        </a:solidFill>
                        <a:latin typeface="Palatino Linotype" panose="02040502050505030304" pitchFamily="18" charset="0"/>
                      </a:endParaRPr>
                    </a:p>
                    <a:p>
                      <a:pPr algn="l"/>
                      <a:r>
                        <a:rPr lang="en-US" sz="2000" b="1" i="0" dirty="0">
                          <a:solidFill>
                            <a:schemeClr val="tx1"/>
                          </a:solidFill>
                          <a:latin typeface="Palatino Linotype" panose="02040502050505030304" pitchFamily="18" charset="0"/>
                        </a:rPr>
                        <a:t>Begin</a:t>
                      </a:r>
                    </a:p>
                    <a:p>
                      <a:pPr algn="l"/>
                      <a:endParaRPr lang="en-US" sz="2000" b="0" i="0" kern="1200" dirty="0">
                        <a:solidFill>
                          <a:schemeClr val="tx1"/>
                        </a:solidFill>
                        <a:effectLst/>
                        <a:latin typeface="Palatino Linotype" panose="02040502050505030304" pitchFamily="18" charset="0"/>
                        <a:ea typeface="+mn-ea"/>
                        <a:cs typeface="+mn-cs"/>
                      </a:endParaRPr>
                    </a:p>
                    <a:p>
                      <a:pPr algn="l"/>
                      <a:endParaRPr lang="en-US" sz="2000" b="0" i="0" kern="1200" dirty="0">
                        <a:solidFill>
                          <a:schemeClr val="tx1"/>
                        </a:solidFill>
                        <a:effectLst/>
                        <a:latin typeface="Palatino Linotype" panose="02040502050505030304" pitchFamily="18" charset="0"/>
                        <a:ea typeface="+mn-ea"/>
                        <a:cs typeface="+mn-cs"/>
                      </a:endParaRPr>
                    </a:p>
                    <a:p>
                      <a:pPr algn="l"/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write(</a:t>
                      </a:r>
                      <a:r>
                        <a:rPr lang="en-US" sz="2000" b="1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A</a:t>
                      </a:r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algn="l"/>
                      <a:r>
                        <a:rPr lang="en-US" sz="2000" b="1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End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7499455"/>
                  </a:ext>
                </a:extLst>
              </a:tr>
            </a:tbl>
          </a:graphicData>
        </a:graphic>
      </p:graphicFrame>
      <p:grpSp>
        <p:nvGrpSpPr>
          <p:cNvPr id="8" name="Group 7">
            <a:extLst>
              <a:ext uri="{FF2B5EF4-FFF2-40B4-BE49-F238E27FC236}">
                <a16:creationId xmlns:a16="http://schemas.microsoft.com/office/drawing/2014/main" id="{AF5CCE1B-D99A-1336-2450-7327E638716D}"/>
              </a:ext>
            </a:extLst>
          </p:cNvPr>
          <p:cNvGrpSpPr/>
          <p:nvPr/>
        </p:nvGrpSpPr>
        <p:grpSpPr>
          <a:xfrm>
            <a:off x="838200" y="1468264"/>
            <a:ext cx="817645" cy="4531885"/>
            <a:chOff x="272373" y="1701579"/>
            <a:chExt cx="817645" cy="4531885"/>
          </a:xfrm>
        </p:grpSpPr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A69BF2E9-565F-6EE1-C321-B7818DC5AB66}"/>
                </a:ext>
              </a:extLst>
            </p:cNvPr>
            <p:cNvCxnSpPr>
              <a:cxnSpLocks/>
            </p:cNvCxnSpPr>
            <p:nvPr/>
          </p:nvCxnSpPr>
          <p:spPr>
            <a:xfrm>
              <a:off x="1081378" y="1701579"/>
              <a:ext cx="0" cy="4531885"/>
            </a:xfrm>
            <a:prstGeom prst="straightConnector1">
              <a:avLst/>
            </a:prstGeom>
            <a:ln w="31750">
              <a:solidFill>
                <a:schemeClr val="accent2">
                  <a:lumMod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E64884F1-D61E-3BAC-B30F-5D96DC3DB6F6}"/>
                </a:ext>
              </a:extLst>
            </p:cNvPr>
            <p:cNvSpPr txBox="1"/>
            <p:nvPr/>
          </p:nvSpPr>
          <p:spPr>
            <a:xfrm>
              <a:off x="272373" y="3501634"/>
              <a:ext cx="817645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b="1" dirty="0">
                  <a:solidFill>
                    <a:schemeClr val="accent2">
                      <a:lumMod val="50000"/>
                    </a:schemeClr>
                  </a:solidFill>
                  <a:latin typeface="Palatino Linotype" panose="02040502050505030304" pitchFamily="18" charset="0"/>
                </a:rPr>
                <a:t>Time</a:t>
              </a:r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ECFD15FE-A621-E806-CBE5-3AE4ADD792CD}"/>
              </a:ext>
            </a:extLst>
          </p:cNvPr>
          <p:cNvGrpSpPr/>
          <p:nvPr/>
        </p:nvGrpSpPr>
        <p:grpSpPr>
          <a:xfrm>
            <a:off x="8636081" y="1993996"/>
            <a:ext cx="544749" cy="505838"/>
            <a:chOff x="7694579" y="1916350"/>
            <a:chExt cx="544749" cy="505838"/>
          </a:xfrm>
        </p:grpSpPr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0666621D-CAAF-3355-BFAE-0572B3991AD9}"/>
                </a:ext>
              </a:extLst>
            </p:cNvPr>
            <p:cNvSpPr/>
            <p:nvPr/>
          </p:nvSpPr>
          <p:spPr>
            <a:xfrm>
              <a:off x="7694579" y="1916350"/>
              <a:ext cx="544749" cy="505838"/>
            </a:xfrm>
            <a:prstGeom prst="ellipse">
              <a:avLst/>
            </a:prstGeom>
            <a:noFill/>
            <a:ln w="254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B8987C94-4F0F-959E-BB3B-4261D466F357}"/>
                </a:ext>
              </a:extLst>
            </p:cNvPr>
            <p:cNvSpPr txBox="1"/>
            <p:nvPr/>
          </p:nvSpPr>
          <p:spPr>
            <a:xfrm>
              <a:off x="7751409" y="1969214"/>
              <a:ext cx="47000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>
                  <a:latin typeface="Palatino Linotype" panose="02040502050505030304" pitchFamily="18" charset="0"/>
                </a:rPr>
                <a:t>T1</a:t>
              </a: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477031E9-964B-9342-A997-8E71E041CF49}"/>
              </a:ext>
            </a:extLst>
          </p:cNvPr>
          <p:cNvGrpSpPr/>
          <p:nvPr/>
        </p:nvGrpSpPr>
        <p:grpSpPr>
          <a:xfrm>
            <a:off x="10570350" y="1993996"/>
            <a:ext cx="544749" cy="505838"/>
            <a:chOff x="7694579" y="1916350"/>
            <a:chExt cx="544749" cy="505838"/>
          </a:xfrm>
        </p:grpSpPr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78FE9A25-F6D0-36BA-AF9F-244644BE41C5}"/>
                </a:ext>
              </a:extLst>
            </p:cNvPr>
            <p:cNvSpPr/>
            <p:nvPr/>
          </p:nvSpPr>
          <p:spPr>
            <a:xfrm>
              <a:off x="7694579" y="1916350"/>
              <a:ext cx="544749" cy="505838"/>
            </a:xfrm>
            <a:prstGeom prst="ellipse">
              <a:avLst/>
            </a:prstGeom>
            <a:noFill/>
            <a:ln w="254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7586FEF6-4989-931D-50B7-6C2F5D8F46D3}"/>
                </a:ext>
              </a:extLst>
            </p:cNvPr>
            <p:cNvSpPr txBox="1"/>
            <p:nvPr/>
          </p:nvSpPr>
          <p:spPr>
            <a:xfrm>
              <a:off x="7751409" y="1969214"/>
              <a:ext cx="47000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>
                  <a:latin typeface="Palatino Linotype" panose="02040502050505030304" pitchFamily="18" charset="0"/>
                </a:rPr>
                <a:t>T2</a:t>
              </a:r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1740EEA0-5764-F659-2091-21C0777AB85A}"/>
              </a:ext>
            </a:extLst>
          </p:cNvPr>
          <p:cNvGrpSpPr/>
          <p:nvPr/>
        </p:nvGrpSpPr>
        <p:grpSpPr>
          <a:xfrm>
            <a:off x="9711074" y="3015400"/>
            <a:ext cx="544749" cy="505838"/>
            <a:chOff x="7694579" y="1916350"/>
            <a:chExt cx="544749" cy="505838"/>
          </a:xfrm>
        </p:grpSpPr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C1E139E5-0FA6-96B0-FAD9-D83AE4751EED}"/>
                </a:ext>
              </a:extLst>
            </p:cNvPr>
            <p:cNvSpPr/>
            <p:nvPr/>
          </p:nvSpPr>
          <p:spPr>
            <a:xfrm>
              <a:off x="7694579" y="1916350"/>
              <a:ext cx="544749" cy="505838"/>
            </a:xfrm>
            <a:prstGeom prst="ellipse">
              <a:avLst/>
            </a:prstGeom>
            <a:noFill/>
            <a:ln w="254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7B7F595D-8A44-59F5-332E-F1D17583D343}"/>
                </a:ext>
              </a:extLst>
            </p:cNvPr>
            <p:cNvSpPr txBox="1"/>
            <p:nvPr/>
          </p:nvSpPr>
          <p:spPr>
            <a:xfrm>
              <a:off x="7751409" y="1969214"/>
              <a:ext cx="47000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>
                  <a:latin typeface="Palatino Linotype" panose="02040502050505030304" pitchFamily="18" charset="0"/>
                </a:rPr>
                <a:t>T3</a:t>
              </a:r>
            </a:p>
          </p:txBody>
        </p:sp>
      </p:grpSp>
      <p:sp>
        <p:nvSpPr>
          <p:cNvPr id="20" name="Oval 19">
            <a:extLst>
              <a:ext uri="{FF2B5EF4-FFF2-40B4-BE49-F238E27FC236}">
                <a16:creationId xmlns:a16="http://schemas.microsoft.com/office/drawing/2014/main" id="{D1766A6C-F4B8-BA7D-2665-7C338FDDD3AE}"/>
              </a:ext>
            </a:extLst>
          </p:cNvPr>
          <p:cNvSpPr/>
          <p:nvPr/>
        </p:nvSpPr>
        <p:spPr>
          <a:xfrm>
            <a:off x="3842426" y="3015400"/>
            <a:ext cx="1381327" cy="413600"/>
          </a:xfrm>
          <a:prstGeom prst="ellipse">
            <a:avLst/>
          </a:prstGeom>
          <a:noFill/>
          <a:ln w="31750"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8008C83B-0F24-8784-6AD7-18352686C4F1}"/>
              </a:ext>
            </a:extLst>
          </p:cNvPr>
          <p:cNvSpPr/>
          <p:nvPr/>
        </p:nvSpPr>
        <p:spPr>
          <a:xfrm>
            <a:off x="5648528" y="4500489"/>
            <a:ext cx="1381327" cy="413600"/>
          </a:xfrm>
          <a:prstGeom prst="ellipse">
            <a:avLst/>
          </a:prstGeom>
          <a:noFill/>
          <a:ln w="31750"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B4F0558-AC5A-598A-9965-11252EE0952D}"/>
              </a:ext>
            </a:extLst>
          </p:cNvPr>
          <p:cNvSpPr txBox="1"/>
          <p:nvPr/>
        </p:nvSpPr>
        <p:spPr>
          <a:xfrm>
            <a:off x="3768228" y="5682407"/>
            <a:ext cx="387771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Palatino Linotype" panose="02040502050505030304" pitchFamily="18" charset="0"/>
              </a:rPr>
              <a:t>Blind Writes </a:t>
            </a:r>
            <a:r>
              <a:rPr lang="en-US" sz="2400" dirty="0">
                <a:latin typeface="Palatino Linotype" panose="02040502050505030304" pitchFamily="18" charset="0"/>
              </a:rPr>
              <a:t>as writes take place without reading.</a:t>
            </a: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44B12316-A0D9-AD7D-39F4-132A07D0E16D}"/>
              </a:ext>
            </a:extLst>
          </p:cNvPr>
          <p:cNvCxnSpPr/>
          <p:nvPr/>
        </p:nvCxnSpPr>
        <p:spPr>
          <a:xfrm>
            <a:off x="1247022" y="6538912"/>
            <a:ext cx="914400" cy="9144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415271E3-9574-76D1-26A4-7EE7DFF335BE}"/>
              </a:ext>
            </a:extLst>
          </p:cNvPr>
          <p:cNvCxnSpPr>
            <a:cxnSpLocks/>
          </p:cNvCxnSpPr>
          <p:nvPr/>
        </p:nvCxnSpPr>
        <p:spPr>
          <a:xfrm>
            <a:off x="4826490" y="3521238"/>
            <a:ext cx="0" cy="2117562"/>
          </a:xfrm>
          <a:prstGeom prst="straightConnector1">
            <a:avLst/>
          </a:prstGeom>
          <a:ln w="31750">
            <a:solidFill>
              <a:schemeClr val="accent4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60B6CB51-101B-7328-57E6-120979E2C3B9}"/>
              </a:ext>
            </a:extLst>
          </p:cNvPr>
          <p:cNvCxnSpPr>
            <a:cxnSpLocks/>
          </p:cNvCxnSpPr>
          <p:nvPr/>
        </p:nvCxnSpPr>
        <p:spPr>
          <a:xfrm flipH="1">
            <a:off x="4978890" y="4914089"/>
            <a:ext cx="669638" cy="724711"/>
          </a:xfrm>
          <a:prstGeom prst="straightConnector1">
            <a:avLst/>
          </a:prstGeom>
          <a:ln w="31750">
            <a:solidFill>
              <a:schemeClr val="accent4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30866864"/>
      </p:ext>
    </p:extLst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A7E2B0-E218-453C-2F7C-A399D08014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C73BA3-B2C9-D397-46FE-D45F7E2F78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905091"/>
          </a:xfrm>
        </p:spPr>
        <p:txBody>
          <a:bodyPr>
            <a:normAutofit/>
          </a:bodyPr>
          <a:lstStyle/>
          <a:p>
            <a:pPr algn="ctr"/>
            <a:r>
              <a:rPr lang="en-US" sz="4000" b="1" dirty="0">
                <a:latin typeface="Palatino Linotype" panose="02040502050505030304" pitchFamily="18" charset="0"/>
              </a:rPr>
              <a:t>View Serializability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932FB1E-1DE1-7B6E-5F3E-E6533164E8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07290" y="6356350"/>
            <a:ext cx="2743200" cy="365125"/>
          </a:xfrm>
        </p:spPr>
        <p:txBody>
          <a:bodyPr/>
          <a:lstStyle/>
          <a:p>
            <a:fld id="{D0FE24AB-0A3D-3945-A314-A55A03C76B7E}" type="slidenum">
              <a:rPr lang="en-US" smtClean="0">
                <a:latin typeface="Palatino Linotype" panose="02040502050505030304" pitchFamily="18" charset="0"/>
              </a:rPr>
              <a:t>111</a:t>
            </a:fld>
            <a:endParaRPr lang="en-US" dirty="0">
              <a:latin typeface="Palatino Linotype" panose="02040502050505030304" pitchFamily="18" charset="0"/>
            </a:endParaRP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BF2EED0D-28AC-4320-A2DB-DA6D866BCB7D}"/>
              </a:ext>
            </a:extLst>
          </p:cNvPr>
          <p:cNvGraphicFramePr>
            <a:graphicFrameLocks noGrp="1"/>
          </p:cNvGraphicFramePr>
          <p:nvPr/>
        </p:nvGraphicFramePr>
        <p:xfrm>
          <a:off x="2007040" y="1468264"/>
          <a:ext cx="5638900" cy="42350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47414">
                  <a:extLst>
                    <a:ext uri="{9D8B030D-6E8A-4147-A177-3AD203B41FA5}">
                      <a16:colId xmlns:a16="http://schemas.microsoft.com/office/drawing/2014/main" val="282134077"/>
                    </a:ext>
                  </a:extLst>
                </a:gridCol>
                <a:gridCol w="1845743">
                  <a:extLst>
                    <a:ext uri="{9D8B030D-6E8A-4147-A177-3AD203B41FA5}">
                      <a16:colId xmlns:a16="http://schemas.microsoft.com/office/drawing/2014/main" val="4206062769"/>
                    </a:ext>
                  </a:extLst>
                </a:gridCol>
                <a:gridCol w="1845743">
                  <a:extLst>
                    <a:ext uri="{9D8B030D-6E8A-4147-A177-3AD203B41FA5}">
                      <a16:colId xmlns:a16="http://schemas.microsoft.com/office/drawing/2014/main" val="213786926"/>
                    </a:ext>
                  </a:extLst>
                </a:gridCol>
              </a:tblGrid>
              <a:tr h="4235036">
                <a:tc>
                  <a:txBody>
                    <a:bodyPr/>
                    <a:lstStyle/>
                    <a:p>
                      <a:pPr algn="l"/>
                      <a:r>
                        <a:rPr lang="en-US" sz="2000" b="1" i="0" dirty="0">
                          <a:solidFill>
                            <a:schemeClr val="tx1"/>
                          </a:solidFill>
                          <a:latin typeface="Palatino Linotype" panose="02040502050505030304" pitchFamily="18" charset="0"/>
                        </a:rPr>
                        <a:t>T1:</a:t>
                      </a:r>
                    </a:p>
                    <a:p>
                      <a:pPr algn="l"/>
                      <a:endParaRPr lang="en-US" sz="2000" b="0" i="0" dirty="0">
                        <a:solidFill>
                          <a:schemeClr val="tx1"/>
                        </a:solidFill>
                        <a:latin typeface="Palatino Linotype" panose="02040502050505030304" pitchFamily="18" charset="0"/>
                      </a:endParaRPr>
                    </a:p>
                    <a:p>
                      <a:pPr algn="l"/>
                      <a:r>
                        <a:rPr lang="en-US" sz="2000" b="1" i="0" dirty="0">
                          <a:solidFill>
                            <a:schemeClr val="tx1"/>
                          </a:solidFill>
                          <a:latin typeface="Palatino Linotype" panose="02040502050505030304" pitchFamily="18" charset="0"/>
                        </a:rPr>
                        <a:t>Begin</a:t>
                      </a:r>
                    </a:p>
                    <a:p>
                      <a:pPr algn="l"/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read(</a:t>
                      </a:r>
                      <a:r>
                        <a:rPr lang="en-US" sz="2000" b="1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A</a:t>
                      </a:r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algn="l"/>
                      <a:endParaRPr lang="en-US" sz="2000" b="0" i="0" kern="1200" dirty="0">
                        <a:solidFill>
                          <a:schemeClr val="tx1"/>
                        </a:solidFill>
                        <a:effectLst/>
                        <a:latin typeface="Palatino Linotype" panose="02040502050505030304" pitchFamily="18" charset="0"/>
                        <a:ea typeface="+mn-ea"/>
                        <a:cs typeface="+mn-cs"/>
                      </a:endParaRPr>
                    </a:p>
                    <a:p>
                      <a:pPr algn="l"/>
                      <a:endParaRPr lang="en-US" sz="2000" b="0" i="0" kern="1200" dirty="0">
                        <a:solidFill>
                          <a:schemeClr val="tx1"/>
                        </a:solidFill>
                        <a:effectLst/>
                        <a:latin typeface="Palatino Linotype" panose="02040502050505030304" pitchFamily="18" charset="0"/>
                        <a:ea typeface="+mn-ea"/>
                        <a:cs typeface="+mn-cs"/>
                      </a:endParaRPr>
                    </a:p>
                    <a:p>
                      <a:pPr algn="l"/>
                      <a:endParaRPr lang="en-US" sz="2000" b="0" i="0" kern="1200" dirty="0">
                        <a:solidFill>
                          <a:schemeClr val="tx1"/>
                        </a:solidFill>
                        <a:effectLst/>
                        <a:latin typeface="Palatino Linotype" panose="02040502050505030304" pitchFamily="18" charset="0"/>
                        <a:ea typeface="+mn-ea"/>
                        <a:cs typeface="+mn-cs"/>
                      </a:endParaRPr>
                    </a:p>
                    <a:p>
                      <a:pPr algn="l"/>
                      <a:endParaRPr lang="en-US" sz="2000" b="0" i="0" kern="1200" dirty="0">
                        <a:solidFill>
                          <a:schemeClr val="tx1"/>
                        </a:solidFill>
                        <a:effectLst/>
                        <a:latin typeface="Palatino Linotype" panose="02040502050505030304" pitchFamily="18" charset="0"/>
                        <a:ea typeface="+mn-ea"/>
                        <a:cs typeface="+mn-cs"/>
                      </a:endParaRPr>
                    </a:p>
                    <a:p>
                      <a:pPr algn="l"/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write(</a:t>
                      </a:r>
                      <a:r>
                        <a:rPr lang="en-US" sz="2000" b="1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A</a:t>
                      </a:r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algn="l"/>
                      <a:r>
                        <a:rPr lang="en-US" sz="2000" b="1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End</a:t>
                      </a: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b="1" i="0" dirty="0">
                          <a:solidFill>
                            <a:schemeClr val="tx1"/>
                          </a:solidFill>
                          <a:latin typeface="Palatino Linotype" panose="02040502050505030304" pitchFamily="18" charset="0"/>
                        </a:rPr>
                        <a:t>T2:</a:t>
                      </a:r>
                    </a:p>
                    <a:p>
                      <a:pPr algn="l"/>
                      <a:endParaRPr lang="en-US" sz="2000" b="0" i="0" dirty="0">
                        <a:solidFill>
                          <a:schemeClr val="tx1"/>
                        </a:solidFill>
                        <a:latin typeface="Palatino Linotype" panose="02040502050505030304" pitchFamily="18" charset="0"/>
                      </a:endParaRPr>
                    </a:p>
                    <a:p>
                      <a:pPr algn="l"/>
                      <a:endParaRPr lang="en-US" sz="2000" b="0" i="0" dirty="0">
                        <a:solidFill>
                          <a:schemeClr val="tx1"/>
                        </a:solidFill>
                        <a:latin typeface="Palatino Linotype" panose="02040502050505030304" pitchFamily="18" charset="0"/>
                      </a:endParaRPr>
                    </a:p>
                    <a:p>
                      <a:pPr algn="l"/>
                      <a:endParaRPr lang="en-US" sz="2000" b="0" i="0" dirty="0">
                        <a:solidFill>
                          <a:schemeClr val="tx1"/>
                        </a:solidFill>
                        <a:latin typeface="Palatino Linotype" panose="02040502050505030304" pitchFamily="18" charset="0"/>
                      </a:endParaRPr>
                    </a:p>
                    <a:p>
                      <a:pPr algn="l"/>
                      <a:r>
                        <a:rPr lang="en-US" sz="2000" b="1" i="0" dirty="0">
                          <a:solidFill>
                            <a:schemeClr val="tx1"/>
                          </a:solidFill>
                          <a:latin typeface="Palatino Linotype" panose="02040502050505030304" pitchFamily="18" charset="0"/>
                        </a:rPr>
                        <a:t>Begin</a:t>
                      </a:r>
                      <a:endParaRPr lang="en-US" sz="2000" b="0" i="0" kern="1200" dirty="0">
                        <a:solidFill>
                          <a:schemeClr val="tx1"/>
                        </a:solidFill>
                        <a:effectLst/>
                        <a:latin typeface="Palatino Linotype" panose="02040502050505030304" pitchFamily="18" charset="0"/>
                        <a:ea typeface="+mn-ea"/>
                        <a:cs typeface="+mn-cs"/>
                      </a:endParaRPr>
                    </a:p>
                    <a:p>
                      <a:pPr algn="l"/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write(</a:t>
                      </a:r>
                      <a:r>
                        <a:rPr lang="en-US" sz="2000" b="1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A</a:t>
                      </a:r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algn="l"/>
                      <a:r>
                        <a:rPr lang="en-US" sz="2000" b="1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End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b="1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T3:</a:t>
                      </a:r>
                    </a:p>
                    <a:p>
                      <a:pPr algn="l"/>
                      <a:endParaRPr lang="en-US" sz="2000" b="1" i="0" kern="1200" dirty="0">
                        <a:solidFill>
                          <a:schemeClr val="tx1"/>
                        </a:solidFill>
                        <a:effectLst/>
                        <a:latin typeface="Palatino Linotype" panose="02040502050505030304" pitchFamily="18" charset="0"/>
                        <a:ea typeface="+mn-ea"/>
                        <a:cs typeface="+mn-cs"/>
                      </a:endParaRPr>
                    </a:p>
                    <a:p>
                      <a:pPr algn="l"/>
                      <a:endParaRPr lang="en-US" sz="2000" b="1" i="0" kern="1200" dirty="0">
                        <a:solidFill>
                          <a:schemeClr val="tx1"/>
                        </a:solidFill>
                        <a:effectLst/>
                        <a:latin typeface="Palatino Linotype" panose="02040502050505030304" pitchFamily="18" charset="0"/>
                        <a:ea typeface="+mn-ea"/>
                        <a:cs typeface="+mn-cs"/>
                      </a:endParaRPr>
                    </a:p>
                    <a:p>
                      <a:pPr algn="l"/>
                      <a:endParaRPr lang="en-US" sz="2000" b="1" i="0" kern="1200" dirty="0">
                        <a:solidFill>
                          <a:schemeClr val="tx1"/>
                        </a:solidFill>
                        <a:effectLst/>
                        <a:latin typeface="Palatino Linotype" panose="02040502050505030304" pitchFamily="18" charset="0"/>
                        <a:ea typeface="+mn-ea"/>
                        <a:cs typeface="+mn-cs"/>
                      </a:endParaRPr>
                    </a:p>
                    <a:p>
                      <a:pPr algn="l"/>
                      <a:endParaRPr lang="en-US" sz="2000" b="1" i="0" kern="1200" dirty="0">
                        <a:solidFill>
                          <a:schemeClr val="tx1"/>
                        </a:solidFill>
                        <a:effectLst/>
                        <a:latin typeface="Palatino Linotype" panose="02040502050505030304" pitchFamily="18" charset="0"/>
                        <a:ea typeface="+mn-ea"/>
                        <a:cs typeface="+mn-cs"/>
                      </a:endParaRPr>
                    </a:p>
                    <a:p>
                      <a:pPr algn="l"/>
                      <a:endParaRPr lang="en-US" sz="2000" b="1" i="0" dirty="0">
                        <a:solidFill>
                          <a:schemeClr val="tx1"/>
                        </a:solidFill>
                        <a:latin typeface="Palatino Linotype" panose="02040502050505030304" pitchFamily="18" charset="0"/>
                      </a:endParaRPr>
                    </a:p>
                    <a:p>
                      <a:pPr algn="l"/>
                      <a:endParaRPr lang="en-US" sz="2000" b="1" i="0" dirty="0">
                        <a:solidFill>
                          <a:schemeClr val="tx1"/>
                        </a:solidFill>
                        <a:latin typeface="Palatino Linotype" panose="02040502050505030304" pitchFamily="18" charset="0"/>
                      </a:endParaRPr>
                    </a:p>
                    <a:p>
                      <a:pPr algn="l"/>
                      <a:r>
                        <a:rPr lang="en-US" sz="2000" b="1" i="0" dirty="0">
                          <a:solidFill>
                            <a:schemeClr val="tx1"/>
                          </a:solidFill>
                          <a:latin typeface="Palatino Linotype" panose="02040502050505030304" pitchFamily="18" charset="0"/>
                        </a:rPr>
                        <a:t>Begin</a:t>
                      </a:r>
                    </a:p>
                    <a:p>
                      <a:pPr algn="l"/>
                      <a:endParaRPr lang="en-US" sz="2000" b="0" i="0" kern="1200" dirty="0">
                        <a:solidFill>
                          <a:schemeClr val="tx1"/>
                        </a:solidFill>
                        <a:effectLst/>
                        <a:latin typeface="Palatino Linotype" panose="02040502050505030304" pitchFamily="18" charset="0"/>
                        <a:ea typeface="+mn-ea"/>
                        <a:cs typeface="+mn-cs"/>
                      </a:endParaRPr>
                    </a:p>
                    <a:p>
                      <a:pPr algn="l"/>
                      <a:endParaRPr lang="en-US" sz="2000" b="0" i="0" kern="1200" dirty="0">
                        <a:solidFill>
                          <a:schemeClr val="tx1"/>
                        </a:solidFill>
                        <a:effectLst/>
                        <a:latin typeface="Palatino Linotype" panose="02040502050505030304" pitchFamily="18" charset="0"/>
                        <a:ea typeface="+mn-ea"/>
                        <a:cs typeface="+mn-cs"/>
                      </a:endParaRPr>
                    </a:p>
                    <a:p>
                      <a:pPr algn="l"/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write(</a:t>
                      </a:r>
                      <a:r>
                        <a:rPr lang="en-US" sz="2000" b="1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A</a:t>
                      </a:r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algn="l"/>
                      <a:r>
                        <a:rPr lang="en-US" sz="2000" b="1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End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7499455"/>
                  </a:ext>
                </a:extLst>
              </a:tr>
            </a:tbl>
          </a:graphicData>
        </a:graphic>
      </p:graphicFrame>
      <p:grpSp>
        <p:nvGrpSpPr>
          <p:cNvPr id="8" name="Group 7">
            <a:extLst>
              <a:ext uri="{FF2B5EF4-FFF2-40B4-BE49-F238E27FC236}">
                <a16:creationId xmlns:a16="http://schemas.microsoft.com/office/drawing/2014/main" id="{51038D1F-BA77-B999-1833-2952EDD3D6CE}"/>
              </a:ext>
            </a:extLst>
          </p:cNvPr>
          <p:cNvGrpSpPr/>
          <p:nvPr/>
        </p:nvGrpSpPr>
        <p:grpSpPr>
          <a:xfrm>
            <a:off x="838200" y="1468264"/>
            <a:ext cx="817645" cy="4531885"/>
            <a:chOff x="272373" y="1701579"/>
            <a:chExt cx="817645" cy="4531885"/>
          </a:xfrm>
        </p:grpSpPr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70E92B54-B20E-2689-BF39-AE228AD9727E}"/>
                </a:ext>
              </a:extLst>
            </p:cNvPr>
            <p:cNvCxnSpPr>
              <a:cxnSpLocks/>
            </p:cNvCxnSpPr>
            <p:nvPr/>
          </p:nvCxnSpPr>
          <p:spPr>
            <a:xfrm>
              <a:off x="1081378" y="1701579"/>
              <a:ext cx="0" cy="4531885"/>
            </a:xfrm>
            <a:prstGeom prst="straightConnector1">
              <a:avLst/>
            </a:prstGeom>
            <a:ln w="31750">
              <a:solidFill>
                <a:schemeClr val="accent2">
                  <a:lumMod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358B8846-3291-D7EE-3CCE-F26D4335650E}"/>
                </a:ext>
              </a:extLst>
            </p:cNvPr>
            <p:cNvSpPr txBox="1"/>
            <p:nvPr/>
          </p:nvSpPr>
          <p:spPr>
            <a:xfrm>
              <a:off x="272373" y="3501634"/>
              <a:ext cx="817645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b="1" dirty="0">
                  <a:solidFill>
                    <a:schemeClr val="accent2">
                      <a:lumMod val="50000"/>
                    </a:schemeClr>
                  </a:solidFill>
                  <a:latin typeface="Palatino Linotype" panose="02040502050505030304" pitchFamily="18" charset="0"/>
                </a:rPr>
                <a:t>Time</a:t>
              </a:r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AE5FA019-7E8C-E00B-75E9-F49B47F106DE}"/>
              </a:ext>
            </a:extLst>
          </p:cNvPr>
          <p:cNvGrpSpPr/>
          <p:nvPr/>
        </p:nvGrpSpPr>
        <p:grpSpPr>
          <a:xfrm>
            <a:off x="8636081" y="1993996"/>
            <a:ext cx="544749" cy="505838"/>
            <a:chOff x="7694579" y="1916350"/>
            <a:chExt cx="544749" cy="505838"/>
          </a:xfrm>
        </p:grpSpPr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677E91C1-6C71-74F9-D904-3A2CDA23A50B}"/>
                </a:ext>
              </a:extLst>
            </p:cNvPr>
            <p:cNvSpPr/>
            <p:nvPr/>
          </p:nvSpPr>
          <p:spPr>
            <a:xfrm>
              <a:off x="7694579" y="1916350"/>
              <a:ext cx="544749" cy="505838"/>
            </a:xfrm>
            <a:prstGeom prst="ellipse">
              <a:avLst/>
            </a:prstGeom>
            <a:noFill/>
            <a:ln w="254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6AA7CCF5-CAE7-535B-A2AD-86EAADBEFF12}"/>
                </a:ext>
              </a:extLst>
            </p:cNvPr>
            <p:cNvSpPr txBox="1"/>
            <p:nvPr/>
          </p:nvSpPr>
          <p:spPr>
            <a:xfrm>
              <a:off x="7751409" y="1969214"/>
              <a:ext cx="47000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>
                  <a:latin typeface="Palatino Linotype" panose="02040502050505030304" pitchFamily="18" charset="0"/>
                </a:rPr>
                <a:t>T1</a:t>
              </a: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F6B17CD5-4786-1943-7B8C-D0FB06C08E28}"/>
              </a:ext>
            </a:extLst>
          </p:cNvPr>
          <p:cNvGrpSpPr/>
          <p:nvPr/>
        </p:nvGrpSpPr>
        <p:grpSpPr>
          <a:xfrm>
            <a:off x="10570350" y="1993996"/>
            <a:ext cx="544749" cy="505838"/>
            <a:chOff x="7694579" y="1916350"/>
            <a:chExt cx="544749" cy="505838"/>
          </a:xfrm>
        </p:grpSpPr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6012081A-1A48-2230-AF87-8E302DDC76D7}"/>
                </a:ext>
              </a:extLst>
            </p:cNvPr>
            <p:cNvSpPr/>
            <p:nvPr/>
          </p:nvSpPr>
          <p:spPr>
            <a:xfrm>
              <a:off x="7694579" y="1916350"/>
              <a:ext cx="544749" cy="505838"/>
            </a:xfrm>
            <a:prstGeom prst="ellipse">
              <a:avLst/>
            </a:prstGeom>
            <a:noFill/>
            <a:ln w="254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FB013BF2-EEA9-1F6C-85B5-D5299A8F9B45}"/>
                </a:ext>
              </a:extLst>
            </p:cNvPr>
            <p:cNvSpPr txBox="1"/>
            <p:nvPr/>
          </p:nvSpPr>
          <p:spPr>
            <a:xfrm>
              <a:off x="7751409" y="1969214"/>
              <a:ext cx="47000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>
                  <a:latin typeface="Palatino Linotype" panose="02040502050505030304" pitchFamily="18" charset="0"/>
                </a:rPr>
                <a:t>T2</a:t>
              </a:r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BC7AFC1A-1514-6B84-36B1-61882832E0B0}"/>
              </a:ext>
            </a:extLst>
          </p:cNvPr>
          <p:cNvGrpSpPr/>
          <p:nvPr/>
        </p:nvGrpSpPr>
        <p:grpSpPr>
          <a:xfrm>
            <a:off x="9711074" y="3015400"/>
            <a:ext cx="544749" cy="505838"/>
            <a:chOff x="7694579" y="1916350"/>
            <a:chExt cx="544749" cy="505838"/>
          </a:xfrm>
        </p:grpSpPr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188BA285-3C2C-EC24-1F79-993F7532CE57}"/>
                </a:ext>
              </a:extLst>
            </p:cNvPr>
            <p:cNvSpPr/>
            <p:nvPr/>
          </p:nvSpPr>
          <p:spPr>
            <a:xfrm>
              <a:off x="7694579" y="1916350"/>
              <a:ext cx="544749" cy="505838"/>
            </a:xfrm>
            <a:prstGeom prst="ellipse">
              <a:avLst/>
            </a:prstGeom>
            <a:noFill/>
            <a:ln w="254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10C73648-9B6E-8281-2FC3-55DFFC257200}"/>
                </a:ext>
              </a:extLst>
            </p:cNvPr>
            <p:cNvSpPr txBox="1"/>
            <p:nvPr/>
          </p:nvSpPr>
          <p:spPr>
            <a:xfrm>
              <a:off x="7751409" y="1969214"/>
              <a:ext cx="47000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>
                  <a:latin typeface="Palatino Linotype" panose="02040502050505030304" pitchFamily="18" charset="0"/>
                </a:rPr>
                <a:t>T3</a:t>
              </a:r>
            </a:p>
          </p:txBody>
        </p:sp>
      </p:grp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D983A233-756F-3146-14CA-1C0C29358189}"/>
              </a:ext>
            </a:extLst>
          </p:cNvPr>
          <p:cNvCxnSpPr>
            <a:cxnSpLocks/>
          </p:cNvCxnSpPr>
          <p:nvPr/>
        </p:nvCxnSpPr>
        <p:spPr>
          <a:xfrm>
            <a:off x="2986391" y="2610889"/>
            <a:ext cx="1021405" cy="579783"/>
          </a:xfrm>
          <a:prstGeom prst="straightConnector1">
            <a:avLst/>
          </a:prstGeom>
          <a:ln w="31750">
            <a:solidFill>
              <a:srgbClr val="FF0000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2" name="Group 21">
            <a:extLst>
              <a:ext uri="{FF2B5EF4-FFF2-40B4-BE49-F238E27FC236}">
                <a16:creationId xmlns:a16="http://schemas.microsoft.com/office/drawing/2014/main" id="{52B7EF7F-012C-9B85-4269-F7E295752336}"/>
              </a:ext>
            </a:extLst>
          </p:cNvPr>
          <p:cNvGrpSpPr/>
          <p:nvPr/>
        </p:nvGrpSpPr>
        <p:grpSpPr>
          <a:xfrm>
            <a:off x="8941856" y="1627859"/>
            <a:ext cx="1744560" cy="304920"/>
            <a:chOff x="8941856" y="1627859"/>
            <a:chExt cx="1744560" cy="304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66DE62C4-9957-75EB-3105-22C248FC1FFD}"/>
                    </a:ext>
                  </a:extLst>
                </p14:cNvPr>
                <p14:cNvContentPartPr/>
                <p14:nvPr/>
              </p14:nvContentPartPr>
              <p14:xfrm>
                <a:off x="8941856" y="1627859"/>
                <a:ext cx="1744560" cy="28404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66DE62C4-9957-75EB-3105-22C248FC1FFD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8935736" y="1621739"/>
                  <a:ext cx="1756800" cy="29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9F2EBE68-142D-ECF9-8C00-CF2AFF798D98}"/>
                    </a:ext>
                  </a:extLst>
                </p14:cNvPr>
                <p14:cNvContentPartPr/>
                <p14:nvPr/>
              </p14:nvContentPartPr>
              <p14:xfrm>
                <a:off x="10458536" y="1748459"/>
                <a:ext cx="214200" cy="18432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9F2EBE68-142D-ECF9-8C00-CF2AFF798D98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10452416" y="1742339"/>
                  <a:ext cx="226440" cy="19656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713737649"/>
      </p:ext>
    </p:extLst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3E8ED1-3846-2455-3B0A-FB9DC035F6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45821D-46B4-B0F1-BDD3-A992FA1829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905091"/>
          </a:xfrm>
        </p:spPr>
        <p:txBody>
          <a:bodyPr>
            <a:normAutofit/>
          </a:bodyPr>
          <a:lstStyle/>
          <a:p>
            <a:pPr algn="ctr"/>
            <a:r>
              <a:rPr lang="en-US" sz="4000" b="1" dirty="0">
                <a:latin typeface="Palatino Linotype" panose="02040502050505030304" pitchFamily="18" charset="0"/>
              </a:rPr>
              <a:t>View Serializability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A4A0B9C-CDB5-8F3C-EA47-2CEA54595B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07290" y="6356350"/>
            <a:ext cx="2743200" cy="365125"/>
          </a:xfrm>
        </p:spPr>
        <p:txBody>
          <a:bodyPr/>
          <a:lstStyle/>
          <a:p>
            <a:fld id="{D0FE24AB-0A3D-3945-A314-A55A03C76B7E}" type="slidenum">
              <a:rPr lang="en-US" smtClean="0">
                <a:latin typeface="Palatino Linotype" panose="02040502050505030304" pitchFamily="18" charset="0"/>
              </a:rPr>
              <a:t>112</a:t>
            </a:fld>
            <a:endParaRPr lang="en-US" dirty="0">
              <a:latin typeface="Palatino Linotype" panose="02040502050505030304" pitchFamily="18" charset="0"/>
            </a:endParaRP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A28CD859-3A15-3F29-96FB-119CE8BAAD7F}"/>
              </a:ext>
            </a:extLst>
          </p:cNvPr>
          <p:cNvGraphicFramePr>
            <a:graphicFrameLocks noGrp="1"/>
          </p:cNvGraphicFramePr>
          <p:nvPr/>
        </p:nvGraphicFramePr>
        <p:xfrm>
          <a:off x="2007040" y="1468264"/>
          <a:ext cx="5638900" cy="42350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47414">
                  <a:extLst>
                    <a:ext uri="{9D8B030D-6E8A-4147-A177-3AD203B41FA5}">
                      <a16:colId xmlns:a16="http://schemas.microsoft.com/office/drawing/2014/main" val="282134077"/>
                    </a:ext>
                  </a:extLst>
                </a:gridCol>
                <a:gridCol w="1845743">
                  <a:extLst>
                    <a:ext uri="{9D8B030D-6E8A-4147-A177-3AD203B41FA5}">
                      <a16:colId xmlns:a16="http://schemas.microsoft.com/office/drawing/2014/main" val="4206062769"/>
                    </a:ext>
                  </a:extLst>
                </a:gridCol>
                <a:gridCol w="1845743">
                  <a:extLst>
                    <a:ext uri="{9D8B030D-6E8A-4147-A177-3AD203B41FA5}">
                      <a16:colId xmlns:a16="http://schemas.microsoft.com/office/drawing/2014/main" val="213786926"/>
                    </a:ext>
                  </a:extLst>
                </a:gridCol>
              </a:tblGrid>
              <a:tr h="4235036">
                <a:tc>
                  <a:txBody>
                    <a:bodyPr/>
                    <a:lstStyle/>
                    <a:p>
                      <a:pPr algn="l"/>
                      <a:r>
                        <a:rPr lang="en-US" sz="2000" b="1" i="0" dirty="0">
                          <a:solidFill>
                            <a:schemeClr val="tx1"/>
                          </a:solidFill>
                          <a:latin typeface="Palatino Linotype" panose="02040502050505030304" pitchFamily="18" charset="0"/>
                        </a:rPr>
                        <a:t>T1:</a:t>
                      </a:r>
                    </a:p>
                    <a:p>
                      <a:pPr algn="l"/>
                      <a:endParaRPr lang="en-US" sz="2000" b="0" i="0" dirty="0">
                        <a:solidFill>
                          <a:schemeClr val="tx1"/>
                        </a:solidFill>
                        <a:latin typeface="Palatino Linotype" panose="02040502050505030304" pitchFamily="18" charset="0"/>
                      </a:endParaRPr>
                    </a:p>
                    <a:p>
                      <a:pPr algn="l"/>
                      <a:r>
                        <a:rPr lang="en-US" sz="2000" b="1" i="0" dirty="0">
                          <a:solidFill>
                            <a:schemeClr val="tx1"/>
                          </a:solidFill>
                          <a:latin typeface="Palatino Linotype" panose="02040502050505030304" pitchFamily="18" charset="0"/>
                        </a:rPr>
                        <a:t>Begin</a:t>
                      </a:r>
                    </a:p>
                    <a:p>
                      <a:pPr algn="l"/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read(</a:t>
                      </a:r>
                      <a:r>
                        <a:rPr lang="en-US" sz="2000" b="1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A</a:t>
                      </a:r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algn="l"/>
                      <a:endParaRPr lang="en-US" sz="2000" b="0" i="0" kern="1200" dirty="0">
                        <a:solidFill>
                          <a:schemeClr val="tx1"/>
                        </a:solidFill>
                        <a:effectLst/>
                        <a:latin typeface="Palatino Linotype" panose="02040502050505030304" pitchFamily="18" charset="0"/>
                        <a:ea typeface="+mn-ea"/>
                        <a:cs typeface="+mn-cs"/>
                      </a:endParaRPr>
                    </a:p>
                    <a:p>
                      <a:pPr algn="l"/>
                      <a:endParaRPr lang="en-US" sz="2000" b="0" i="0" kern="1200" dirty="0">
                        <a:solidFill>
                          <a:schemeClr val="tx1"/>
                        </a:solidFill>
                        <a:effectLst/>
                        <a:latin typeface="Palatino Linotype" panose="02040502050505030304" pitchFamily="18" charset="0"/>
                        <a:ea typeface="+mn-ea"/>
                        <a:cs typeface="+mn-cs"/>
                      </a:endParaRPr>
                    </a:p>
                    <a:p>
                      <a:pPr algn="l"/>
                      <a:endParaRPr lang="en-US" sz="2000" b="0" i="0" kern="1200" dirty="0">
                        <a:solidFill>
                          <a:schemeClr val="tx1"/>
                        </a:solidFill>
                        <a:effectLst/>
                        <a:latin typeface="Palatino Linotype" panose="02040502050505030304" pitchFamily="18" charset="0"/>
                        <a:ea typeface="+mn-ea"/>
                        <a:cs typeface="+mn-cs"/>
                      </a:endParaRPr>
                    </a:p>
                    <a:p>
                      <a:pPr algn="l"/>
                      <a:endParaRPr lang="en-US" sz="2000" b="0" i="0" kern="1200" dirty="0">
                        <a:solidFill>
                          <a:schemeClr val="tx1"/>
                        </a:solidFill>
                        <a:effectLst/>
                        <a:latin typeface="Palatino Linotype" panose="02040502050505030304" pitchFamily="18" charset="0"/>
                        <a:ea typeface="+mn-ea"/>
                        <a:cs typeface="+mn-cs"/>
                      </a:endParaRPr>
                    </a:p>
                    <a:p>
                      <a:pPr algn="l"/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write(</a:t>
                      </a:r>
                      <a:r>
                        <a:rPr lang="en-US" sz="2000" b="1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A</a:t>
                      </a:r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algn="l"/>
                      <a:r>
                        <a:rPr lang="en-US" sz="2000" b="1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End</a:t>
                      </a: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b="1" i="0" dirty="0">
                          <a:solidFill>
                            <a:schemeClr val="tx1"/>
                          </a:solidFill>
                          <a:latin typeface="Palatino Linotype" panose="02040502050505030304" pitchFamily="18" charset="0"/>
                        </a:rPr>
                        <a:t>T2:</a:t>
                      </a:r>
                    </a:p>
                    <a:p>
                      <a:pPr algn="l"/>
                      <a:endParaRPr lang="en-US" sz="2000" b="0" i="0" dirty="0">
                        <a:solidFill>
                          <a:schemeClr val="tx1"/>
                        </a:solidFill>
                        <a:latin typeface="Palatino Linotype" panose="02040502050505030304" pitchFamily="18" charset="0"/>
                      </a:endParaRPr>
                    </a:p>
                    <a:p>
                      <a:pPr algn="l"/>
                      <a:endParaRPr lang="en-US" sz="2000" b="0" i="0" dirty="0">
                        <a:solidFill>
                          <a:schemeClr val="tx1"/>
                        </a:solidFill>
                        <a:latin typeface="Palatino Linotype" panose="02040502050505030304" pitchFamily="18" charset="0"/>
                      </a:endParaRPr>
                    </a:p>
                    <a:p>
                      <a:pPr algn="l"/>
                      <a:endParaRPr lang="en-US" sz="2000" b="0" i="0" dirty="0">
                        <a:solidFill>
                          <a:schemeClr val="tx1"/>
                        </a:solidFill>
                        <a:latin typeface="Palatino Linotype" panose="02040502050505030304" pitchFamily="18" charset="0"/>
                      </a:endParaRPr>
                    </a:p>
                    <a:p>
                      <a:pPr algn="l"/>
                      <a:r>
                        <a:rPr lang="en-US" sz="2000" b="1" i="0" dirty="0">
                          <a:solidFill>
                            <a:schemeClr val="tx1"/>
                          </a:solidFill>
                          <a:latin typeface="Palatino Linotype" panose="02040502050505030304" pitchFamily="18" charset="0"/>
                        </a:rPr>
                        <a:t>Begin</a:t>
                      </a:r>
                      <a:endParaRPr lang="en-US" sz="2000" b="0" i="0" kern="1200" dirty="0">
                        <a:solidFill>
                          <a:schemeClr val="tx1"/>
                        </a:solidFill>
                        <a:effectLst/>
                        <a:latin typeface="Palatino Linotype" panose="02040502050505030304" pitchFamily="18" charset="0"/>
                        <a:ea typeface="+mn-ea"/>
                        <a:cs typeface="+mn-cs"/>
                      </a:endParaRPr>
                    </a:p>
                    <a:p>
                      <a:pPr algn="l"/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write(</a:t>
                      </a:r>
                      <a:r>
                        <a:rPr lang="en-US" sz="2000" b="1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A</a:t>
                      </a:r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algn="l"/>
                      <a:r>
                        <a:rPr lang="en-US" sz="2000" b="1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End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b="1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T3:</a:t>
                      </a:r>
                    </a:p>
                    <a:p>
                      <a:pPr algn="l"/>
                      <a:endParaRPr lang="en-US" sz="2000" b="1" i="0" kern="1200" dirty="0">
                        <a:solidFill>
                          <a:schemeClr val="tx1"/>
                        </a:solidFill>
                        <a:effectLst/>
                        <a:latin typeface="Palatino Linotype" panose="02040502050505030304" pitchFamily="18" charset="0"/>
                        <a:ea typeface="+mn-ea"/>
                        <a:cs typeface="+mn-cs"/>
                      </a:endParaRPr>
                    </a:p>
                    <a:p>
                      <a:pPr algn="l"/>
                      <a:endParaRPr lang="en-US" sz="2000" b="1" i="0" kern="1200" dirty="0">
                        <a:solidFill>
                          <a:schemeClr val="tx1"/>
                        </a:solidFill>
                        <a:effectLst/>
                        <a:latin typeface="Palatino Linotype" panose="02040502050505030304" pitchFamily="18" charset="0"/>
                        <a:ea typeface="+mn-ea"/>
                        <a:cs typeface="+mn-cs"/>
                      </a:endParaRPr>
                    </a:p>
                    <a:p>
                      <a:pPr algn="l"/>
                      <a:endParaRPr lang="en-US" sz="2000" b="1" i="0" kern="1200" dirty="0">
                        <a:solidFill>
                          <a:schemeClr val="tx1"/>
                        </a:solidFill>
                        <a:effectLst/>
                        <a:latin typeface="Palatino Linotype" panose="02040502050505030304" pitchFamily="18" charset="0"/>
                        <a:ea typeface="+mn-ea"/>
                        <a:cs typeface="+mn-cs"/>
                      </a:endParaRPr>
                    </a:p>
                    <a:p>
                      <a:pPr algn="l"/>
                      <a:endParaRPr lang="en-US" sz="2000" b="1" i="0" kern="1200" dirty="0">
                        <a:solidFill>
                          <a:schemeClr val="tx1"/>
                        </a:solidFill>
                        <a:effectLst/>
                        <a:latin typeface="Palatino Linotype" panose="02040502050505030304" pitchFamily="18" charset="0"/>
                        <a:ea typeface="+mn-ea"/>
                        <a:cs typeface="+mn-cs"/>
                      </a:endParaRPr>
                    </a:p>
                    <a:p>
                      <a:pPr algn="l"/>
                      <a:endParaRPr lang="en-US" sz="2000" b="1" i="0" dirty="0">
                        <a:solidFill>
                          <a:schemeClr val="tx1"/>
                        </a:solidFill>
                        <a:latin typeface="Palatino Linotype" panose="02040502050505030304" pitchFamily="18" charset="0"/>
                      </a:endParaRPr>
                    </a:p>
                    <a:p>
                      <a:pPr algn="l"/>
                      <a:endParaRPr lang="en-US" sz="2000" b="1" i="0" dirty="0">
                        <a:solidFill>
                          <a:schemeClr val="tx1"/>
                        </a:solidFill>
                        <a:latin typeface="Palatino Linotype" panose="02040502050505030304" pitchFamily="18" charset="0"/>
                      </a:endParaRPr>
                    </a:p>
                    <a:p>
                      <a:pPr algn="l"/>
                      <a:r>
                        <a:rPr lang="en-US" sz="2000" b="1" i="0" dirty="0">
                          <a:solidFill>
                            <a:schemeClr val="tx1"/>
                          </a:solidFill>
                          <a:latin typeface="Palatino Linotype" panose="02040502050505030304" pitchFamily="18" charset="0"/>
                        </a:rPr>
                        <a:t>Begin</a:t>
                      </a:r>
                    </a:p>
                    <a:p>
                      <a:pPr algn="l"/>
                      <a:endParaRPr lang="en-US" sz="2000" b="0" i="0" kern="1200" dirty="0">
                        <a:solidFill>
                          <a:schemeClr val="tx1"/>
                        </a:solidFill>
                        <a:effectLst/>
                        <a:latin typeface="Palatino Linotype" panose="02040502050505030304" pitchFamily="18" charset="0"/>
                        <a:ea typeface="+mn-ea"/>
                        <a:cs typeface="+mn-cs"/>
                      </a:endParaRPr>
                    </a:p>
                    <a:p>
                      <a:pPr algn="l"/>
                      <a:endParaRPr lang="en-US" sz="2000" b="0" i="0" kern="1200" dirty="0">
                        <a:solidFill>
                          <a:schemeClr val="tx1"/>
                        </a:solidFill>
                        <a:effectLst/>
                        <a:latin typeface="Palatino Linotype" panose="02040502050505030304" pitchFamily="18" charset="0"/>
                        <a:ea typeface="+mn-ea"/>
                        <a:cs typeface="+mn-cs"/>
                      </a:endParaRPr>
                    </a:p>
                    <a:p>
                      <a:pPr algn="l"/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write(</a:t>
                      </a:r>
                      <a:r>
                        <a:rPr lang="en-US" sz="2000" b="1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A</a:t>
                      </a:r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algn="l"/>
                      <a:r>
                        <a:rPr lang="en-US" sz="2000" b="1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End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7499455"/>
                  </a:ext>
                </a:extLst>
              </a:tr>
            </a:tbl>
          </a:graphicData>
        </a:graphic>
      </p:graphicFrame>
      <p:grpSp>
        <p:nvGrpSpPr>
          <p:cNvPr id="8" name="Group 7">
            <a:extLst>
              <a:ext uri="{FF2B5EF4-FFF2-40B4-BE49-F238E27FC236}">
                <a16:creationId xmlns:a16="http://schemas.microsoft.com/office/drawing/2014/main" id="{51FDD4BF-6D52-DBBD-CD66-34031B634CBA}"/>
              </a:ext>
            </a:extLst>
          </p:cNvPr>
          <p:cNvGrpSpPr/>
          <p:nvPr/>
        </p:nvGrpSpPr>
        <p:grpSpPr>
          <a:xfrm>
            <a:off x="838200" y="1468264"/>
            <a:ext cx="817645" cy="4531885"/>
            <a:chOff x="272373" y="1701579"/>
            <a:chExt cx="817645" cy="4531885"/>
          </a:xfrm>
        </p:grpSpPr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FEDB6CA4-5033-8C6C-0C2E-5CB9ED2CE7B6}"/>
                </a:ext>
              </a:extLst>
            </p:cNvPr>
            <p:cNvCxnSpPr>
              <a:cxnSpLocks/>
            </p:cNvCxnSpPr>
            <p:nvPr/>
          </p:nvCxnSpPr>
          <p:spPr>
            <a:xfrm>
              <a:off x="1081378" y="1701579"/>
              <a:ext cx="0" cy="4531885"/>
            </a:xfrm>
            <a:prstGeom prst="straightConnector1">
              <a:avLst/>
            </a:prstGeom>
            <a:ln w="31750">
              <a:solidFill>
                <a:schemeClr val="accent2">
                  <a:lumMod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5FC60FAB-4D53-2647-A216-06A2594350C0}"/>
                </a:ext>
              </a:extLst>
            </p:cNvPr>
            <p:cNvSpPr txBox="1"/>
            <p:nvPr/>
          </p:nvSpPr>
          <p:spPr>
            <a:xfrm>
              <a:off x="272373" y="3501634"/>
              <a:ext cx="817645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b="1" dirty="0">
                  <a:solidFill>
                    <a:schemeClr val="accent2">
                      <a:lumMod val="50000"/>
                    </a:schemeClr>
                  </a:solidFill>
                  <a:latin typeface="Palatino Linotype" panose="02040502050505030304" pitchFamily="18" charset="0"/>
                </a:rPr>
                <a:t>Time</a:t>
              </a:r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87D62973-1DBA-8EE7-F312-8E0614C6613A}"/>
              </a:ext>
            </a:extLst>
          </p:cNvPr>
          <p:cNvGrpSpPr/>
          <p:nvPr/>
        </p:nvGrpSpPr>
        <p:grpSpPr>
          <a:xfrm>
            <a:off x="8636081" y="1993996"/>
            <a:ext cx="544749" cy="505838"/>
            <a:chOff x="7694579" y="1916350"/>
            <a:chExt cx="544749" cy="505838"/>
          </a:xfrm>
        </p:grpSpPr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C916AE24-6176-3062-56EB-982DF60B7E25}"/>
                </a:ext>
              </a:extLst>
            </p:cNvPr>
            <p:cNvSpPr/>
            <p:nvPr/>
          </p:nvSpPr>
          <p:spPr>
            <a:xfrm>
              <a:off x="7694579" y="1916350"/>
              <a:ext cx="544749" cy="505838"/>
            </a:xfrm>
            <a:prstGeom prst="ellipse">
              <a:avLst/>
            </a:prstGeom>
            <a:noFill/>
            <a:ln w="254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AAA8EED0-6602-0F12-9A3D-A5A2DDA19376}"/>
                </a:ext>
              </a:extLst>
            </p:cNvPr>
            <p:cNvSpPr txBox="1"/>
            <p:nvPr/>
          </p:nvSpPr>
          <p:spPr>
            <a:xfrm>
              <a:off x="7751409" y="1969214"/>
              <a:ext cx="47000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>
                  <a:latin typeface="Palatino Linotype" panose="02040502050505030304" pitchFamily="18" charset="0"/>
                </a:rPr>
                <a:t>T1</a:t>
              </a: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A8C429E6-3409-6D1B-3C44-EF5183408C98}"/>
              </a:ext>
            </a:extLst>
          </p:cNvPr>
          <p:cNvGrpSpPr/>
          <p:nvPr/>
        </p:nvGrpSpPr>
        <p:grpSpPr>
          <a:xfrm>
            <a:off x="10570350" y="1993996"/>
            <a:ext cx="544749" cy="505838"/>
            <a:chOff x="7694579" y="1916350"/>
            <a:chExt cx="544749" cy="505838"/>
          </a:xfrm>
        </p:grpSpPr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A2596B90-39AD-D0D1-3ECE-070024C59FF5}"/>
                </a:ext>
              </a:extLst>
            </p:cNvPr>
            <p:cNvSpPr/>
            <p:nvPr/>
          </p:nvSpPr>
          <p:spPr>
            <a:xfrm>
              <a:off x="7694579" y="1916350"/>
              <a:ext cx="544749" cy="505838"/>
            </a:xfrm>
            <a:prstGeom prst="ellipse">
              <a:avLst/>
            </a:prstGeom>
            <a:noFill/>
            <a:ln w="254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AAAAFB5D-7EAF-8B2B-7D39-38D3BB607A98}"/>
                </a:ext>
              </a:extLst>
            </p:cNvPr>
            <p:cNvSpPr txBox="1"/>
            <p:nvPr/>
          </p:nvSpPr>
          <p:spPr>
            <a:xfrm>
              <a:off x="7751409" y="1969214"/>
              <a:ext cx="47000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>
                  <a:latin typeface="Palatino Linotype" panose="02040502050505030304" pitchFamily="18" charset="0"/>
                </a:rPr>
                <a:t>T2</a:t>
              </a:r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3D2709EF-F7F1-D2DC-121D-984F67A2F1A0}"/>
              </a:ext>
            </a:extLst>
          </p:cNvPr>
          <p:cNvGrpSpPr/>
          <p:nvPr/>
        </p:nvGrpSpPr>
        <p:grpSpPr>
          <a:xfrm>
            <a:off x="9711074" y="3015400"/>
            <a:ext cx="544749" cy="505838"/>
            <a:chOff x="7694579" y="1916350"/>
            <a:chExt cx="544749" cy="505838"/>
          </a:xfrm>
        </p:grpSpPr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C429F0AD-1298-1339-3B22-996ECB4A33E3}"/>
                </a:ext>
              </a:extLst>
            </p:cNvPr>
            <p:cNvSpPr/>
            <p:nvPr/>
          </p:nvSpPr>
          <p:spPr>
            <a:xfrm>
              <a:off x="7694579" y="1916350"/>
              <a:ext cx="544749" cy="505838"/>
            </a:xfrm>
            <a:prstGeom prst="ellipse">
              <a:avLst/>
            </a:prstGeom>
            <a:noFill/>
            <a:ln w="254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C42360DD-13BA-C516-B9E0-DD66D6C06761}"/>
                </a:ext>
              </a:extLst>
            </p:cNvPr>
            <p:cNvSpPr txBox="1"/>
            <p:nvPr/>
          </p:nvSpPr>
          <p:spPr>
            <a:xfrm>
              <a:off x="7751409" y="1969214"/>
              <a:ext cx="47000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>
                  <a:latin typeface="Palatino Linotype" panose="02040502050505030304" pitchFamily="18" charset="0"/>
                </a:rPr>
                <a:t>T3</a:t>
              </a:r>
            </a:p>
          </p:txBody>
        </p:sp>
      </p:grp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21891AFE-E453-0099-7DEA-D8BBD0225CA1}"/>
              </a:ext>
            </a:extLst>
          </p:cNvPr>
          <p:cNvCxnSpPr>
            <a:cxnSpLocks/>
          </p:cNvCxnSpPr>
          <p:nvPr/>
        </p:nvCxnSpPr>
        <p:spPr>
          <a:xfrm>
            <a:off x="2986391" y="2610889"/>
            <a:ext cx="1021405" cy="579783"/>
          </a:xfrm>
          <a:prstGeom prst="straightConnector1">
            <a:avLst/>
          </a:prstGeom>
          <a:ln w="31750">
            <a:solidFill>
              <a:srgbClr val="FF0000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2" name="Group 21">
            <a:extLst>
              <a:ext uri="{FF2B5EF4-FFF2-40B4-BE49-F238E27FC236}">
                <a16:creationId xmlns:a16="http://schemas.microsoft.com/office/drawing/2014/main" id="{2B0DA784-C390-79FF-055C-F0271843D79B}"/>
              </a:ext>
            </a:extLst>
          </p:cNvPr>
          <p:cNvGrpSpPr/>
          <p:nvPr/>
        </p:nvGrpSpPr>
        <p:grpSpPr>
          <a:xfrm>
            <a:off x="8941856" y="1627859"/>
            <a:ext cx="1744560" cy="304920"/>
            <a:chOff x="8941856" y="1627859"/>
            <a:chExt cx="1744560" cy="304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EFE6FD86-D0D3-2E40-DB06-F3EB28939730}"/>
                    </a:ext>
                  </a:extLst>
                </p14:cNvPr>
                <p14:cNvContentPartPr/>
                <p14:nvPr/>
              </p14:nvContentPartPr>
              <p14:xfrm>
                <a:off x="8941856" y="1627859"/>
                <a:ext cx="1744560" cy="28404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EFE6FD86-D0D3-2E40-DB06-F3EB28939730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8935736" y="1621739"/>
                  <a:ext cx="1756800" cy="29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8F0A33FA-A292-1A87-203E-B8CA97C7B0A8}"/>
                    </a:ext>
                  </a:extLst>
                </p14:cNvPr>
                <p14:cNvContentPartPr/>
                <p14:nvPr/>
              </p14:nvContentPartPr>
              <p14:xfrm>
                <a:off x="10458536" y="1748459"/>
                <a:ext cx="214200" cy="18432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8F0A33FA-A292-1A87-203E-B8CA97C7B0A8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10452416" y="1742339"/>
                  <a:ext cx="226440" cy="196560"/>
                </a:xfrm>
                <a:prstGeom prst="rect">
                  <a:avLst/>
                </a:prstGeom>
              </p:spPr>
            </p:pic>
          </mc:Fallback>
        </mc:AlternateContent>
      </p:grp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2D717D9A-2D49-ABA9-C7D1-0C423CEEC8C5}"/>
              </a:ext>
            </a:extLst>
          </p:cNvPr>
          <p:cNvCxnSpPr>
            <a:cxnSpLocks/>
          </p:cNvCxnSpPr>
          <p:nvPr/>
        </p:nvCxnSpPr>
        <p:spPr>
          <a:xfrm>
            <a:off x="5074595" y="3268319"/>
            <a:ext cx="791184" cy="1371775"/>
          </a:xfrm>
          <a:prstGeom prst="straightConnector1">
            <a:avLst/>
          </a:prstGeom>
          <a:ln w="31750">
            <a:solidFill>
              <a:srgbClr val="FF0000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6" name="Group 25">
            <a:extLst>
              <a:ext uri="{FF2B5EF4-FFF2-40B4-BE49-F238E27FC236}">
                <a16:creationId xmlns:a16="http://schemas.microsoft.com/office/drawing/2014/main" id="{EC2E9519-1D9E-531F-601C-27B19E75E7CF}"/>
              </a:ext>
            </a:extLst>
          </p:cNvPr>
          <p:cNvGrpSpPr/>
          <p:nvPr/>
        </p:nvGrpSpPr>
        <p:grpSpPr>
          <a:xfrm>
            <a:off x="10312736" y="2573219"/>
            <a:ext cx="440640" cy="623160"/>
            <a:chOff x="10312736" y="2573219"/>
            <a:chExt cx="440640" cy="623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FB3C3782-C305-A94F-EB63-64FB21B145B6}"/>
                    </a:ext>
                  </a:extLst>
                </p14:cNvPr>
                <p14:cNvContentPartPr/>
                <p14:nvPr/>
              </p14:nvContentPartPr>
              <p14:xfrm>
                <a:off x="10320296" y="2573219"/>
                <a:ext cx="433080" cy="58716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FB3C3782-C305-A94F-EB63-64FB21B145B6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0314176" y="2567099"/>
                  <a:ext cx="445320" cy="59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63C29602-901F-E3A7-18DB-5CFA40A29899}"/>
                    </a:ext>
                  </a:extLst>
                </p14:cNvPr>
                <p14:cNvContentPartPr/>
                <p14:nvPr/>
              </p14:nvContentPartPr>
              <p14:xfrm>
                <a:off x="10312736" y="3013499"/>
                <a:ext cx="165240" cy="18288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63C29602-901F-E3A7-18DB-5CFA40A29899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0306616" y="3007379"/>
                  <a:ext cx="177480" cy="19512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810996023"/>
      </p:ext>
    </p:extLst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EEF8AF-DF5F-51E9-2171-F1CAEC121F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0D8105-83ED-FC6C-92F6-E046E8187D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905091"/>
          </a:xfrm>
        </p:spPr>
        <p:txBody>
          <a:bodyPr>
            <a:normAutofit/>
          </a:bodyPr>
          <a:lstStyle/>
          <a:p>
            <a:pPr algn="ctr"/>
            <a:r>
              <a:rPr lang="en-US" sz="4000" b="1" dirty="0">
                <a:latin typeface="Palatino Linotype" panose="02040502050505030304" pitchFamily="18" charset="0"/>
              </a:rPr>
              <a:t>View Serializability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E656E64-D858-788C-6997-E35563979B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07290" y="6356350"/>
            <a:ext cx="2743200" cy="365125"/>
          </a:xfrm>
        </p:spPr>
        <p:txBody>
          <a:bodyPr/>
          <a:lstStyle/>
          <a:p>
            <a:fld id="{D0FE24AB-0A3D-3945-A314-A55A03C76B7E}" type="slidenum">
              <a:rPr lang="en-US" smtClean="0">
                <a:latin typeface="Palatino Linotype" panose="02040502050505030304" pitchFamily="18" charset="0"/>
              </a:rPr>
              <a:t>113</a:t>
            </a:fld>
            <a:endParaRPr lang="en-US" dirty="0">
              <a:latin typeface="Palatino Linotype" panose="02040502050505030304" pitchFamily="18" charset="0"/>
            </a:endParaRP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2567112C-3B6F-0312-ECA7-B83982E2C658}"/>
              </a:ext>
            </a:extLst>
          </p:cNvPr>
          <p:cNvGraphicFramePr>
            <a:graphicFrameLocks noGrp="1"/>
          </p:cNvGraphicFramePr>
          <p:nvPr/>
        </p:nvGraphicFramePr>
        <p:xfrm>
          <a:off x="2007040" y="1468264"/>
          <a:ext cx="5638900" cy="42350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47414">
                  <a:extLst>
                    <a:ext uri="{9D8B030D-6E8A-4147-A177-3AD203B41FA5}">
                      <a16:colId xmlns:a16="http://schemas.microsoft.com/office/drawing/2014/main" val="282134077"/>
                    </a:ext>
                  </a:extLst>
                </a:gridCol>
                <a:gridCol w="1845743">
                  <a:extLst>
                    <a:ext uri="{9D8B030D-6E8A-4147-A177-3AD203B41FA5}">
                      <a16:colId xmlns:a16="http://schemas.microsoft.com/office/drawing/2014/main" val="4206062769"/>
                    </a:ext>
                  </a:extLst>
                </a:gridCol>
                <a:gridCol w="1845743">
                  <a:extLst>
                    <a:ext uri="{9D8B030D-6E8A-4147-A177-3AD203B41FA5}">
                      <a16:colId xmlns:a16="http://schemas.microsoft.com/office/drawing/2014/main" val="213786926"/>
                    </a:ext>
                  </a:extLst>
                </a:gridCol>
              </a:tblGrid>
              <a:tr h="4235036">
                <a:tc>
                  <a:txBody>
                    <a:bodyPr/>
                    <a:lstStyle/>
                    <a:p>
                      <a:pPr algn="l"/>
                      <a:r>
                        <a:rPr lang="en-US" sz="2000" b="1" i="0" dirty="0">
                          <a:solidFill>
                            <a:schemeClr val="tx1"/>
                          </a:solidFill>
                          <a:latin typeface="Palatino Linotype" panose="02040502050505030304" pitchFamily="18" charset="0"/>
                        </a:rPr>
                        <a:t>T1:</a:t>
                      </a:r>
                    </a:p>
                    <a:p>
                      <a:pPr algn="l"/>
                      <a:endParaRPr lang="en-US" sz="2000" b="0" i="0" dirty="0">
                        <a:solidFill>
                          <a:schemeClr val="tx1"/>
                        </a:solidFill>
                        <a:latin typeface="Palatino Linotype" panose="02040502050505030304" pitchFamily="18" charset="0"/>
                      </a:endParaRPr>
                    </a:p>
                    <a:p>
                      <a:pPr algn="l"/>
                      <a:r>
                        <a:rPr lang="en-US" sz="2000" b="1" i="0" dirty="0">
                          <a:solidFill>
                            <a:schemeClr val="tx1"/>
                          </a:solidFill>
                          <a:latin typeface="Palatino Linotype" panose="02040502050505030304" pitchFamily="18" charset="0"/>
                        </a:rPr>
                        <a:t>Begin</a:t>
                      </a:r>
                    </a:p>
                    <a:p>
                      <a:pPr algn="l"/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read(</a:t>
                      </a:r>
                      <a:r>
                        <a:rPr lang="en-US" sz="2000" b="1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A</a:t>
                      </a:r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algn="l"/>
                      <a:endParaRPr lang="en-US" sz="2000" b="0" i="0" kern="1200" dirty="0">
                        <a:solidFill>
                          <a:schemeClr val="tx1"/>
                        </a:solidFill>
                        <a:effectLst/>
                        <a:latin typeface="Palatino Linotype" panose="02040502050505030304" pitchFamily="18" charset="0"/>
                        <a:ea typeface="+mn-ea"/>
                        <a:cs typeface="+mn-cs"/>
                      </a:endParaRPr>
                    </a:p>
                    <a:p>
                      <a:pPr algn="l"/>
                      <a:endParaRPr lang="en-US" sz="2000" b="0" i="0" kern="1200" dirty="0">
                        <a:solidFill>
                          <a:schemeClr val="tx1"/>
                        </a:solidFill>
                        <a:effectLst/>
                        <a:latin typeface="Palatino Linotype" panose="02040502050505030304" pitchFamily="18" charset="0"/>
                        <a:ea typeface="+mn-ea"/>
                        <a:cs typeface="+mn-cs"/>
                      </a:endParaRPr>
                    </a:p>
                    <a:p>
                      <a:pPr algn="l"/>
                      <a:endParaRPr lang="en-US" sz="2000" b="0" i="0" kern="1200" dirty="0">
                        <a:solidFill>
                          <a:schemeClr val="tx1"/>
                        </a:solidFill>
                        <a:effectLst/>
                        <a:latin typeface="Palatino Linotype" panose="02040502050505030304" pitchFamily="18" charset="0"/>
                        <a:ea typeface="+mn-ea"/>
                        <a:cs typeface="+mn-cs"/>
                      </a:endParaRPr>
                    </a:p>
                    <a:p>
                      <a:pPr algn="l"/>
                      <a:endParaRPr lang="en-US" sz="2000" b="0" i="0" kern="1200" dirty="0">
                        <a:solidFill>
                          <a:schemeClr val="tx1"/>
                        </a:solidFill>
                        <a:effectLst/>
                        <a:latin typeface="Palatino Linotype" panose="02040502050505030304" pitchFamily="18" charset="0"/>
                        <a:ea typeface="+mn-ea"/>
                        <a:cs typeface="+mn-cs"/>
                      </a:endParaRPr>
                    </a:p>
                    <a:p>
                      <a:pPr algn="l"/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write(</a:t>
                      </a:r>
                      <a:r>
                        <a:rPr lang="en-US" sz="2000" b="1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A</a:t>
                      </a:r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algn="l"/>
                      <a:r>
                        <a:rPr lang="en-US" sz="2000" b="1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End</a:t>
                      </a: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b="1" i="0" dirty="0">
                          <a:solidFill>
                            <a:schemeClr val="tx1"/>
                          </a:solidFill>
                          <a:latin typeface="Palatino Linotype" panose="02040502050505030304" pitchFamily="18" charset="0"/>
                        </a:rPr>
                        <a:t>T2:</a:t>
                      </a:r>
                    </a:p>
                    <a:p>
                      <a:pPr algn="l"/>
                      <a:endParaRPr lang="en-US" sz="2000" b="0" i="0" dirty="0">
                        <a:solidFill>
                          <a:schemeClr val="tx1"/>
                        </a:solidFill>
                        <a:latin typeface="Palatino Linotype" panose="02040502050505030304" pitchFamily="18" charset="0"/>
                      </a:endParaRPr>
                    </a:p>
                    <a:p>
                      <a:pPr algn="l"/>
                      <a:endParaRPr lang="en-US" sz="2000" b="0" i="0" dirty="0">
                        <a:solidFill>
                          <a:schemeClr val="tx1"/>
                        </a:solidFill>
                        <a:latin typeface="Palatino Linotype" panose="02040502050505030304" pitchFamily="18" charset="0"/>
                      </a:endParaRPr>
                    </a:p>
                    <a:p>
                      <a:pPr algn="l"/>
                      <a:endParaRPr lang="en-US" sz="2000" b="0" i="0" dirty="0">
                        <a:solidFill>
                          <a:schemeClr val="tx1"/>
                        </a:solidFill>
                        <a:latin typeface="Palatino Linotype" panose="02040502050505030304" pitchFamily="18" charset="0"/>
                      </a:endParaRPr>
                    </a:p>
                    <a:p>
                      <a:pPr algn="l"/>
                      <a:r>
                        <a:rPr lang="en-US" sz="2000" b="1" i="0" dirty="0">
                          <a:solidFill>
                            <a:schemeClr val="tx1"/>
                          </a:solidFill>
                          <a:latin typeface="Palatino Linotype" panose="02040502050505030304" pitchFamily="18" charset="0"/>
                        </a:rPr>
                        <a:t>Begin</a:t>
                      </a:r>
                      <a:endParaRPr lang="en-US" sz="2000" b="0" i="0" kern="1200" dirty="0">
                        <a:solidFill>
                          <a:schemeClr val="tx1"/>
                        </a:solidFill>
                        <a:effectLst/>
                        <a:latin typeface="Palatino Linotype" panose="02040502050505030304" pitchFamily="18" charset="0"/>
                        <a:ea typeface="+mn-ea"/>
                        <a:cs typeface="+mn-cs"/>
                      </a:endParaRPr>
                    </a:p>
                    <a:p>
                      <a:pPr algn="l"/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write(</a:t>
                      </a:r>
                      <a:r>
                        <a:rPr lang="en-US" sz="2000" b="1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A</a:t>
                      </a:r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algn="l"/>
                      <a:r>
                        <a:rPr lang="en-US" sz="2000" b="1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End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b="1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T3:</a:t>
                      </a:r>
                    </a:p>
                    <a:p>
                      <a:pPr algn="l"/>
                      <a:endParaRPr lang="en-US" sz="2000" b="1" i="0" kern="1200" dirty="0">
                        <a:solidFill>
                          <a:schemeClr val="tx1"/>
                        </a:solidFill>
                        <a:effectLst/>
                        <a:latin typeface="Palatino Linotype" panose="02040502050505030304" pitchFamily="18" charset="0"/>
                        <a:ea typeface="+mn-ea"/>
                        <a:cs typeface="+mn-cs"/>
                      </a:endParaRPr>
                    </a:p>
                    <a:p>
                      <a:pPr algn="l"/>
                      <a:endParaRPr lang="en-US" sz="2000" b="1" i="0" kern="1200" dirty="0">
                        <a:solidFill>
                          <a:schemeClr val="tx1"/>
                        </a:solidFill>
                        <a:effectLst/>
                        <a:latin typeface="Palatino Linotype" panose="02040502050505030304" pitchFamily="18" charset="0"/>
                        <a:ea typeface="+mn-ea"/>
                        <a:cs typeface="+mn-cs"/>
                      </a:endParaRPr>
                    </a:p>
                    <a:p>
                      <a:pPr algn="l"/>
                      <a:endParaRPr lang="en-US" sz="2000" b="1" i="0" kern="1200" dirty="0">
                        <a:solidFill>
                          <a:schemeClr val="tx1"/>
                        </a:solidFill>
                        <a:effectLst/>
                        <a:latin typeface="Palatino Linotype" panose="02040502050505030304" pitchFamily="18" charset="0"/>
                        <a:ea typeface="+mn-ea"/>
                        <a:cs typeface="+mn-cs"/>
                      </a:endParaRPr>
                    </a:p>
                    <a:p>
                      <a:pPr algn="l"/>
                      <a:endParaRPr lang="en-US" sz="2000" b="1" i="0" kern="1200" dirty="0">
                        <a:solidFill>
                          <a:schemeClr val="tx1"/>
                        </a:solidFill>
                        <a:effectLst/>
                        <a:latin typeface="Palatino Linotype" panose="02040502050505030304" pitchFamily="18" charset="0"/>
                        <a:ea typeface="+mn-ea"/>
                        <a:cs typeface="+mn-cs"/>
                      </a:endParaRPr>
                    </a:p>
                    <a:p>
                      <a:pPr algn="l"/>
                      <a:endParaRPr lang="en-US" sz="2000" b="1" i="0" dirty="0">
                        <a:solidFill>
                          <a:schemeClr val="tx1"/>
                        </a:solidFill>
                        <a:latin typeface="Palatino Linotype" panose="02040502050505030304" pitchFamily="18" charset="0"/>
                      </a:endParaRPr>
                    </a:p>
                    <a:p>
                      <a:pPr algn="l"/>
                      <a:endParaRPr lang="en-US" sz="2000" b="1" i="0" dirty="0">
                        <a:solidFill>
                          <a:schemeClr val="tx1"/>
                        </a:solidFill>
                        <a:latin typeface="Palatino Linotype" panose="02040502050505030304" pitchFamily="18" charset="0"/>
                      </a:endParaRPr>
                    </a:p>
                    <a:p>
                      <a:pPr algn="l"/>
                      <a:r>
                        <a:rPr lang="en-US" sz="2000" b="1" i="0" dirty="0">
                          <a:solidFill>
                            <a:schemeClr val="tx1"/>
                          </a:solidFill>
                          <a:latin typeface="Palatino Linotype" panose="02040502050505030304" pitchFamily="18" charset="0"/>
                        </a:rPr>
                        <a:t>Begin</a:t>
                      </a:r>
                    </a:p>
                    <a:p>
                      <a:pPr algn="l"/>
                      <a:endParaRPr lang="en-US" sz="2000" b="0" i="0" kern="1200" dirty="0">
                        <a:solidFill>
                          <a:schemeClr val="tx1"/>
                        </a:solidFill>
                        <a:effectLst/>
                        <a:latin typeface="Palatino Linotype" panose="02040502050505030304" pitchFamily="18" charset="0"/>
                        <a:ea typeface="+mn-ea"/>
                        <a:cs typeface="+mn-cs"/>
                      </a:endParaRPr>
                    </a:p>
                    <a:p>
                      <a:pPr algn="l"/>
                      <a:endParaRPr lang="en-US" sz="2000" b="0" i="0" kern="1200" dirty="0">
                        <a:solidFill>
                          <a:schemeClr val="tx1"/>
                        </a:solidFill>
                        <a:effectLst/>
                        <a:latin typeface="Palatino Linotype" panose="02040502050505030304" pitchFamily="18" charset="0"/>
                        <a:ea typeface="+mn-ea"/>
                        <a:cs typeface="+mn-cs"/>
                      </a:endParaRPr>
                    </a:p>
                    <a:p>
                      <a:pPr algn="l"/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write(</a:t>
                      </a:r>
                      <a:r>
                        <a:rPr lang="en-US" sz="2000" b="1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A</a:t>
                      </a:r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algn="l"/>
                      <a:r>
                        <a:rPr lang="en-US" sz="2000" b="1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End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7499455"/>
                  </a:ext>
                </a:extLst>
              </a:tr>
            </a:tbl>
          </a:graphicData>
        </a:graphic>
      </p:graphicFrame>
      <p:grpSp>
        <p:nvGrpSpPr>
          <p:cNvPr id="8" name="Group 7">
            <a:extLst>
              <a:ext uri="{FF2B5EF4-FFF2-40B4-BE49-F238E27FC236}">
                <a16:creationId xmlns:a16="http://schemas.microsoft.com/office/drawing/2014/main" id="{ACC342E4-351D-AD24-CD05-7A901AD19559}"/>
              </a:ext>
            </a:extLst>
          </p:cNvPr>
          <p:cNvGrpSpPr/>
          <p:nvPr/>
        </p:nvGrpSpPr>
        <p:grpSpPr>
          <a:xfrm>
            <a:off x="838200" y="1468264"/>
            <a:ext cx="817645" cy="4531885"/>
            <a:chOff x="272373" y="1701579"/>
            <a:chExt cx="817645" cy="4531885"/>
          </a:xfrm>
        </p:grpSpPr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7D725D65-1D33-B7AE-AD53-283A0F4755ED}"/>
                </a:ext>
              </a:extLst>
            </p:cNvPr>
            <p:cNvCxnSpPr>
              <a:cxnSpLocks/>
            </p:cNvCxnSpPr>
            <p:nvPr/>
          </p:nvCxnSpPr>
          <p:spPr>
            <a:xfrm>
              <a:off x="1081378" y="1701579"/>
              <a:ext cx="0" cy="4531885"/>
            </a:xfrm>
            <a:prstGeom prst="straightConnector1">
              <a:avLst/>
            </a:prstGeom>
            <a:ln w="31750">
              <a:solidFill>
                <a:schemeClr val="accent2">
                  <a:lumMod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252E57B7-252E-13F3-D338-A61B0A228786}"/>
                </a:ext>
              </a:extLst>
            </p:cNvPr>
            <p:cNvSpPr txBox="1"/>
            <p:nvPr/>
          </p:nvSpPr>
          <p:spPr>
            <a:xfrm>
              <a:off x="272373" y="3501634"/>
              <a:ext cx="817645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b="1" dirty="0">
                  <a:solidFill>
                    <a:schemeClr val="accent2">
                      <a:lumMod val="50000"/>
                    </a:schemeClr>
                  </a:solidFill>
                  <a:latin typeface="Palatino Linotype" panose="02040502050505030304" pitchFamily="18" charset="0"/>
                </a:rPr>
                <a:t>Time</a:t>
              </a:r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B640766B-E51F-A02C-8BE2-CFE13B8C9D2B}"/>
              </a:ext>
            </a:extLst>
          </p:cNvPr>
          <p:cNvGrpSpPr/>
          <p:nvPr/>
        </p:nvGrpSpPr>
        <p:grpSpPr>
          <a:xfrm>
            <a:off x="8636081" y="1993996"/>
            <a:ext cx="544749" cy="505838"/>
            <a:chOff x="7694579" y="1916350"/>
            <a:chExt cx="544749" cy="505838"/>
          </a:xfrm>
        </p:grpSpPr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18B4899E-C33B-B1C5-6417-AEA9DADF5CF4}"/>
                </a:ext>
              </a:extLst>
            </p:cNvPr>
            <p:cNvSpPr/>
            <p:nvPr/>
          </p:nvSpPr>
          <p:spPr>
            <a:xfrm>
              <a:off x="7694579" y="1916350"/>
              <a:ext cx="544749" cy="505838"/>
            </a:xfrm>
            <a:prstGeom prst="ellipse">
              <a:avLst/>
            </a:prstGeom>
            <a:noFill/>
            <a:ln w="254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86E90667-EAC6-96DA-F895-6C0107E3180D}"/>
                </a:ext>
              </a:extLst>
            </p:cNvPr>
            <p:cNvSpPr txBox="1"/>
            <p:nvPr/>
          </p:nvSpPr>
          <p:spPr>
            <a:xfrm>
              <a:off x="7751409" y="1969214"/>
              <a:ext cx="47000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>
                  <a:latin typeface="Palatino Linotype" panose="02040502050505030304" pitchFamily="18" charset="0"/>
                </a:rPr>
                <a:t>T1</a:t>
              </a: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2E084768-FC29-F9A8-86A1-4EC8AAC0D574}"/>
              </a:ext>
            </a:extLst>
          </p:cNvPr>
          <p:cNvGrpSpPr/>
          <p:nvPr/>
        </p:nvGrpSpPr>
        <p:grpSpPr>
          <a:xfrm>
            <a:off x="10570350" y="1993996"/>
            <a:ext cx="544749" cy="505838"/>
            <a:chOff x="7694579" y="1916350"/>
            <a:chExt cx="544749" cy="505838"/>
          </a:xfrm>
        </p:grpSpPr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B0D25DE2-31B9-158B-FB69-C97568DA7859}"/>
                </a:ext>
              </a:extLst>
            </p:cNvPr>
            <p:cNvSpPr/>
            <p:nvPr/>
          </p:nvSpPr>
          <p:spPr>
            <a:xfrm>
              <a:off x="7694579" y="1916350"/>
              <a:ext cx="544749" cy="505838"/>
            </a:xfrm>
            <a:prstGeom prst="ellipse">
              <a:avLst/>
            </a:prstGeom>
            <a:noFill/>
            <a:ln w="254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C70DAE69-221E-C9DC-FA7E-FB48EDB90C37}"/>
                </a:ext>
              </a:extLst>
            </p:cNvPr>
            <p:cNvSpPr txBox="1"/>
            <p:nvPr/>
          </p:nvSpPr>
          <p:spPr>
            <a:xfrm>
              <a:off x="7751409" y="1969214"/>
              <a:ext cx="47000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>
                  <a:latin typeface="Palatino Linotype" panose="02040502050505030304" pitchFamily="18" charset="0"/>
                </a:rPr>
                <a:t>T2</a:t>
              </a:r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4B3ACE69-043B-843C-3368-78379A2DEBBA}"/>
              </a:ext>
            </a:extLst>
          </p:cNvPr>
          <p:cNvGrpSpPr/>
          <p:nvPr/>
        </p:nvGrpSpPr>
        <p:grpSpPr>
          <a:xfrm>
            <a:off x="9711074" y="3015400"/>
            <a:ext cx="544749" cy="505838"/>
            <a:chOff x="7694579" y="1916350"/>
            <a:chExt cx="544749" cy="505838"/>
          </a:xfrm>
        </p:grpSpPr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6798B4C4-AFC9-F356-88E0-D9A4E0DCD44C}"/>
                </a:ext>
              </a:extLst>
            </p:cNvPr>
            <p:cNvSpPr/>
            <p:nvPr/>
          </p:nvSpPr>
          <p:spPr>
            <a:xfrm>
              <a:off x="7694579" y="1916350"/>
              <a:ext cx="544749" cy="505838"/>
            </a:xfrm>
            <a:prstGeom prst="ellipse">
              <a:avLst/>
            </a:prstGeom>
            <a:noFill/>
            <a:ln w="254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D4E0DF36-FC76-553F-8AD8-2E43FB37C587}"/>
                </a:ext>
              </a:extLst>
            </p:cNvPr>
            <p:cNvSpPr txBox="1"/>
            <p:nvPr/>
          </p:nvSpPr>
          <p:spPr>
            <a:xfrm>
              <a:off x="7751409" y="1969214"/>
              <a:ext cx="47000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>
                  <a:latin typeface="Palatino Linotype" panose="02040502050505030304" pitchFamily="18" charset="0"/>
                </a:rPr>
                <a:t>T3</a:t>
              </a:r>
            </a:p>
          </p:txBody>
        </p:sp>
      </p:grp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711959CB-D055-FE46-8574-4DAD2660C3F0}"/>
              </a:ext>
            </a:extLst>
          </p:cNvPr>
          <p:cNvCxnSpPr>
            <a:cxnSpLocks/>
          </p:cNvCxnSpPr>
          <p:nvPr/>
        </p:nvCxnSpPr>
        <p:spPr>
          <a:xfrm>
            <a:off x="2986391" y="2610889"/>
            <a:ext cx="1021405" cy="579783"/>
          </a:xfrm>
          <a:prstGeom prst="straightConnector1">
            <a:avLst/>
          </a:prstGeom>
          <a:ln w="31750">
            <a:solidFill>
              <a:srgbClr val="FF0000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2" name="Group 21">
            <a:extLst>
              <a:ext uri="{FF2B5EF4-FFF2-40B4-BE49-F238E27FC236}">
                <a16:creationId xmlns:a16="http://schemas.microsoft.com/office/drawing/2014/main" id="{4F0BD289-1242-DBA7-00C4-BE7BA012E99B}"/>
              </a:ext>
            </a:extLst>
          </p:cNvPr>
          <p:cNvGrpSpPr/>
          <p:nvPr/>
        </p:nvGrpSpPr>
        <p:grpSpPr>
          <a:xfrm>
            <a:off x="8941856" y="1627859"/>
            <a:ext cx="1744560" cy="304920"/>
            <a:chOff x="8941856" y="1627859"/>
            <a:chExt cx="1744560" cy="304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3AE8CE0B-C823-F783-D2E5-50F0BEBE40A3}"/>
                    </a:ext>
                  </a:extLst>
                </p14:cNvPr>
                <p14:cNvContentPartPr/>
                <p14:nvPr/>
              </p14:nvContentPartPr>
              <p14:xfrm>
                <a:off x="8941856" y="1627859"/>
                <a:ext cx="1744560" cy="28404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3AE8CE0B-C823-F783-D2E5-50F0BEBE40A3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8935736" y="1621739"/>
                  <a:ext cx="1756800" cy="29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304E77B8-F667-AC04-67F0-970F4D73C604}"/>
                    </a:ext>
                  </a:extLst>
                </p14:cNvPr>
                <p14:cNvContentPartPr/>
                <p14:nvPr/>
              </p14:nvContentPartPr>
              <p14:xfrm>
                <a:off x="10458536" y="1748459"/>
                <a:ext cx="214200" cy="18432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304E77B8-F667-AC04-67F0-970F4D73C604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10452416" y="1742339"/>
                  <a:ext cx="226440" cy="196560"/>
                </a:xfrm>
                <a:prstGeom prst="rect">
                  <a:avLst/>
                </a:prstGeom>
              </p:spPr>
            </p:pic>
          </mc:Fallback>
        </mc:AlternateContent>
      </p:grp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6B92AA79-9375-53FE-B09E-2B1FEE54623D}"/>
              </a:ext>
            </a:extLst>
          </p:cNvPr>
          <p:cNvCxnSpPr>
            <a:cxnSpLocks/>
          </p:cNvCxnSpPr>
          <p:nvPr/>
        </p:nvCxnSpPr>
        <p:spPr>
          <a:xfrm>
            <a:off x="5074595" y="3268319"/>
            <a:ext cx="791184" cy="1371775"/>
          </a:xfrm>
          <a:prstGeom prst="straightConnector1">
            <a:avLst/>
          </a:prstGeom>
          <a:ln w="31750">
            <a:solidFill>
              <a:srgbClr val="FF0000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6" name="Group 25">
            <a:extLst>
              <a:ext uri="{FF2B5EF4-FFF2-40B4-BE49-F238E27FC236}">
                <a16:creationId xmlns:a16="http://schemas.microsoft.com/office/drawing/2014/main" id="{38C8A1D0-D78E-125B-19ED-13F2EB74B5E2}"/>
              </a:ext>
            </a:extLst>
          </p:cNvPr>
          <p:cNvGrpSpPr/>
          <p:nvPr/>
        </p:nvGrpSpPr>
        <p:grpSpPr>
          <a:xfrm>
            <a:off x="10312736" y="2573219"/>
            <a:ext cx="440640" cy="623160"/>
            <a:chOff x="10312736" y="2573219"/>
            <a:chExt cx="440640" cy="623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431CF55F-897F-C247-7A23-4D788177C871}"/>
                    </a:ext>
                  </a:extLst>
                </p14:cNvPr>
                <p14:cNvContentPartPr/>
                <p14:nvPr/>
              </p14:nvContentPartPr>
              <p14:xfrm>
                <a:off x="10320296" y="2573219"/>
                <a:ext cx="433080" cy="58716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431CF55F-897F-C247-7A23-4D788177C871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0314176" y="2567099"/>
                  <a:ext cx="445320" cy="59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56D8F671-2C79-1B93-D52F-4DFA1593E335}"/>
                    </a:ext>
                  </a:extLst>
                </p14:cNvPr>
                <p14:cNvContentPartPr/>
                <p14:nvPr/>
              </p14:nvContentPartPr>
              <p14:xfrm>
                <a:off x="10312736" y="3013499"/>
                <a:ext cx="165240" cy="18288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56D8F671-2C79-1B93-D52F-4DFA1593E335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0306616" y="3007379"/>
                  <a:ext cx="177480" cy="195120"/>
                </a:xfrm>
                <a:prstGeom prst="rect">
                  <a:avLst/>
                </a:prstGeom>
              </p:spPr>
            </p:pic>
          </mc:Fallback>
        </mc:AlternateContent>
      </p:grp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67C7107F-C538-A22F-47F9-E53A570B44AE}"/>
              </a:ext>
            </a:extLst>
          </p:cNvPr>
          <p:cNvCxnSpPr>
            <a:cxnSpLocks/>
          </p:cNvCxnSpPr>
          <p:nvPr/>
        </p:nvCxnSpPr>
        <p:spPr>
          <a:xfrm flipH="1">
            <a:off x="3030115" y="3258591"/>
            <a:ext cx="966162" cy="695615"/>
          </a:xfrm>
          <a:prstGeom prst="straightConnector1">
            <a:avLst/>
          </a:prstGeom>
          <a:ln w="31750">
            <a:solidFill>
              <a:srgbClr val="FF0000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0" name="Group 29">
            <a:extLst>
              <a:ext uri="{FF2B5EF4-FFF2-40B4-BE49-F238E27FC236}">
                <a16:creationId xmlns:a16="http://schemas.microsoft.com/office/drawing/2014/main" id="{60E9E599-D538-1930-E5E9-839AD6479284}"/>
              </a:ext>
            </a:extLst>
          </p:cNvPr>
          <p:cNvGrpSpPr/>
          <p:nvPr/>
        </p:nvGrpSpPr>
        <p:grpSpPr>
          <a:xfrm>
            <a:off x="9153176" y="2411939"/>
            <a:ext cx="1358280" cy="298440"/>
            <a:chOff x="9153176" y="2411939"/>
            <a:chExt cx="1358280" cy="298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B5753042-C405-5058-AF42-AA34034E3D2B}"/>
                    </a:ext>
                  </a:extLst>
                </p14:cNvPr>
                <p14:cNvContentPartPr/>
                <p14:nvPr/>
              </p14:nvContentPartPr>
              <p14:xfrm>
                <a:off x="9153176" y="2432819"/>
                <a:ext cx="1358280" cy="18864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B5753042-C405-5058-AF42-AA34034E3D2B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9147056" y="2426699"/>
                  <a:ext cx="1370520" cy="20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4E17D4C2-B7FA-6C01-B26E-B4C7E3E42E97}"/>
                    </a:ext>
                  </a:extLst>
                </p14:cNvPr>
                <p14:cNvContentPartPr/>
                <p14:nvPr/>
              </p14:nvContentPartPr>
              <p14:xfrm>
                <a:off x="9167576" y="2411939"/>
                <a:ext cx="230040" cy="29844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4E17D4C2-B7FA-6C01-B26E-B4C7E3E42E97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9161456" y="2405819"/>
                  <a:ext cx="242280" cy="31068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762319850"/>
      </p:ext>
    </p:extLst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566143-5D9F-2E65-F659-D9B1B54925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DFFFCD-EBE8-A3D5-2C8B-8B7B9195C9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905091"/>
          </a:xfrm>
        </p:spPr>
        <p:txBody>
          <a:bodyPr>
            <a:normAutofit/>
          </a:bodyPr>
          <a:lstStyle/>
          <a:p>
            <a:pPr algn="ctr"/>
            <a:r>
              <a:rPr lang="en-US" sz="4000" b="1" dirty="0">
                <a:latin typeface="Palatino Linotype" panose="02040502050505030304" pitchFamily="18" charset="0"/>
              </a:rPr>
              <a:t>View Serializability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DF2C48-991A-4DA3-7589-58BC54B5A9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07290" y="6356350"/>
            <a:ext cx="2743200" cy="365125"/>
          </a:xfrm>
        </p:spPr>
        <p:txBody>
          <a:bodyPr/>
          <a:lstStyle/>
          <a:p>
            <a:fld id="{D0FE24AB-0A3D-3945-A314-A55A03C76B7E}" type="slidenum">
              <a:rPr lang="en-US" smtClean="0">
                <a:latin typeface="Palatino Linotype" panose="02040502050505030304" pitchFamily="18" charset="0"/>
              </a:rPr>
              <a:t>114</a:t>
            </a:fld>
            <a:endParaRPr lang="en-US" dirty="0">
              <a:latin typeface="Palatino Linotype" panose="02040502050505030304" pitchFamily="18" charset="0"/>
            </a:endParaRP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A23ADA59-98A2-07A7-CBF7-A9DE3CA04506}"/>
              </a:ext>
            </a:extLst>
          </p:cNvPr>
          <p:cNvGraphicFramePr>
            <a:graphicFrameLocks noGrp="1"/>
          </p:cNvGraphicFramePr>
          <p:nvPr/>
        </p:nvGraphicFramePr>
        <p:xfrm>
          <a:off x="2007040" y="1468264"/>
          <a:ext cx="5638900" cy="42350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47414">
                  <a:extLst>
                    <a:ext uri="{9D8B030D-6E8A-4147-A177-3AD203B41FA5}">
                      <a16:colId xmlns:a16="http://schemas.microsoft.com/office/drawing/2014/main" val="282134077"/>
                    </a:ext>
                  </a:extLst>
                </a:gridCol>
                <a:gridCol w="1845743">
                  <a:extLst>
                    <a:ext uri="{9D8B030D-6E8A-4147-A177-3AD203B41FA5}">
                      <a16:colId xmlns:a16="http://schemas.microsoft.com/office/drawing/2014/main" val="4206062769"/>
                    </a:ext>
                  </a:extLst>
                </a:gridCol>
                <a:gridCol w="1845743">
                  <a:extLst>
                    <a:ext uri="{9D8B030D-6E8A-4147-A177-3AD203B41FA5}">
                      <a16:colId xmlns:a16="http://schemas.microsoft.com/office/drawing/2014/main" val="213786926"/>
                    </a:ext>
                  </a:extLst>
                </a:gridCol>
              </a:tblGrid>
              <a:tr h="4235036">
                <a:tc>
                  <a:txBody>
                    <a:bodyPr/>
                    <a:lstStyle/>
                    <a:p>
                      <a:pPr algn="l"/>
                      <a:r>
                        <a:rPr lang="en-US" sz="2000" b="1" i="0" dirty="0">
                          <a:solidFill>
                            <a:schemeClr val="tx1"/>
                          </a:solidFill>
                          <a:latin typeface="Palatino Linotype" panose="02040502050505030304" pitchFamily="18" charset="0"/>
                        </a:rPr>
                        <a:t>T1:</a:t>
                      </a:r>
                    </a:p>
                    <a:p>
                      <a:pPr algn="l"/>
                      <a:endParaRPr lang="en-US" sz="2000" b="0" i="0" dirty="0">
                        <a:solidFill>
                          <a:schemeClr val="tx1"/>
                        </a:solidFill>
                        <a:latin typeface="Palatino Linotype" panose="02040502050505030304" pitchFamily="18" charset="0"/>
                      </a:endParaRPr>
                    </a:p>
                    <a:p>
                      <a:pPr algn="l"/>
                      <a:r>
                        <a:rPr lang="en-US" sz="2000" b="1" i="0" dirty="0">
                          <a:solidFill>
                            <a:schemeClr val="tx1"/>
                          </a:solidFill>
                          <a:latin typeface="Palatino Linotype" panose="02040502050505030304" pitchFamily="18" charset="0"/>
                        </a:rPr>
                        <a:t>Begin</a:t>
                      </a:r>
                    </a:p>
                    <a:p>
                      <a:pPr algn="l"/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read(</a:t>
                      </a:r>
                      <a:r>
                        <a:rPr lang="en-US" sz="2000" b="1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A</a:t>
                      </a:r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algn="l"/>
                      <a:endParaRPr lang="en-US" sz="2000" b="0" i="0" kern="1200" dirty="0">
                        <a:solidFill>
                          <a:schemeClr val="tx1"/>
                        </a:solidFill>
                        <a:effectLst/>
                        <a:latin typeface="Palatino Linotype" panose="02040502050505030304" pitchFamily="18" charset="0"/>
                        <a:ea typeface="+mn-ea"/>
                        <a:cs typeface="+mn-cs"/>
                      </a:endParaRPr>
                    </a:p>
                    <a:p>
                      <a:pPr algn="l"/>
                      <a:endParaRPr lang="en-US" sz="2000" b="0" i="0" kern="1200" dirty="0">
                        <a:solidFill>
                          <a:schemeClr val="tx1"/>
                        </a:solidFill>
                        <a:effectLst/>
                        <a:latin typeface="Palatino Linotype" panose="02040502050505030304" pitchFamily="18" charset="0"/>
                        <a:ea typeface="+mn-ea"/>
                        <a:cs typeface="+mn-cs"/>
                      </a:endParaRPr>
                    </a:p>
                    <a:p>
                      <a:pPr algn="l"/>
                      <a:endParaRPr lang="en-US" sz="2000" b="0" i="0" kern="1200" dirty="0">
                        <a:solidFill>
                          <a:schemeClr val="tx1"/>
                        </a:solidFill>
                        <a:effectLst/>
                        <a:latin typeface="Palatino Linotype" panose="02040502050505030304" pitchFamily="18" charset="0"/>
                        <a:ea typeface="+mn-ea"/>
                        <a:cs typeface="+mn-cs"/>
                      </a:endParaRPr>
                    </a:p>
                    <a:p>
                      <a:pPr algn="l"/>
                      <a:endParaRPr lang="en-US" sz="2000" b="0" i="0" kern="1200" dirty="0">
                        <a:solidFill>
                          <a:schemeClr val="tx1"/>
                        </a:solidFill>
                        <a:effectLst/>
                        <a:latin typeface="Palatino Linotype" panose="02040502050505030304" pitchFamily="18" charset="0"/>
                        <a:ea typeface="+mn-ea"/>
                        <a:cs typeface="+mn-cs"/>
                      </a:endParaRPr>
                    </a:p>
                    <a:p>
                      <a:pPr algn="l"/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write(</a:t>
                      </a:r>
                      <a:r>
                        <a:rPr lang="en-US" sz="2000" b="1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A</a:t>
                      </a:r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algn="l"/>
                      <a:r>
                        <a:rPr lang="en-US" sz="2000" b="1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End</a:t>
                      </a: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b="1" i="0" dirty="0">
                          <a:solidFill>
                            <a:schemeClr val="tx1"/>
                          </a:solidFill>
                          <a:latin typeface="Palatino Linotype" panose="02040502050505030304" pitchFamily="18" charset="0"/>
                        </a:rPr>
                        <a:t>T2:</a:t>
                      </a:r>
                    </a:p>
                    <a:p>
                      <a:pPr algn="l"/>
                      <a:endParaRPr lang="en-US" sz="2000" b="0" i="0" dirty="0">
                        <a:solidFill>
                          <a:schemeClr val="tx1"/>
                        </a:solidFill>
                        <a:latin typeface="Palatino Linotype" panose="02040502050505030304" pitchFamily="18" charset="0"/>
                      </a:endParaRPr>
                    </a:p>
                    <a:p>
                      <a:pPr algn="l"/>
                      <a:endParaRPr lang="en-US" sz="2000" b="0" i="0" dirty="0">
                        <a:solidFill>
                          <a:schemeClr val="tx1"/>
                        </a:solidFill>
                        <a:latin typeface="Palatino Linotype" panose="02040502050505030304" pitchFamily="18" charset="0"/>
                      </a:endParaRPr>
                    </a:p>
                    <a:p>
                      <a:pPr algn="l"/>
                      <a:endParaRPr lang="en-US" sz="2000" b="0" i="0" dirty="0">
                        <a:solidFill>
                          <a:schemeClr val="tx1"/>
                        </a:solidFill>
                        <a:latin typeface="Palatino Linotype" panose="02040502050505030304" pitchFamily="18" charset="0"/>
                      </a:endParaRPr>
                    </a:p>
                    <a:p>
                      <a:pPr algn="l"/>
                      <a:r>
                        <a:rPr lang="en-US" sz="2000" b="1" i="0" dirty="0">
                          <a:solidFill>
                            <a:schemeClr val="tx1"/>
                          </a:solidFill>
                          <a:latin typeface="Palatino Linotype" panose="02040502050505030304" pitchFamily="18" charset="0"/>
                        </a:rPr>
                        <a:t>Begin</a:t>
                      </a:r>
                      <a:endParaRPr lang="en-US" sz="2000" b="0" i="0" kern="1200" dirty="0">
                        <a:solidFill>
                          <a:schemeClr val="tx1"/>
                        </a:solidFill>
                        <a:effectLst/>
                        <a:latin typeface="Palatino Linotype" panose="02040502050505030304" pitchFamily="18" charset="0"/>
                        <a:ea typeface="+mn-ea"/>
                        <a:cs typeface="+mn-cs"/>
                      </a:endParaRPr>
                    </a:p>
                    <a:p>
                      <a:pPr algn="l"/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write(</a:t>
                      </a:r>
                      <a:r>
                        <a:rPr lang="en-US" sz="2000" b="1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A</a:t>
                      </a:r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algn="l"/>
                      <a:r>
                        <a:rPr lang="en-US" sz="2000" b="1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End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b="1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T3:</a:t>
                      </a:r>
                    </a:p>
                    <a:p>
                      <a:pPr algn="l"/>
                      <a:endParaRPr lang="en-US" sz="2000" b="1" i="0" kern="1200" dirty="0">
                        <a:solidFill>
                          <a:schemeClr val="tx1"/>
                        </a:solidFill>
                        <a:effectLst/>
                        <a:latin typeface="Palatino Linotype" panose="02040502050505030304" pitchFamily="18" charset="0"/>
                        <a:ea typeface="+mn-ea"/>
                        <a:cs typeface="+mn-cs"/>
                      </a:endParaRPr>
                    </a:p>
                    <a:p>
                      <a:pPr algn="l"/>
                      <a:endParaRPr lang="en-US" sz="2000" b="1" i="0" kern="1200" dirty="0">
                        <a:solidFill>
                          <a:schemeClr val="tx1"/>
                        </a:solidFill>
                        <a:effectLst/>
                        <a:latin typeface="Palatino Linotype" panose="02040502050505030304" pitchFamily="18" charset="0"/>
                        <a:ea typeface="+mn-ea"/>
                        <a:cs typeface="+mn-cs"/>
                      </a:endParaRPr>
                    </a:p>
                    <a:p>
                      <a:pPr algn="l"/>
                      <a:endParaRPr lang="en-US" sz="2000" b="1" i="0" kern="1200" dirty="0">
                        <a:solidFill>
                          <a:schemeClr val="tx1"/>
                        </a:solidFill>
                        <a:effectLst/>
                        <a:latin typeface="Palatino Linotype" panose="02040502050505030304" pitchFamily="18" charset="0"/>
                        <a:ea typeface="+mn-ea"/>
                        <a:cs typeface="+mn-cs"/>
                      </a:endParaRPr>
                    </a:p>
                    <a:p>
                      <a:pPr algn="l"/>
                      <a:endParaRPr lang="en-US" sz="2000" b="1" i="0" kern="1200" dirty="0">
                        <a:solidFill>
                          <a:schemeClr val="tx1"/>
                        </a:solidFill>
                        <a:effectLst/>
                        <a:latin typeface="Palatino Linotype" panose="02040502050505030304" pitchFamily="18" charset="0"/>
                        <a:ea typeface="+mn-ea"/>
                        <a:cs typeface="+mn-cs"/>
                      </a:endParaRPr>
                    </a:p>
                    <a:p>
                      <a:pPr algn="l"/>
                      <a:endParaRPr lang="en-US" sz="2000" b="1" i="0" dirty="0">
                        <a:solidFill>
                          <a:schemeClr val="tx1"/>
                        </a:solidFill>
                        <a:latin typeface="Palatino Linotype" panose="02040502050505030304" pitchFamily="18" charset="0"/>
                      </a:endParaRPr>
                    </a:p>
                    <a:p>
                      <a:pPr algn="l"/>
                      <a:endParaRPr lang="en-US" sz="2000" b="1" i="0" dirty="0">
                        <a:solidFill>
                          <a:schemeClr val="tx1"/>
                        </a:solidFill>
                        <a:latin typeface="Palatino Linotype" panose="02040502050505030304" pitchFamily="18" charset="0"/>
                      </a:endParaRPr>
                    </a:p>
                    <a:p>
                      <a:pPr algn="l"/>
                      <a:r>
                        <a:rPr lang="en-US" sz="2000" b="1" i="0" dirty="0">
                          <a:solidFill>
                            <a:schemeClr val="tx1"/>
                          </a:solidFill>
                          <a:latin typeface="Palatino Linotype" panose="02040502050505030304" pitchFamily="18" charset="0"/>
                        </a:rPr>
                        <a:t>Begin</a:t>
                      </a:r>
                    </a:p>
                    <a:p>
                      <a:pPr algn="l"/>
                      <a:endParaRPr lang="en-US" sz="2000" b="0" i="0" kern="1200" dirty="0">
                        <a:solidFill>
                          <a:schemeClr val="tx1"/>
                        </a:solidFill>
                        <a:effectLst/>
                        <a:latin typeface="Palatino Linotype" panose="02040502050505030304" pitchFamily="18" charset="0"/>
                        <a:ea typeface="+mn-ea"/>
                        <a:cs typeface="+mn-cs"/>
                      </a:endParaRPr>
                    </a:p>
                    <a:p>
                      <a:pPr algn="l"/>
                      <a:endParaRPr lang="en-US" sz="2000" b="0" i="0" kern="1200" dirty="0">
                        <a:solidFill>
                          <a:schemeClr val="tx1"/>
                        </a:solidFill>
                        <a:effectLst/>
                        <a:latin typeface="Palatino Linotype" panose="02040502050505030304" pitchFamily="18" charset="0"/>
                        <a:ea typeface="+mn-ea"/>
                        <a:cs typeface="+mn-cs"/>
                      </a:endParaRPr>
                    </a:p>
                    <a:p>
                      <a:pPr algn="l"/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write(</a:t>
                      </a:r>
                      <a:r>
                        <a:rPr lang="en-US" sz="2000" b="1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A</a:t>
                      </a:r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algn="l"/>
                      <a:r>
                        <a:rPr lang="en-US" sz="2000" b="1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End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7499455"/>
                  </a:ext>
                </a:extLst>
              </a:tr>
            </a:tbl>
          </a:graphicData>
        </a:graphic>
      </p:graphicFrame>
      <p:grpSp>
        <p:nvGrpSpPr>
          <p:cNvPr id="8" name="Group 7">
            <a:extLst>
              <a:ext uri="{FF2B5EF4-FFF2-40B4-BE49-F238E27FC236}">
                <a16:creationId xmlns:a16="http://schemas.microsoft.com/office/drawing/2014/main" id="{B126377F-C0FC-027D-AABA-8C68F48FEFCE}"/>
              </a:ext>
            </a:extLst>
          </p:cNvPr>
          <p:cNvGrpSpPr/>
          <p:nvPr/>
        </p:nvGrpSpPr>
        <p:grpSpPr>
          <a:xfrm>
            <a:off x="838200" y="1468264"/>
            <a:ext cx="817645" cy="4531885"/>
            <a:chOff x="272373" y="1701579"/>
            <a:chExt cx="817645" cy="4531885"/>
          </a:xfrm>
        </p:grpSpPr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7220DE20-9F89-1983-84B1-ED9BA923B51A}"/>
                </a:ext>
              </a:extLst>
            </p:cNvPr>
            <p:cNvCxnSpPr>
              <a:cxnSpLocks/>
            </p:cNvCxnSpPr>
            <p:nvPr/>
          </p:nvCxnSpPr>
          <p:spPr>
            <a:xfrm>
              <a:off x="1081378" y="1701579"/>
              <a:ext cx="0" cy="4531885"/>
            </a:xfrm>
            <a:prstGeom prst="straightConnector1">
              <a:avLst/>
            </a:prstGeom>
            <a:ln w="31750">
              <a:solidFill>
                <a:schemeClr val="accent2">
                  <a:lumMod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73C40ACC-463A-10A0-10C1-180E4A1A750F}"/>
                </a:ext>
              </a:extLst>
            </p:cNvPr>
            <p:cNvSpPr txBox="1"/>
            <p:nvPr/>
          </p:nvSpPr>
          <p:spPr>
            <a:xfrm>
              <a:off x="272373" y="3501634"/>
              <a:ext cx="817645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b="1" dirty="0">
                  <a:solidFill>
                    <a:schemeClr val="accent2">
                      <a:lumMod val="50000"/>
                    </a:schemeClr>
                  </a:solidFill>
                  <a:latin typeface="Palatino Linotype" panose="02040502050505030304" pitchFamily="18" charset="0"/>
                </a:rPr>
                <a:t>Time</a:t>
              </a:r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94770276-A8B4-29AA-3CB6-7A307999D0F4}"/>
              </a:ext>
            </a:extLst>
          </p:cNvPr>
          <p:cNvGrpSpPr/>
          <p:nvPr/>
        </p:nvGrpSpPr>
        <p:grpSpPr>
          <a:xfrm>
            <a:off x="8636081" y="1993996"/>
            <a:ext cx="544749" cy="505838"/>
            <a:chOff x="7694579" y="1916350"/>
            <a:chExt cx="544749" cy="505838"/>
          </a:xfrm>
        </p:grpSpPr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08F64C7D-D800-055C-3E1F-E40D75170D2B}"/>
                </a:ext>
              </a:extLst>
            </p:cNvPr>
            <p:cNvSpPr/>
            <p:nvPr/>
          </p:nvSpPr>
          <p:spPr>
            <a:xfrm>
              <a:off x="7694579" y="1916350"/>
              <a:ext cx="544749" cy="505838"/>
            </a:xfrm>
            <a:prstGeom prst="ellipse">
              <a:avLst/>
            </a:prstGeom>
            <a:noFill/>
            <a:ln w="254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1A7D138E-0D3D-F520-733B-4577B5B5F52E}"/>
                </a:ext>
              </a:extLst>
            </p:cNvPr>
            <p:cNvSpPr txBox="1"/>
            <p:nvPr/>
          </p:nvSpPr>
          <p:spPr>
            <a:xfrm>
              <a:off x="7751409" y="1969214"/>
              <a:ext cx="47000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>
                  <a:latin typeface="Palatino Linotype" panose="02040502050505030304" pitchFamily="18" charset="0"/>
                </a:rPr>
                <a:t>T1</a:t>
              </a: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B60F3ED0-9108-EFF4-BD31-CB1B4C95E19A}"/>
              </a:ext>
            </a:extLst>
          </p:cNvPr>
          <p:cNvGrpSpPr/>
          <p:nvPr/>
        </p:nvGrpSpPr>
        <p:grpSpPr>
          <a:xfrm>
            <a:off x="10570350" y="1993996"/>
            <a:ext cx="544749" cy="505838"/>
            <a:chOff x="7694579" y="1916350"/>
            <a:chExt cx="544749" cy="505838"/>
          </a:xfrm>
        </p:grpSpPr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6D4330A5-A523-DB01-D15D-202AF3FB5FA5}"/>
                </a:ext>
              </a:extLst>
            </p:cNvPr>
            <p:cNvSpPr/>
            <p:nvPr/>
          </p:nvSpPr>
          <p:spPr>
            <a:xfrm>
              <a:off x="7694579" y="1916350"/>
              <a:ext cx="544749" cy="505838"/>
            </a:xfrm>
            <a:prstGeom prst="ellipse">
              <a:avLst/>
            </a:prstGeom>
            <a:noFill/>
            <a:ln w="254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6A620990-5374-76FE-FE77-594280542E27}"/>
                </a:ext>
              </a:extLst>
            </p:cNvPr>
            <p:cNvSpPr txBox="1"/>
            <p:nvPr/>
          </p:nvSpPr>
          <p:spPr>
            <a:xfrm>
              <a:off x="7751409" y="1969214"/>
              <a:ext cx="47000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>
                  <a:latin typeface="Palatino Linotype" panose="02040502050505030304" pitchFamily="18" charset="0"/>
                </a:rPr>
                <a:t>T2</a:t>
              </a:r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4C8CAC46-7A40-D125-9628-4EB8084BC0CA}"/>
              </a:ext>
            </a:extLst>
          </p:cNvPr>
          <p:cNvGrpSpPr/>
          <p:nvPr/>
        </p:nvGrpSpPr>
        <p:grpSpPr>
          <a:xfrm>
            <a:off x="9711074" y="3015400"/>
            <a:ext cx="544749" cy="505838"/>
            <a:chOff x="7694579" y="1916350"/>
            <a:chExt cx="544749" cy="505838"/>
          </a:xfrm>
        </p:grpSpPr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41448B5F-FCE9-E679-D9C2-D91A2A0EE470}"/>
                </a:ext>
              </a:extLst>
            </p:cNvPr>
            <p:cNvSpPr/>
            <p:nvPr/>
          </p:nvSpPr>
          <p:spPr>
            <a:xfrm>
              <a:off x="7694579" y="1916350"/>
              <a:ext cx="544749" cy="505838"/>
            </a:xfrm>
            <a:prstGeom prst="ellipse">
              <a:avLst/>
            </a:prstGeom>
            <a:noFill/>
            <a:ln w="254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90E80D4B-2437-8196-F542-F82EBEEAB63E}"/>
                </a:ext>
              </a:extLst>
            </p:cNvPr>
            <p:cNvSpPr txBox="1"/>
            <p:nvPr/>
          </p:nvSpPr>
          <p:spPr>
            <a:xfrm>
              <a:off x="7751409" y="1969214"/>
              <a:ext cx="47000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>
                  <a:latin typeface="Palatino Linotype" panose="02040502050505030304" pitchFamily="18" charset="0"/>
                </a:rPr>
                <a:t>T3</a:t>
              </a:r>
            </a:p>
          </p:txBody>
        </p:sp>
      </p:grp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6943C426-F0F3-DABD-C622-EE14D60A0507}"/>
              </a:ext>
            </a:extLst>
          </p:cNvPr>
          <p:cNvCxnSpPr>
            <a:cxnSpLocks/>
          </p:cNvCxnSpPr>
          <p:nvPr/>
        </p:nvCxnSpPr>
        <p:spPr>
          <a:xfrm>
            <a:off x="2986391" y="2610889"/>
            <a:ext cx="1021405" cy="579783"/>
          </a:xfrm>
          <a:prstGeom prst="straightConnector1">
            <a:avLst/>
          </a:prstGeom>
          <a:ln w="31750">
            <a:solidFill>
              <a:srgbClr val="FF0000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2" name="Group 21">
            <a:extLst>
              <a:ext uri="{FF2B5EF4-FFF2-40B4-BE49-F238E27FC236}">
                <a16:creationId xmlns:a16="http://schemas.microsoft.com/office/drawing/2014/main" id="{461F31ED-FC60-158C-1E5C-806D047C344C}"/>
              </a:ext>
            </a:extLst>
          </p:cNvPr>
          <p:cNvGrpSpPr/>
          <p:nvPr/>
        </p:nvGrpSpPr>
        <p:grpSpPr>
          <a:xfrm>
            <a:off x="8941856" y="1627859"/>
            <a:ext cx="1744560" cy="304920"/>
            <a:chOff x="8941856" y="1627859"/>
            <a:chExt cx="1744560" cy="304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C1191A9D-C206-8CDB-4FE3-5B7624B2E256}"/>
                    </a:ext>
                  </a:extLst>
                </p14:cNvPr>
                <p14:cNvContentPartPr/>
                <p14:nvPr/>
              </p14:nvContentPartPr>
              <p14:xfrm>
                <a:off x="8941856" y="1627859"/>
                <a:ext cx="1744560" cy="28404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C1191A9D-C206-8CDB-4FE3-5B7624B2E256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8935736" y="1621739"/>
                  <a:ext cx="1756800" cy="29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86F167FF-D968-B28F-6E6A-7A2197519353}"/>
                    </a:ext>
                  </a:extLst>
                </p14:cNvPr>
                <p14:cNvContentPartPr/>
                <p14:nvPr/>
              </p14:nvContentPartPr>
              <p14:xfrm>
                <a:off x="10458536" y="1748459"/>
                <a:ext cx="214200" cy="18432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86F167FF-D968-B28F-6E6A-7A2197519353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10452416" y="1742339"/>
                  <a:ext cx="226440" cy="196560"/>
                </a:xfrm>
                <a:prstGeom prst="rect">
                  <a:avLst/>
                </a:prstGeom>
              </p:spPr>
            </p:pic>
          </mc:Fallback>
        </mc:AlternateContent>
      </p:grp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8660B38C-DDBF-9707-C69F-119BF6D1418F}"/>
              </a:ext>
            </a:extLst>
          </p:cNvPr>
          <p:cNvCxnSpPr>
            <a:cxnSpLocks/>
          </p:cNvCxnSpPr>
          <p:nvPr/>
        </p:nvCxnSpPr>
        <p:spPr>
          <a:xfrm>
            <a:off x="5074595" y="3268319"/>
            <a:ext cx="791184" cy="1371775"/>
          </a:xfrm>
          <a:prstGeom prst="straightConnector1">
            <a:avLst/>
          </a:prstGeom>
          <a:ln w="31750">
            <a:solidFill>
              <a:srgbClr val="FF0000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6" name="Group 25">
            <a:extLst>
              <a:ext uri="{FF2B5EF4-FFF2-40B4-BE49-F238E27FC236}">
                <a16:creationId xmlns:a16="http://schemas.microsoft.com/office/drawing/2014/main" id="{79F0D54A-EF83-F0B4-819F-7C3D0EE5CE17}"/>
              </a:ext>
            </a:extLst>
          </p:cNvPr>
          <p:cNvGrpSpPr/>
          <p:nvPr/>
        </p:nvGrpSpPr>
        <p:grpSpPr>
          <a:xfrm>
            <a:off x="10312736" y="2573219"/>
            <a:ext cx="440640" cy="623160"/>
            <a:chOff x="10312736" y="2573219"/>
            <a:chExt cx="440640" cy="623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84092461-7B00-9293-BAA8-0E302BC66CD1}"/>
                    </a:ext>
                  </a:extLst>
                </p14:cNvPr>
                <p14:cNvContentPartPr/>
                <p14:nvPr/>
              </p14:nvContentPartPr>
              <p14:xfrm>
                <a:off x="10320296" y="2573219"/>
                <a:ext cx="433080" cy="58716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84092461-7B00-9293-BAA8-0E302BC66CD1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0314176" y="2567099"/>
                  <a:ext cx="445320" cy="59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B741C81E-8951-7B66-DA01-002D363010DC}"/>
                    </a:ext>
                  </a:extLst>
                </p14:cNvPr>
                <p14:cNvContentPartPr/>
                <p14:nvPr/>
              </p14:nvContentPartPr>
              <p14:xfrm>
                <a:off x="10312736" y="3013499"/>
                <a:ext cx="165240" cy="18288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B741C81E-8951-7B66-DA01-002D363010DC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0306616" y="3007379"/>
                  <a:ext cx="177480" cy="195120"/>
                </a:xfrm>
                <a:prstGeom prst="rect">
                  <a:avLst/>
                </a:prstGeom>
              </p:spPr>
            </p:pic>
          </mc:Fallback>
        </mc:AlternateContent>
      </p:grp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C4B9C51A-DB89-5145-4970-B853C7C83D5C}"/>
              </a:ext>
            </a:extLst>
          </p:cNvPr>
          <p:cNvCxnSpPr>
            <a:cxnSpLocks/>
          </p:cNvCxnSpPr>
          <p:nvPr/>
        </p:nvCxnSpPr>
        <p:spPr>
          <a:xfrm flipH="1">
            <a:off x="3030115" y="3258591"/>
            <a:ext cx="966162" cy="695615"/>
          </a:xfrm>
          <a:prstGeom prst="straightConnector1">
            <a:avLst/>
          </a:prstGeom>
          <a:ln w="31750">
            <a:solidFill>
              <a:srgbClr val="FF0000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0" name="Group 29">
            <a:extLst>
              <a:ext uri="{FF2B5EF4-FFF2-40B4-BE49-F238E27FC236}">
                <a16:creationId xmlns:a16="http://schemas.microsoft.com/office/drawing/2014/main" id="{C258964B-45D6-189E-CEEF-82F36C1E62B8}"/>
              </a:ext>
            </a:extLst>
          </p:cNvPr>
          <p:cNvGrpSpPr/>
          <p:nvPr/>
        </p:nvGrpSpPr>
        <p:grpSpPr>
          <a:xfrm>
            <a:off x="9153176" y="2411939"/>
            <a:ext cx="1358280" cy="298440"/>
            <a:chOff x="9153176" y="2411939"/>
            <a:chExt cx="1358280" cy="298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2B45C56A-779A-9BB2-5297-858D91632AE9}"/>
                    </a:ext>
                  </a:extLst>
                </p14:cNvPr>
                <p14:cNvContentPartPr/>
                <p14:nvPr/>
              </p14:nvContentPartPr>
              <p14:xfrm>
                <a:off x="9153176" y="2432819"/>
                <a:ext cx="1358280" cy="18864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2B45C56A-779A-9BB2-5297-858D91632AE9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9147058" y="2426699"/>
                  <a:ext cx="1370517" cy="20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D5ED9C6B-27F3-D3AD-0AE6-2651E8554028}"/>
                    </a:ext>
                  </a:extLst>
                </p14:cNvPr>
                <p14:cNvContentPartPr/>
                <p14:nvPr/>
              </p14:nvContentPartPr>
              <p14:xfrm>
                <a:off x="9167576" y="2411939"/>
                <a:ext cx="230040" cy="29844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D5ED9C6B-27F3-D3AD-0AE6-2651E8554028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9161456" y="2405819"/>
                  <a:ext cx="242280" cy="310680"/>
                </a:xfrm>
                <a:prstGeom prst="rect">
                  <a:avLst/>
                </a:prstGeom>
              </p:spPr>
            </p:pic>
          </mc:Fallback>
        </mc:AlternateContent>
      </p:grp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379593CB-B919-5FA0-83C0-D922D05859B3}"/>
              </a:ext>
            </a:extLst>
          </p:cNvPr>
          <p:cNvCxnSpPr>
            <a:cxnSpLocks/>
          </p:cNvCxnSpPr>
          <p:nvPr/>
        </p:nvCxnSpPr>
        <p:spPr>
          <a:xfrm>
            <a:off x="3063049" y="4157094"/>
            <a:ext cx="2787098" cy="619187"/>
          </a:xfrm>
          <a:prstGeom prst="straightConnector1">
            <a:avLst/>
          </a:prstGeom>
          <a:ln w="31750">
            <a:solidFill>
              <a:srgbClr val="FF0000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31" name="Ink 30">
                <a:extLst>
                  <a:ext uri="{FF2B5EF4-FFF2-40B4-BE49-F238E27FC236}">
                    <a16:creationId xmlns:a16="http://schemas.microsoft.com/office/drawing/2014/main" id="{C160FC25-12E1-791E-0ED8-FA6D3434E08C}"/>
                  </a:ext>
                </a:extLst>
              </p14:cNvPr>
              <p14:cNvContentPartPr/>
              <p14:nvPr/>
            </p14:nvContentPartPr>
            <p14:xfrm>
              <a:off x="8915216" y="2598059"/>
              <a:ext cx="754200" cy="656280"/>
            </p14:xfrm>
          </p:contentPart>
        </mc:Choice>
        <mc:Fallback xmlns="">
          <p:pic>
            <p:nvPicPr>
              <p:cNvPr id="31" name="Ink 30">
                <a:extLst>
                  <a:ext uri="{FF2B5EF4-FFF2-40B4-BE49-F238E27FC236}">
                    <a16:creationId xmlns:a16="http://schemas.microsoft.com/office/drawing/2014/main" id="{C160FC25-12E1-791E-0ED8-FA6D3434E08C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8909096" y="2591939"/>
                <a:ext cx="766440" cy="668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32" name="Ink 31">
                <a:extLst>
                  <a:ext uri="{FF2B5EF4-FFF2-40B4-BE49-F238E27FC236}">
                    <a16:creationId xmlns:a16="http://schemas.microsoft.com/office/drawing/2014/main" id="{CDAB239E-C3DA-1CC1-54D0-522B4797E386}"/>
                  </a:ext>
                </a:extLst>
              </p14:cNvPr>
              <p14:cNvContentPartPr/>
              <p14:nvPr/>
            </p14:nvContentPartPr>
            <p14:xfrm>
              <a:off x="9447656" y="3051299"/>
              <a:ext cx="216720" cy="240840"/>
            </p14:xfrm>
          </p:contentPart>
        </mc:Choice>
        <mc:Fallback xmlns="">
          <p:pic>
            <p:nvPicPr>
              <p:cNvPr id="32" name="Ink 31">
                <a:extLst>
                  <a:ext uri="{FF2B5EF4-FFF2-40B4-BE49-F238E27FC236}">
                    <a16:creationId xmlns:a16="http://schemas.microsoft.com/office/drawing/2014/main" id="{CDAB239E-C3DA-1CC1-54D0-522B4797E386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9441536" y="3045179"/>
                <a:ext cx="228960" cy="2530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110721131"/>
      </p:ext>
    </p:extLst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654A26-3094-CA2D-78DA-1DD3064BB5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9C4600-C045-5C66-AE92-5F5CAF60B1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905091"/>
          </a:xfrm>
        </p:spPr>
        <p:txBody>
          <a:bodyPr>
            <a:normAutofit/>
          </a:bodyPr>
          <a:lstStyle/>
          <a:p>
            <a:pPr algn="ctr"/>
            <a:r>
              <a:rPr lang="en-US" sz="4000" b="1" dirty="0">
                <a:latin typeface="Palatino Linotype" panose="02040502050505030304" pitchFamily="18" charset="0"/>
              </a:rPr>
              <a:t>View Serializability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1B2ECD8-FB1B-9038-A7D7-3A32F27E96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07290" y="6356350"/>
            <a:ext cx="2743200" cy="365125"/>
          </a:xfrm>
        </p:spPr>
        <p:txBody>
          <a:bodyPr/>
          <a:lstStyle/>
          <a:p>
            <a:fld id="{D0FE24AB-0A3D-3945-A314-A55A03C76B7E}" type="slidenum">
              <a:rPr lang="en-US" smtClean="0">
                <a:latin typeface="Palatino Linotype" panose="02040502050505030304" pitchFamily="18" charset="0"/>
              </a:rPr>
              <a:t>115</a:t>
            </a:fld>
            <a:endParaRPr lang="en-US" dirty="0">
              <a:latin typeface="Palatino Linotype" panose="02040502050505030304" pitchFamily="18" charset="0"/>
            </a:endParaRP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0466958E-A442-E897-AB58-B385D5EDD6B2}"/>
              </a:ext>
            </a:extLst>
          </p:cNvPr>
          <p:cNvGraphicFramePr>
            <a:graphicFrameLocks noGrp="1"/>
          </p:cNvGraphicFramePr>
          <p:nvPr/>
        </p:nvGraphicFramePr>
        <p:xfrm>
          <a:off x="2007040" y="1468264"/>
          <a:ext cx="5638900" cy="42350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47414">
                  <a:extLst>
                    <a:ext uri="{9D8B030D-6E8A-4147-A177-3AD203B41FA5}">
                      <a16:colId xmlns:a16="http://schemas.microsoft.com/office/drawing/2014/main" val="282134077"/>
                    </a:ext>
                  </a:extLst>
                </a:gridCol>
                <a:gridCol w="1845743">
                  <a:extLst>
                    <a:ext uri="{9D8B030D-6E8A-4147-A177-3AD203B41FA5}">
                      <a16:colId xmlns:a16="http://schemas.microsoft.com/office/drawing/2014/main" val="4206062769"/>
                    </a:ext>
                  </a:extLst>
                </a:gridCol>
                <a:gridCol w="1845743">
                  <a:extLst>
                    <a:ext uri="{9D8B030D-6E8A-4147-A177-3AD203B41FA5}">
                      <a16:colId xmlns:a16="http://schemas.microsoft.com/office/drawing/2014/main" val="213786926"/>
                    </a:ext>
                  </a:extLst>
                </a:gridCol>
              </a:tblGrid>
              <a:tr h="4235036">
                <a:tc>
                  <a:txBody>
                    <a:bodyPr/>
                    <a:lstStyle/>
                    <a:p>
                      <a:pPr algn="l"/>
                      <a:r>
                        <a:rPr lang="en-US" sz="2000" b="1" i="0" dirty="0">
                          <a:solidFill>
                            <a:schemeClr val="tx1"/>
                          </a:solidFill>
                          <a:latin typeface="Palatino Linotype" panose="02040502050505030304" pitchFamily="18" charset="0"/>
                        </a:rPr>
                        <a:t>T1:</a:t>
                      </a:r>
                    </a:p>
                    <a:p>
                      <a:pPr algn="l"/>
                      <a:endParaRPr lang="en-US" sz="2000" b="0" i="0" dirty="0">
                        <a:solidFill>
                          <a:schemeClr val="tx1"/>
                        </a:solidFill>
                        <a:latin typeface="Palatino Linotype" panose="02040502050505030304" pitchFamily="18" charset="0"/>
                      </a:endParaRPr>
                    </a:p>
                    <a:p>
                      <a:pPr algn="l"/>
                      <a:r>
                        <a:rPr lang="en-US" sz="2000" b="1" i="0" dirty="0">
                          <a:solidFill>
                            <a:schemeClr val="tx1"/>
                          </a:solidFill>
                          <a:latin typeface="Palatino Linotype" panose="02040502050505030304" pitchFamily="18" charset="0"/>
                        </a:rPr>
                        <a:t>Begin</a:t>
                      </a:r>
                    </a:p>
                    <a:p>
                      <a:pPr algn="l"/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read(</a:t>
                      </a:r>
                      <a:r>
                        <a:rPr lang="en-US" sz="2000" b="1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A</a:t>
                      </a:r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algn="l"/>
                      <a:endParaRPr lang="en-US" sz="2000" b="0" i="0" kern="1200" dirty="0">
                        <a:solidFill>
                          <a:schemeClr val="tx1"/>
                        </a:solidFill>
                        <a:effectLst/>
                        <a:latin typeface="Palatino Linotype" panose="02040502050505030304" pitchFamily="18" charset="0"/>
                        <a:ea typeface="+mn-ea"/>
                        <a:cs typeface="+mn-cs"/>
                      </a:endParaRPr>
                    </a:p>
                    <a:p>
                      <a:pPr algn="l"/>
                      <a:endParaRPr lang="en-US" sz="2000" b="0" i="0" kern="1200" dirty="0">
                        <a:solidFill>
                          <a:schemeClr val="tx1"/>
                        </a:solidFill>
                        <a:effectLst/>
                        <a:latin typeface="Palatino Linotype" panose="02040502050505030304" pitchFamily="18" charset="0"/>
                        <a:ea typeface="+mn-ea"/>
                        <a:cs typeface="+mn-cs"/>
                      </a:endParaRPr>
                    </a:p>
                    <a:p>
                      <a:pPr algn="l"/>
                      <a:endParaRPr lang="en-US" sz="2000" b="0" i="0" kern="1200" dirty="0">
                        <a:solidFill>
                          <a:schemeClr val="tx1"/>
                        </a:solidFill>
                        <a:effectLst/>
                        <a:latin typeface="Palatino Linotype" panose="02040502050505030304" pitchFamily="18" charset="0"/>
                        <a:ea typeface="+mn-ea"/>
                        <a:cs typeface="+mn-cs"/>
                      </a:endParaRPr>
                    </a:p>
                    <a:p>
                      <a:pPr algn="l"/>
                      <a:endParaRPr lang="en-US" sz="2000" b="0" i="0" kern="1200" dirty="0">
                        <a:solidFill>
                          <a:schemeClr val="tx1"/>
                        </a:solidFill>
                        <a:effectLst/>
                        <a:latin typeface="Palatino Linotype" panose="02040502050505030304" pitchFamily="18" charset="0"/>
                        <a:ea typeface="+mn-ea"/>
                        <a:cs typeface="+mn-cs"/>
                      </a:endParaRPr>
                    </a:p>
                    <a:p>
                      <a:pPr algn="l"/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write(</a:t>
                      </a:r>
                      <a:r>
                        <a:rPr lang="en-US" sz="2000" b="1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A</a:t>
                      </a:r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algn="l"/>
                      <a:r>
                        <a:rPr lang="en-US" sz="2000" b="1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End</a:t>
                      </a: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b="1" i="0" dirty="0">
                          <a:solidFill>
                            <a:schemeClr val="tx1"/>
                          </a:solidFill>
                          <a:latin typeface="Palatino Linotype" panose="02040502050505030304" pitchFamily="18" charset="0"/>
                        </a:rPr>
                        <a:t>T2:</a:t>
                      </a:r>
                    </a:p>
                    <a:p>
                      <a:pPr algn="l"/>
                      <a:endParaRPr lang="en-US" sz="2000" b="0" i="0" dirty="0">
                        <a:solidFill>
                          <a:schemeClr val="tx1"/>
                        </a:solidFill>
                        <a:latin typeface="Palatino Linotype" panose="02040502050505030304" pitchFamily="18" charset="0"/>
                      </a:endParaRPr>
                    </a:p>
                    <a:p>
                      <a:pPr algn="l"/>
                      <a:endParaRPr lang="en-US" sz="2000" b="0" i="0" dirty="0">
                        <a:solidFill>
                          <a:schemeClr val="tx1"/>
                        </a:solidFill>
                        <a:latin typeface="Palatino Linotype" panose="02040502050505030304" pitchFamily="18" charset="0"/>
                      </a:endParaRPr>
                    </a:p>
                    <a:p>
                      <a:pPr algn="l"/>
                      <a:endParaRPr lang="en-US" sz="2000" b="0" i="0" dirty="0">
                        <a:solidFill>
                          <a:schemeClr val="tx1"/>
                        </a:solidFill>
                        <a:latin typeface="Palatino Linotype" panose="02040502050505030304" pitchFamily="18" charset="0"/>
                      </a:endParaRPr>
                    </a:p>
                    <a:p>
                      <a:pPr algn="l"/>
                      <a:r>
                        <a:rPr lang="en-US" sz="2000" b="1" i="0" dirty="0">
                          <a:solidFill>
                            <a:schemeClr val="tx1"/>
                          </a:solidFill>
                          <a:latin typeface="Palatino Linotype" panose="02040502050505030304" pitchFamily="18" charset="0"/>
                        </a:rPr>
                        <a:t>Begin</a:t>
                      </a:r>
                      <a:endParaRPr lang="en-US" sz="2000" b="0" i="0" kern="1200" dirty="0">
                        <a:solidFill>
                          <a:schemeClr val="tx1"/>
                        </a:solidFill>
                        <a:effectLst/>
                        <a:latin typeface="Palatino Linotype" panose="02040502050505030304" pitchFamily="18" charset="0"/>
                        <a:ea typeface="+mn-ea"/>
                        <a:cs typeface="+mn-cs"/>
                      </a:endParaRPr>
                    </a:p>
                    <a:p>
                      <a:pPr algn="l"/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write(</a:t>
                      </a:r>
                      <a:r>
                        <a:rPr lang="en-US" sz="2000" b="1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A</a:t>
                      </a:r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algn="l"/>
                      <a:r>
                        <a:rPr lang="en-US" sz="2000" b="1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End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b="1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T3:</a:t>
                      </a:r>
                    </a:p>
                    <a:p>
                      <a:pPr algn="l"/>
                      <a:endParaRPr lang="en-US" sz="2000" b="1" i="0" kern="1200" dirty="0">
                        <a:solidFill>
                          <a:schemeClr val="tx1"/>
                        </a:solidFill>
                        <a:effectLst/>
                        <a:latin typeface="Palatino Linotype" panose="02040502050505030304" pitchFamily="18" charset="0"/>
                        <a:ea typeface="+mn-ea"/>
                        <a:cs typeface="+mn-cs"/>
                      </a:endParaRPr>
                    </a:p>
                    <a:p>
                      <a:pPr algn="l"/>
                      <a:endParaRPr lang="en-US" sz="2000" b="1" i="0" kern="1200" dirty="0">
                        <a:solidFill>
                          <a:schemeClr val="tx1"/>
                        </a:solidFill>
                        <a:effectLst/>
                        <a:latin typeface="Palatino Linotype" panose="02040502050505030304" pitchFamily="18" charset="0"/>
                        <a:ea typeface="+mn-ea"/>
                        <a:cs typeface="+mn-cs"/>
                      </a:endParaRPr>
                    </a:p>
                    <a:p>
                      <a:pPr algn="l"/>
                      <a:endParaRPr lang="en-US" sz="2000" b="1" i="0" kern="1200" dirty="0">
                        <a:solidFill>
                          <a:schemeClr val="tx1"/>
                        </a:solidFill>
                        <a:effectLst/>
                        <a:latin typeface="Palatino Linotype" panose="02040502050505030304" pitchFamily="18" charset="0"/>
                        <a:ea typeface="+mn-ea"/>
                        <a:cs typeface="+mn-cs"/>
                      </a:endParaRPr>
                    </a:p>
                    <a:p>
                      <a:pPr algn="l"/>
                      <a:endParaRPr lang="en-US" sz="2000" b="1" i="0" kern="1200" dirty="0">
                        <a:solidFill>
                          <a:schemeClr val="tx1"/>
                        </a:solidFill>
                        <a:effectLst/>
                        <a:latin typeface="Palatino Linotype" panose="02040502050505030304" pitchFamily="18" charset="0"/>
                        <a:ea typeface="+mn-ea"/>
                        <a:cs typeface="+mn-cs"/>
                      </a:endParaRPr>
                    </a:p>
                    <a:p>
                      <a:pPr algn="l"/>
                      <a:endParaRPr lang="en-US" sz="2000" b="1" i="0" dirty="0">
                        <a:solidFill>
                          <a:schemeClr val="tx1"/>
                        </a:solidFill>
                        <a:latin typeface="Palatino Linotype" panose="02040502050505030304" pitchFamily="18" charset="0"/>
                      </a:endParaRPr>
                    </a:p>
                    <a:p>
                      <a:pPr algn="l"/>
                      <a:endParaRPr lang="en-US" sz="2000" b="1" i="0" dirty="0">
                        <a:solidFill>
                          <a:schemeClr val="tx1"/>
                        </a:solidFill>
                        <a:latin typeface="Palatino Linotype" panose="02040502050505030304" pitchFamily="18" charset="0"/>
                      </a:endParaRPr>
                    </a:p>
                    <a:p>
                      <a:pPr algn="l"/>
                      <a:r>
                        <a:rPr lang="en-US" sz="2000" b="1" i="0" dirty="0">
                          <a:solidFill>
                            <a:schemeClr val="tx1"/>
                          </a:solidFill>
                          <a:latin typeface="Palatino Linotype" panose="02040502050505030304" pitchFamily="18" charset="0"/>
                        </a:rPr>
                        <a:t>Begin</a:t>
                      </a:r>
                    </a:p>
                    <a:p>
                      <a:pPr algn="l"/>
                      <a:endParaRPr lang="en-US" sz="2000" b="0" i="0" kern="1200" dirty="0">
                        <a:solidFill>
                          <a:schemeClr val="tx1"/>
                        </a:solidFill>
                        <a:effectLst/>
                        <a:latin typeface="Palatino Linotype" panose="02040502050505030304" pitchFamily="18" charset="0"/>
                        <a:ea typeface="+mn-ea"/>
                        <a:cs typeface="+mn-cs"/>
                      </a:endParaRPr>
                    </a:p>
                    <a:p>
                      <a:pPr algn="l"/>
                      <a:endParaRPr lang="en-US" sz="2000" b="0" i="0" kern="1200" dirty="0">
                        <a:solidFill>
                          <a:schemeClr val="tx1"/>
                        </a:solidFill>
                        <a:effectLst/>
                        <a:latin typeface="Palatino Linotype" panose="02040502050505030304" pitchFamily="18" charset="0"/>
                        <a:ea typeface="+mn-ea"/>
                        <a:cs typeface="+mn-cs"/>
                      </a:endParaRPr>
                    </a:p>
                    <a:p>
                      <a:pPr algn="l"/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write(</a:t>
                      </a:r>
                      <a:r>
                        <a:rPr lang="en-US" sz="2000" b="1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A</a:t>
                      </a:r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algn="l"/>
                      <a:r>
                        <a:rPr lang="en-US" sz="2000" b="1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End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7499455"/>
                  </a:ext>
                </a:extLst>
              </a:tr>
            </a:tbl>
          </a:graphicData>
        </a:graphic>
      </p:graphicFrame>
      <p:grpSp>
        <p:nvGrpSpPr>
          <p:cNvPr id="8" name="Group 7">
            <a:extLst>
              <a:ext uri="{FF2B5EF4-FFF2-40B4-BE49-F238E27FC236}">
                <a16:creationId xmlns:a16="http://schemas.microsoft.com/office/drawing/2014/main" id="{6DF18AE4-0DAF-28CE-DE55-A232A6548C13}"/>
              </a:ext>
            </a:extLst>
          </p:cNvPr>
          <p:cNvGrpSpPr/>
          <p:nvPr/>
        </p:nvGrpSpPr>
        <p:grpSpPr>
          <a:xfrm>
            <a:off x="838200" y="1468264"/>
            <a:ext cx="817645" cy="4531885"/>
            <a:chOff x="272373" y="1701579"/>
            <a:chExt cx="817645" cy="4531885"/>
          </a:xfrm>
        </p:grpSpPr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80312992-0724-7A79-7364-BE5E28CB03DA}"/>
                </a:ext>
              </a:extLst>
            </p:cNvPr>
            <p:cNvCxnSpPr>
              <a:cxnSpLocks/>
            </p:cNvCxnSpPr>
            <p:nvPr/>
          </p:nvCxnSpPr>
          <p:spPr>
            <a:xfrm>
              <a:off x="1081378" y="1701579"/>
              <a:ext cx="0" cy="4531885"/>
            </a:xfrm>
            <a:prstGeom prst="straightConnector1">
              <a:avLst/>
            </a:prstGeom>
            <a:ln w="31750">
              <a:solidFill>
                <a:schemeClr val="accent2">
                  <a:lumMod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CB5698A6-964C-99A3-56B5-321A91DB8DEB}"/>
                </a:ext>
              </a:extLst>
            </p:cNvPr>
            <p:cNvSpPr txBox="1"/>
            <p:nvPr/>
          </p:nvSpPr>
          <p:spPr>
            <a:xfrm>
              <a:off x="272373" y="3501634"/>
              <a:ext cx="817645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b="1" dirty="0">
                  <a:solidFill>
                    <a:schemeClr val="accent2">
                      <a:lumMod val="50000"/>
                    </a:schemeClr>
                  </a:solidFill>
                  <a:latin typeface="Palatino Linotype" panose="02040502050505030304" pitchFamily="18" charset="0"/>
                </a:rPr>
                <a:t>Time</a:t>
              </a:r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1A7DCDEC-97CE-4117-4020-7A289526FDA1}"/>
              </a:ext>
            </a:extLst>
          </p:cNvPr>
          <p:cNvGrpSpPr/>
          <p:nvPr/>
        </p:nvGrpSpPr>
        <p:grpSpPr>
          <a:xfrm>
            <a:off x="8636081" y="1993996"/>
            <a:ext cx="544749" cy="505838"/>
            <a:chOff x="7694579" y="1916350"/>
            <a:chExt cx="544749" cy="505838"/>
          </a:xfrm>
        </p:grpSpPr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36807DE8-AE57-ADF1-EED5-1A0B429C1778}"/>
                </a:ext>
              </a:extLst>
            </p:cNvPr>
            <p:cNvSpPr/>
            <p:nvPr/>
          </p:nvSpPr>
          <p:spPr>
            <a:xfrm>
              <a:off x="7694579" y="1916350"/>
              <a:ext cx="544749" cy="505838"/>
            </a:xfrm>
            <a:prstGeom prst="ellipse">
              <a:avLst/>
            </a:prstGeom>
            <a:noFill/>
            <a:ln w="254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45FBD8AB-4499-DDDB-AA4D-935741DE107D}"/>
                </a:ext>
              </a:extLst>
            </p:cNvPr>
            <p:cNvSpPr txBox="1"/>
            <p:nvPr/>
          </p:nvSpPr>
          <p:spPr>
            <a:xfrm>
              <a:off x="7751409" y="1969214"/>
              <a:ext cx="47000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>
                  <a:latin typeface="Palatino Linotype" panose="02040502050505030304" pitchFamily="18" charset="0"/>
                </a:rPr>
                <a:t>T1</a:t>
              </a: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47C011E4-0699-E83B-029A-D5CC478089A1}"/>
              </a:ext>
            </a:extLst>
          </p:cNvPr>
          <p:cNvGrpSpPr/>
          <p:nvPr/>
        </p:nvGrpSpPr>
        <p:grpSpPr>
          <a:xfrm>
            <a:off x="10570350" y="1993996"/>
            <a:ext cx="544749" cy="505838"/>
            <a:chOff x="7694579" y="1916350"/>
            <a:chExt cx="544749" cy="505838"/>
          </a:xfrm>
        </p:grpSpPr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653680C2-CD30-18A4-523C-6DB838FD8252}"/>
                </a:ext>
              </a:extLst>
            </p:cNvPr>
            <p:cNvSpPr/>
            <p:nvPr/>
          </p:nvSpPr>
          <p:spPr>
            <a:xfrm>
              <a:off x="7694579" y="1916350"/>
              <a:ext cx="544749" cy="505838"/>
            </a:xfrm>
            <a:prstGeom prst="ellipse">
              <a:avLst/>
            </a:prstGeom>
            <a:noFill/>
            <a:ln w="254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240EF125-6FF3-8111-B177-25D2025AE450}"/>
                </a:ext>
              </a:extLst>
            </p:cNvPr>
            <p:cNvSpPr txBox="1"/>
            <p:nvPr/>
          </p:nvSpPr>
          <p:spPr>
            <a:xfrm>
              <a:off x="7751409" y="1969214"/>
              <a:ext cx="47000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>
                  <a:latin typeface="Palatino Linotype" panose="02040502050505030304" pitchFamily="18" charset="0"/>
                </a:rPr>
                <a:t>T2</a:t>
              </a:r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60F98419-E5E7-9CCE-B076-58C6ECD061A1}"/>
              </a:ext>
            </a:extLst>
          </p:cNvPr>
          <p:cNvGrpSpPr/>
          <p:nvPr/>
        </p:nvGrpSpPr>
        <p:grpSpPr>
          <a:xfrm>
            <a:off x="9711074" y="3015400"/>
            <a:ext cx="544749" cy="505838"/>
            <a:chOff x="7694579" y="1916350"/>
            <a:chExt cx="544749" cy="505838"/>
          </a:xfrm>
        </p:grpSpPr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D0A625DC-F3B2-2A0F-6AED-3D8365315F31}"/>
                </a:ext>
              </a:extLst>
            </p:cNvPr>
            <p:cNvSpPr/>
            <p:nvPr/>
          </p:nvSpPr>
          <p:spPr>
            <a:xfrm>
              <a:off x="7694579" y="1916350"/>
              <a:ext cx="544749" cy="505838"/>
            </a:xfrm>
            <a:prstGeom prst="ellipse">
              <a:avLst/>
            </a:prstGeom>
            <a:noFill/>
            <a:ln w="254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688B3AEF-B2C4-27FD-5415-104F2B89EEDF}"/>
                </a:ext>
              </a:extLst>
            </p:cNvPr>
            <p:cNvSpPr txBox="1"/>
            <p:nvPr/>
          </p:nvSpPr>
          <p:spPr>
            <a:xfrm>
              <a:off x="7751409" y="1969214"/>
              <a:ext cx="47000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>
                  <a:latin typeface="Palatino Linotype" panose="02040502050505030304" pitchFamily="18" charset="0"/>
                </a:rPr>
                <a:t>T3</a:t>
              </a:r>
            </a:p>
          </p:txBody>
        </p:sp>
      </p:grp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AA0D5F68-48BC-DC44-4EFF-6EB287F6EA92}"/>
              </a:ext>
            </a:extLst>
          </p:cNvPr>
          <p:cNvCxnSpPr>
            <a:cxnSpLocks/>
          </p:cNvCxnSpPr>
          <p:nvPr/>
        </p:nvCxnSpPr>
        <p:spPr>
          <a:xfrm>
            <a:off x="2986391" y="2610889"/>
            <a:ext cx="1021405" cy="579783"/>
          </a:xfrm>
          <a:prstGeom prst="straightConnector1">
            <a:avLst/>
          </a:prstGeom>
          <a:ln w="31750">
            <a:solidFill>
              <a:srgbClr val="FF0000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2" name="Group 21">
            <a:extLst>
              <a:ext uri="{FF2B5EF4-FFF2-40B4-BE49-F238E27FC236}">
                <a16:creationId xmlns:a16="http://schemas.microsoft.com/office/drawing/2014/main" id="{7DFACDD7-3E46-215A-1BB1-2ADEFD91E25A}"/>
              </a:ext>
            </a:extLst>
          </p:cNvPr>
          <p:cNvGrpSpPr/>
          <p:nvPr/>
        </p:nvGrpSpPr>
        <p:grpSpPr>
          <a:xfrm>
            <a:off x="8941856" y="1627859"/>
            <a:ext cx="1744560" cy="304920"/>
            <a:chOff x="8941856" y="1627859"/>
            <a:chExt cx="1744560" cy="304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A65D57F2-05AC-4F30-E27E-24E6F621365E}"/>
                    </a:ext>
                  </a:extLst>
                </p14:cNvPr>
                <p14:cNvContentPartPr/>
                <p14:nvPr/>
              </p14:nvContentPartPr>
              <p14:xfrm>
                <a:off x="8941856" y="1627859"/>
                <a:ext cx="1744560" cy="28404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A65D57F2-05AC-4F30-E27E-24E6F621365E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8935736" y="1621739"/>
                  <a:ext cx="1756800" cy="29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D673466F-4346-D405-51F4-E1B34364E335}"/>
                    </a:ext>
                  </a:extLst>
                </p14:cNvPr>
                <p14:cNvContentPartPr/>
                <p14:nvPr/>
              </p14:nvContentPartPr>
              <p14:xfrm>
                <a:off x="10458536" y="1748459"/>
                <a:ext cx="214200" cy="18432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D673466F-4346-D405-51F4-E1B34364E335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10452416" y="1742339"/>
                  <a:ext cx="226440" cy="196560"/>
                </a:xfrm>
                <a:prstGeom prst="rect">
                  <a:avLst/>
                </a:prstGeom>
              </p:spPr>
            </p:pic>
          </mc:Fallback>
        </mc:AlternateContent>
      </p:grp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DF567DD0-3A88-85D6-7104-7EDEDAB6142B}"/>
              </a:ext>
            </a:extLst>
          </p:cNvPr>
          <p:cNvCxnSpPr>
            <a:cxnSpLocks/>
          </p:cNvCxnSpPr>
          <p:nvPr/>
        </p:nvCxnSpPr>
        <p:spPr>
          <a:xfrm>
            <a:off x="5074595" y="3268319"/>
            <a:ext cx="791184" cy="1371775"/>
          </a:xfrm>
          <a:prstGeom prst="straightConnector1">
            <a:avLst/>
          </a:prstGeom>
          <a:ln w="31750">
            <a:solidFill>
              <a:srgbClr val="FF0000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6" name="Group 25">
            <a:extLst>
              <a:ext uri="{FF2B5EF4-FFF2-40B4-BE49-F238E27FC236}">
                <a16:creationId xmlns:a16="http://schemas.microsoft.com/office/drawing/2014/main" id="{D5B4AAA2-01B5-DCB3-AC53-1169C22222EE}"/>
              </a:ext>
            </a:extLst>
          </p:cNvPr>
          <p:cNvGrpSpPr/>
          <p:nvPr/>
        </p:nvGrpSpPr>
        <p:grpSpPr>
          <a:xfrm>
            <a:off x="10312736" y="2573219"/>
            <a:ext cx="440640" cy="623160"/>
            <a:chOff x="10312736" y="2573219"/>
            <a:chExt cx="440640" cy="623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73F80CCD-76B1-5408-AC9C-DCD49D39DC91}"/>
                    </a:ext>
                  </a:extLst>
                </p14:cNvPr>
                <p14:cNvContentPartPr/>
                <p14:nvPr/>
              </p14:nvContentPartPr>
              <p14:xfrm>
                <a:off x="10320296" y="2573219"/>
                <a:ext cx="433080" cy="58716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73F80CCD-76B1-5408-AC9C-DCD49D39DC91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0314176" y="2567099"/>
                  <a:ext cx="445320" cy="59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DE5A4435-E0C4-8DED-2CF9-568FCE106D66}"/>
                    </a:ext>
                  </a:extLst>
                </p14:cNvPr>
                <p14:cNvContentPartPr/>
                <p14:nvPr/>
              </p14:nvContentPartPr>
              <p14:xfrm>
                <a:off x="10312736" y="3013499"/>
                <a:ext cx="165240" cy="18288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DE5A4435-E0C4-8DED-2CF9-568FCE106D66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0306616" y="3007379"/>
                  <a:ext cx="177480" cy="195120"/>
                </a:xfrm>
                <a:prstGeom prst="rect">
                  <a:avLst/>
                </a:prstGeom>
              </p:spPr>
            </p:pic>
          </mc:Fallback>
        </mc:AlternateContent>
      </p:grp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62BA58FF-AB2E-6716-3BB2-6CEB3DA33A29}"/>
              </a:ext>
            </a:extLst>
          </p:cNvPr>
          <p:cNvCxnSpPr>
            <a:cxnSpLocks/>
          </p:cNvCxnSpPr>
          <p:nvPr/>
        </p:nvCxnSpPr>
        <p:spPr>
          <a:xfrm flipH="1">
            <a:off x="3030115" y="3258591"/>
            <a:ext cx="966162" cy="695615"/>
          </a:xfrm>
          <a:prstGeom prst="straightConnector1">
            <a:avLst/>
          </a:prstGeom>
          <a:ln w="31750">
            <a:solidFill>
              <a:srgbClr val="FF0000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0" name="Group 29">
            <a:extLst>
              <a:ext uri="{FF2B5EF4-FFF2-40B4-BE49-F238E27FC236}">
                <a16:creationId xmlns:a16="http://schemas.microsoft.com/office/drawing/2014/main" id="{079CE6CD-7B6C-4213-206C-26C2B3B11A2D}"/>
              </a:ext>
            </a:extLst>
          </p:cNvPr>
          <p:cNvGrpSpPr/>
          <p:nvPr/>
        </p:nvGrpSpPr>
        <p:grpSpPr>
          <a:xfrm>
            <a:off x="9153176" y="2411939"/>
            <a:ext cx="1358280" cy="298440"/>
            <a:chOff x="9153176" y="2411939"/>
            <a:chExt cx="1358280" cy="298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88C4FAB8-8386-72F8-457C-77063B269DCD}"/>
                    </a:ext>
                  </a:extLst>
                </p14:cNvPr>
                <p14:cNvContentPartPr/>
                <p14:nvPr/>
              </p14:nvContentPartPr>
              <p14:xfrm>
                <a:off x="9153176" y="2432819"/>
                <a:ext cx="1358280" cy="18864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88C4FAB8-8386-72F8-457C-77063B269DCD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9147058" y="2426699"/>
                  <a:ext cx="1370517" cy="20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360A5A47-8D90-6D3B-0405-531103F194E7}"/>
                    </a:ext>
                  </a:extLst>
                </p14:cNvPr>
                <p14:cNvContentPartPr/>
                <p14:nvPr/>
              </p14:nvContentPartPr>
              <p14:xfrm>
                <a:off x="9167576" y="2411939"/>
                <a:ext cx="230040" cy="29844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360A5A47-8D90-6D3B-0405-531103F194E7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9161456" y="2405819"/>
                  <a:ext cx="242280" cy="310680"/>
                </a:xfrm>
                <a:prstGeom prst="rect">
                  <a:avLst/>
                </a:prstGeom>
              </p:spPr>
            </p:pic>
          </mc:Fallback>
        </mc:AlternateContent>
      </p:grp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0FB741D1-C4AA-1408-A820-3655DCEF11A8}"/>
              </a:ext>
            </a:extLst>
          </p:cNvPr>
          <p:cNvCxnSpPr>
            <a:cxnSpLocks/>
          </p:cNvCxnSpPr>
          <p:nvPr/>
        </p:nvCxnSpPr>
        <p:spPr>
          <a:xfrm>
            <a:off x="3063049" y="4157094"/>
            <a:ext cx="2787098" cy="619187"/>
          </a:xfrm>
          <a:prstGeom prst="straightConnector1">
            <a:avLst/>
          </a:prstGeom>
          <a:ln w="31750">
            <a:solidFill>
              <a:srgbClr val="FF0000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31" name="Ink 30">
                <a:extLst>
                  <a:ext uri="{FF2B5EF4-FFF2-40B4-BE49-F238E27FC236}">
                    <a16:creationId xmlns:a16="http://schemas.microsoft.com/office/drawing/2014/main" id="{AFDA05D6-0C31-D021-7752-174EFF488AE9}"/>
                  </a:ext>
                </a:extLst>
              </p14:cNvPr>
              <p14:cNvContentPartPr/>
              <p14:nvPr/>
            </p14:nvContentPartPr>
            <p14:xfrm>
              <a:off x="8915216" y="2598059"/>
              <a:ext cx="754200" cy="656280"/>
            </p14:xfrm>
          </p:contentPart>
        </mc:Choice>
        <mc:Fallback xmlns="">
          <p:pic>
            <p:nvPicPr>
              <p:cNvPr id="31" name="Ink 30">
                <a:extLst>
                  <a:ext uri="{FF2B5EF4-FFF2-40B4-BE49-F238E27FC236}">
                    <a16:creationId xmlns:a16="http://schemas.microsoft.com/office/drawing/2014/main" id="{AFDA05D6-0C31-D021-7752-174EFF488AE9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8909093" y="2591939"/>
                <a:ext cx="766446" cy="668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32" name="Ink 31">
                <a:extLst>
                  <a:ext uri="{FF2B5EF4-FFF2-40B4-BE49-F238E27FC236}">
                    <a16:creationId xmlns:a16="http://schemas.microsoft.com/office/drawing/2014/main" id="{10369F72-FF37-F975-DFD5-ACBA194ECF98}"/>
                  </a:ext>
                </a:extLst>
              </p14:cNvPr>
              <p14:cNvContentPartPr/>
              <p14:nvPr/>
            </p14:nvContentPartPr>
            <p14:xfrm>
              <a:off x="9447656" y="3051299"/>
              <a:ext cx="216720" cy="240840"/>
            </p14:xfrm>
          </p:contentPart>
        </mc:Choice>
        <mc:Fallback xmlns="">
          <p:pic>
            <p:nvPicPr>
              <p:cNvPr id="32" name="Ink 31">
                <a:extLst>
                  <a:ext uri="{FF2B5EF4-FFF2-40B4-BE49-F238E27FC236}">
                    <a16:creationId xmlns:a16="http://schemas.microsoft.com/office/drawing/2014/main" id="{10369F72-FF37-F975-DFD5-ACBA194ECF98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9441536" y="3045179"/>
                <a:ext cx="228960" cy="253080"/>
              </a:xfrm>
              <a:prstGeom prst="rect">
                <a:avLst/>
              </a:prstGeom>
            </p:spPr>
          </p:pic>
        </mc:Fallback>
      </mc:AlternateContent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3393BFDE-43D1-B7AB-7F6F-C8122C2362C9}"/>
              </a:ext>
            </a:extLst>
          </p:cNvPr>
          <p:cNvCxnSpPr>
            <a:cxnSpLocks/>
          </p:cNvCxnSpPr>
          <p:nvPr/>
        </p:nvCxnSpPr>
        <p:spPr>
          <a:xfrm>
            <a:off x="2484306" y="2783647"/>
            <a:ext cx="3313380" cy="1885631"/>
          </a:xfrm>
          <a:prstGeom prst="straightConnector1">
            <a:avLst/>
          </a:prstGeom>
          <a:ln w="31750">
            <a:solidFill>
              <a:srgbClr val="FF0000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5FA6A6F6-F04E-608C-AB71-B7CAB3DB3F77}"/>
              </a:ext>
            </a:extLst>
          </p:cNvPr>
          <p:cNvSpPr txBox="1"/>
          <p:nvPr/>
        </p:nvSpPr>
        <p:spPr>
          <a:xfrm>
            <a:off x="7857145" y="4601632"/>
            <a:ext cx="385638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Palatino Linotype" panose="02040502050505030304" pitchFamily="18" charset="0"/>
              </a:rPr>
              <a:t>Is this conflict serializable?</a:t>
            </a:r>
          </a:p>
          <a:p>
            <a:endParaRPr lang="en-US" sz="2400" dirty="0">
              <a:latin typeface="Palatino Linotype" panose="02040502050505030304" pitchFamily="18" charset="0"/>
            </a:endParaRPr>
          </a:p>
          <a:p>
            <a:r>
              <a:rPr lang="en-US" sz="2400" dirty="0">
                <a:solidFill>
                  <a:srgbClr val="FF0000"/>
                </a:solidFill>
                <a:latin typeface="Palatino Linotype" panose="02040502050505030304" pitchFamily="18" charset="0"/>
              </a:rPr>
              <a:t>No!</a:t>
            </a:r>
          </a:p>
        </p:txBody>
      </p:sp>
    </p:spTree>
    <p:extLst>
      <p:ext uri="{BB962C8B-B14F-4D97-AF65-F5344CB8AC3E}">
        <p14:creationId xmlns:p14="http://schemas.microsoft.com/office/powerpoint/2010/main" val="1639266773"/>
      </p:ext>
    </p:extLst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EE2E5C-8108-C798-1493-A897D9BBFC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E98A1A-9F0B-0F71-2FD8-68A0366755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905091"/>
          </a:xfrm>
        </p:spPr>
        <p:txBody>
          <a:bodyPr>
            <a:normAutofit/>
          </a:bodyPr>
          <a:lstStyle/>
          <a:p>
            <a:pPr algn="ctr"/>
            <a:r>
              <a:rPr lang="en-US" sz="4000" b="1" dirty="0">
                <a:latin typeface="Palatino Linotype" panose="02040502050505030304" pitchFamily="18" charset="0"/>
              </a:rPr>
              <a:t>View Serializability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5CF291A-051E-D9A6-7D18-20DAA533C0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07290" y="6356350"/>
            <a:ext cx="2743200" cy="365125"/>
          </a:xfrm>
        </p:spPr>
        <p:txBody>
          <a:bodyPr/>
          <a:lstStyle/>
          <a:p>
            <a:fld id="{D0FE24AB-0A3D-3945-A314-A55A03C76B7E}" type="slidenum">
              <a:rPr lang="en-US" smtClean="0">
                <a:latin typeface="Palatino Linotype" panose="02040502050505030304" pitchFamily="18" charset="0"/>
              </a:rPr>
              <a:t>116</a:t>
            </a:fld>
            <a:endParaRPr lang="en-US" dirty="0">
              <a:latin typeface="Palatino Linotype" panose="02040502050505030304" pitchFamily="18" charset="0"/>
            </a:endParaRP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5E49B85C-3D0C-0178-CDCF-6665DC3AEDBD}"/>
              </a:ext>
            </a:extLst>
          </p:cNvPr>
          <p:cNvGraphicFramePr>
            <a:graphicFrameLocks noGrp="1"/>
          </p:cNvGraphicFramePr>
          <p:nvPr/>
        </p:nvGraphicFramePr>
        <p:xfrm>
          <a:off x="2007040" y="1468264"/>
          <a:ext cx="5638900" cy="42350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47414">
                  <a:extLst>
                    <a:ext uri="{9D8B030D-6E8A-4147-A177-3AD203B41FA5}">
                      <a16:colId xmlns:a16="http://schemas.microsoft.com/office/drawing/2014/main" val="282134077"/>
                    </a:ext>
                  </a:extLst>
                </a:gridCol>
                <a:gridCol w="1845743">
                  <a:extLst>
                    <a:ext uri="{9D8B030D-6E8A-4147-A177-3AD203B41FA5}">
                      <a16:colId xmlns:a16="http://schemas.microsoft.com/office/drawing/2014/main" val="4206062769"/>
                    </a:ext>
                  </a:extLst>
                </a:gridCol>
                <a:gridCol w="1845743">
                  <a:extLst>
                    <a:ext uri="{9D8B030D-6E8A-4147-A177-3AD203B41FA5}">
                      <a16:colId xmlns:a16="http://schemas.microsoft.com/office/drawing/2014/main" val="213786926"/>
                    </a:ext>
                  </a:extLst>
                </a:gridCol>
              </a:tblGrid>
              <a:tr h="4235036">
                <a:tc>
                  <a:txBody>
                    <a:bodyPr/>
                    <a:lstStyle/>
                    <a:p>
                      <a:pPr algn="l"/>
                      <a:r>
                        <a:rPr lang="en-US" sz="2000" b="1" i="0" dirty="0">
                          <a:solidFill>
                            <a:schemeClr val="tx1"/>
                          </a:solidFill>
                          <a:latin typeface="Palatino Linotype" panose="02040502050505030304" pitchFamily="18" charset="0"/>
                        </a:rPr>
                        <a:t>T1:</a:t>
                      </a:r>
                    </a:p>
                    <a:p>
                      <a:pPr algn="l"/>
                      <a:endParaRPr lang="en-US" sz="2000" b="0" i="0" dirty="0">
                        <a:solidFill>
                          <a:schemeClr val="tx1"/>
                        </a:solidFill>
                        <a:latin typeface="Palatino Linotype" panose="02040502050505030304" pitchFamily="18" charset="0"/>
                      </a:endParaRPr>
                    </a:p>
                    <a:p>
                      <a:pPr algn="l"/>
                      <a:r>
                        <a:rPr lang="en-US" sz="2000" b="1" i="0" dirty="0">
                          <a:solidFill>
                            <a:schemeClr val="tx1"/>
                          </a:solidFill>
                          <a:latin typeface="Palatino Linotype" panose="02040502050505030304" pitchFamily="18" charset="0"/>
                        </a:rPr>
                        <a:t>Begin</a:t>
                      </a:r>
                    </a:p>
                    <a:p>
                      <a:pPr algn="l"/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read(</a:t>
                      </a:r>
                      <a:r>
                        <a:rPr lang="en-US" sz="2000" b="1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A</a:t>
                      </a:r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algn="l"/>
                      <a:endParaRPr lang="en-US" sz="2000" b="0" i="0" kern="1200" dirty="0">
                        <a:solidFill>
                          <a:schemeClr val="tx1"/>
                        </a:solidFill>
                        <a:effectLst/>
                        <a:latin typeface="Palatino Linotype" panose="02040502050505030304" pitchFamily="18" charset="0"/>
                        <a:ea typeface="+mn-ea"/>
                        <a:cs typeface="+mn-cs"/>
                      </a:endParaRPr>
                    </a:p>
                    <a:p>
                      <a:pPr algn="l"/>
                      <a:endParaRPr lang="en-US" sz="2000" b="0" i="0" kern="1200" dirty="0">
                        <a:solidFill>
                          <a:schemeClr val="tx1"/>
                        </a:solidFill>
                        <a:effectLst/>
                        <a:latin typeface="Palatino Linotype" panose="02040502050505030304" pitchFamily="18" charset="0"/>
                        <a:ea typeface="+mn-ea"/>
                        <a:cs typeface="+mn-cs"/>
                      </a:endParaRPr>
                    </a:p>
                    <a:p>
                      <a:pPr algn="l"/>
                      <a:endParaRPr lang="en-US" sz="2000" b="0" i="0" kern="1200" dirty="0">
                        <a:solidFill>
                          <a:schemeClr val="tx1"/>
                        </a:solidFill>
                        <a:effectLst/>
                        <a:latin typeface="Palatino Linotype" panose="02040502050505030304" pitchFamily="18" charset="0"/>
                        <a:ea typeface="+mn-ea"/>
                        <a:cs typeface="+mn-cs"/>
                      </a:endParaRPr>
                    </a:p>
                    <a:p>
                      <a:pPr algn="l"/>
                      <a:endParaRPr lang="en-US" sz="2000" b="0" i="0" kern="1200" dirty="0">
                        <a:solidFill>
                          <a:schemeClr val="tx1"/>
                        </a:solidFill>
                        <a:effectLst/>
                        <a:latin typeface="Palatino Linotype" panose="02040502050505030304" pitchFamily="18" charset="0"/>
                        <a:ea typeface="+mn-ea"/>
                        <a:cs typeface="+mn-cs"/>
                      </a:endParaRPr>
                    </a:p>
                    <a:p>
                      <a:pPr algn="l"/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write(</a:t>
                      </a:r>
                      <a:r>
                        <a:rPr lang="en-US" sz="2000" b="1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A</a:t>
                      </a:r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algn="l"/>
                      <a:r>
                        <a:rPr lang="en-US" sz="2000" b="1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End</a:t>
                      </a: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b="1" i="0" dirty="0">
                          <a:solidFill>
                            <a:schemeClr val="tx1"/>
                          </a:solidFill>
                          <a:latin typeface="Palatino Linotype" panose="02040502050505030304" pitchFamily="18" charset="0"/>
                        </a:rPr>
                        <a:t>T2:</a:t>
                      </a:r>
                    </a:p>
                    <a:p>
                      <a:pPr algn="l"/>
                      <a:endParaRPr lang="en-US" sz="2000" b="0" i="0" dirty="0">
                        <a:solidFill>
                          <a:schemeClr val="tx1"/>
                        </a:solidFill>
                        <a:latin typeface="Palatino Linotype" panose="02040502050505030304" pitchFamily="18" charset="0"/>
                      </a:endParaRPr>
                    </a:p>
                    <a:p>
                      <a:pPr algn="l"/>
                      <a:endParaRPr lang="en-US" sz="2000" b="0" i="0" dirty="0">
                        <a:solidFill>
                          <a:schemeClr val="tx1"/>
                        </a:solidFill>
                        <a:latin typeface="Palatino Linotype" panose="02040502050505030304" pitchFamily="18" charset="0"/>
                      </a:endParaRPr>
                    </a:p>
                    <a:p>
                      <a:pPr algn="l"/>
                      <a:endParaRPr lang="en-US" sz="2000" b="0" i="0" dirty="0">
                        <a:solidFill>
                          <a:schemeClr val="tx1"/>
                        </a:solidFill>
                        <a:latin typeface="Palatino Linotype" panose="02040502050505030304" pitchFamily="18" charset="0"/>
                      </a:endParaRPr>
                    </a:p>
                    <a:p>
                      <a:pPr algn="l"/>
                      <a:r>
                        <a:rPr lang="en-US" sz="2000" b="1" i="0" dirty="0">
                          <a:solidFill>
                            <a:schemeClr val="tx1"/>
                          </a:solidFill>
                          <a:latin typeface="Palatino Linotype" panose="02040502050505030304" pitchFamily="18" charset="0"/>
                        </a:rPr>
                        <a:t>Begin</a:t>
                      </a:r>
                      <a:endParaRPr lang="en-US" sz="2000" b="0" i="0" kern="1200" dirty="0">
                        <a:solidFill>
                          <a:schemeClr val="tx1"/>
                        </a:solidFill>
                        <a:effectLst/>
                        <a:latin typeface="Palatino Linotype" panose="02040502050505030304" pitchFamily="18" charset="0"/>
                        <a:ea typeface="+mn-ea"/>
                        <a:cs typeface="+mn-cs"/>
                      </a:endParaRPr>
                    </a:p>
                    <a:p>
                      <a:pPr algn="l"/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write(</a:t>
                      </a:r>
                      <a:r>
                        <a:rPr lang="en-US" sz="2000" b="1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A</a:t>
                      </a:r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algn="l"/>
                      <a:r>
                        <a:rPr lang="en-US" sz="2000" b="1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End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b="1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T3:</a:t>
                      </a:r>
                    </a:p>
                    <a:p>
                      <a:pPr algn="l"/>
                      <a:endParaRPr lang="en-US" sz="2000" b="1" i="0" kern="1200" dirty="0">
                        <a:solidFill>
                          <a:schemeClr val="tx1"/>
                        </a:solidFill>
                        <a:effectLst/>
                        <a:latin typeface="Palatino Linotype" panose="02040502050505030304" pitchFamily="18" charset="0"/>
                        <a:ea typeface="+mn-ea"/>
                        <a:cs typeface="+mn-cs"/>
                      </a:endParaRPr>
                    </a:p>
                    <a:p>
                      <a:pPr algn="l"/>
                      <a:endParaRPr lang="en-US" sz="2000" b="1" i="0" kern="1200" dirty="0">
                        <a:solidFill>
                          <a:schemeClr val="tx1"/>
                        </a:solidFill>
                        <a:effectLst/>
                        <a:latin typeface="Palatino Linotype" panose="02040502050505030304" pitchFamily="18" charset="0"/>
                        <a:ea typeface="+mn-ea"/>
                        <a:cs typeface="+mn-cs"/>
                      </a:endParaRPr>
                    </a:p>
                    <a:p>
                      <a:pPr algn="l"/>
                      <a:endParaRPr lang="en-US" sz="2000" b="1" i="0" kern="1200" dirty="0">
                        <a:solidFill>
                          <a:schemeClr val="tx1"/>
                        </a:solidFill>
                        <a:effectLst/>
                        <a:latin typeface="Palatino Linotype" panose="02040502050505030304" pitchFamily="18" charset="0"/>
                        <a:ea typeface="+mn-ea"/>
                        <a:cs typeface="+mn-cs"/>
                      </a:endParaRPr>
                    </a:p>
                    <a:p>
                      <a:pPr algn="l"/>
                      <a:endParaRPr lang="en-US" sz="2000" b="1" i="0" kern="1200" dirty="0">
                        <a:solidFill>
                          <a:schemeClr val="tx1"/>
                        </a:solidFill>
                        <a:effectLst/>
                        <a:latin typeface="Palatino Linotype" panose="02040502050505030304" pitchFamily="18" charset="0"/>
                        <a:ea typeface="+mn-ea"/>
                        <a:cs typeface="+mn-cs"/>
                      </a:endParaRPr>
                    </a:p>
                    <a:p>
                      <a:pPr algn="l"/>
                      <a:endParaRPr lang="en-US" sz="2000" b="1" i="0" dirty="0">
                        <a:solidFill>
                          <a:schemeClr val="tx1"/>
                        </a:solidFill>
                        <a:latin typeface="Palatino Linotype" panose="02040502050505030304" pitchFamily="18" charset="0"/>
                      </a:endParaRPr>
                    </a:p>
                    <a:p>
                      <a:pPr algn="l"/>
                      <a:endParaRPr lang="en-US" sz="2000" b="1" i="0" dirty="0">
                        <a:solidFill>
                          <a:schemeClr val="tx1"/>
                        </a:solidFill>
                        <a:latin typeface="Palatino Linotype" panose="02040502050505030304" pitchFamily="18" charset="0"/>
                      </a:endParaRPr>
                    </a:p>
                    <a:p>
                      <a:pPr algn="l"/>
                      <a:r>
                        <a:rPr lang="en-US" sz="2000" b="1" i="0" dirty="0">
                          <a:solidFill>
                            <a:schemeClr val="tx1"/>
                          </a:solidFill>
                          <a:latin typeface="Palatino Linotype" panose="02040502050505030304" pitchFamily="18" charset="0"/>
                        </a:rPr>
                        <a:t>Begin</a:t>
                      </a:r>
                    </a:p>
                    <a:p>
                      <a:pPr algn="l"/>
                      <a:endParaRPr lang="en-US" sz="2000" b="0" i="0" kern="1200" dirty="0">
                        <a:solidFill>
                          <a:schemeClr val="tx1"/>
                        </a:solidFill>
                        <a:effectLst/>
                        <a:latin typeface="Palatino Linotype" panose="02040502050505030304" pitchFamily="18" charset="0"/>
                        <a:ea typeface="+mn-ea"/>
                        <a:cs typeface="+mn-cs"/>
                      </a:endParaRPr>
                    </a:p>
                    <a:p>
                      <a:pPr algn="l"/>
                      <a:endParaRPr lang="en-US" sz="2000" b="0" i="0" kern="1200" dirty="0">
                        <a:solidFill>
                          <a:schemeClr val="tx1"/>
                        </a:solidFill>
                        <a:effectLst/>
                        <a:latin typeface="Palatino Linotype" panose="02040502050505030304" pitchFamily="18" charset="0"/>
                        <a:ea typeface="+mn-ea"/>
                        <a:cs typeface="+mn-cs"/>
                      </a:endParaRPr>
                    </a:p>
                    <a:p>
                      <a:pPr algn="l"/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write(</a:t>
                      </a:r>
                      <a:r>
                        <a:rPr lang="en-US" sz="2000" b="1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A</a:t>
                      </a:r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algn="l"/>
                      <a:r>
                        <a:rPr lang="en-US" sz="2000" b="1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End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7499455"/>
                  </a:ext>
                </a:extLst>
              </a:tr>
            </a:tbl>
          </a:graphicData>
        </a:graphic>
      </p:graphicFrame>
      <p:grpSp>
        <p:nvGrpSpPr>
          <p:cNvPr id="8" name="Group 7">
            <a:extLst>
              <a:ext uri="{FF2B5EF4-FFF2-40B4-BE49-F238E27FC236}">
                <a16:creationId xmlns:a16="http://schemas.microsoft.com/office/drawing/2014/main" id="{3E297A58-4F46-18A6-6C36-45945BFB0A81}"/>
              </a:ext>
            </a:extLst>
          </p:cNvPr>
          <p:cNvGrpSpPr/>
          <p:nvPr/>
        </p:nvGrpSpPr>
        <p:grpSpPr>
          <a:xfrm>
            <a:off x="838200" y="1468264"/>
            <a:ext cx="817645" cy="4531885"/>
            <a:chOff x="272373" y="1701579"/>
            <a:chExt cx="817645" cy="4531885"/>
          </a:xfrm>
        </p:grpSpPr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0B433A2F-F87E-B453-15FA-0672759CBCB9}"/>
                </a:ext>
              </a:extLst>
            </p:cNvPr>
            <p:cNvCxnSpPr>
              <a:cxnSpLocks/>
            </p:cNvCxnSpPr>
            <p:nvPr/>
          </p:nvCxnSpPr>
          <p:spPr>
            <a:xfrm>
              <a:off x="1081378" y="1701579"/>
              <a:ext cx="0" cy="4531885"/>
            </a:xfrm>
            <a:prstGeom prst="straightConnector1">
              <a:avLst/>
            </a:prstGeom>
            <a:ln w="31750">
              <a:solidFill>
                <a:schemeClr val="accent2">
                  <a:lumMod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107AF284-B5F4-1AA3-7BA9-2C0FAE301147}"/>
                </a:ext>
              </a:extLst>
            </p:cNvPr>
            <p:cNvSpPr txBox="1"/>
            <p:nvPr/>
          </p:nvSpPr>
          <p:spPr>
            <a:xfrm>
              <a:off x="272373" y="3501634"/>
              <a:ext cx="817645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b="1" dirty="0">
                  <a:solidFill>
                    <a:schemeClr val="accent2">
                      <a:lumMod val="50000"/>
                    </a:schemeClr>
                  </a:solidFill>
                  <a:latin typeface="Palatino Linotype" panose="02040502050505030304" pitchFamily="18" charset="0"/>
                </a:rPr>
                <a:t>Time</a:t>
              </a:r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4C813F37-BFFB-7242-1BA8-CD529B89696A}"/>
              </a:ext>
            </a:extLst>
          </p:cNvPr>
          <p:cNvGrpSpPr/>
          <p:nvPr/>
        </p:nvGrpSpPr>
        <p:grpSpPr>
          <a:xfrm>
            <a:off x="8636081" y="1993996"/>
            <a:ext cx="544749" cy="505838"/>
            <a:chOff x="7694579" y="1916350"/>
            <a:chExt cx="544749" cy="505838"/>
          </a:xfrm>
        </p:grpSpPr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7E6A6848-CA3A-F76D-BBAE-382116028761}"/>
                </a:ext>
              </a:extLst>
            </p:cNvPr>
            <p:cNvSpPr/>
            <p:nvPr/>
          </p:nvSpPr>
          <p:spPr>
            <a:xfrm>
              <a:off x="7694579" y="1916350"/>
              <a:ext cx="544749" cy="505838"/>
            </a:xfrm>
            <a:prstGeom prst="ellipse">
              <a:avLst/>
            </a:prstGeom>
            <a:noFill/>
            <a:ln w="254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F95E736A-7009-406B-1712-A4189BE12100}"/>
                </a:ext>
              </a:extLst>
            </p:cNvPr>
            <p:cNvSpPr txBox="1"/>
            <p:nvPr/>
          </p:nvSpPr>
          <p:spPr>
            <a:xfrm>
              <a:off x="7751409" y="1969214"/>
              <a:ext cx="47000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>
                  <a:latin typeface="Palatino Linotype" panose="02040502050505030304" pitchFamily="18" charset="0"/>
                </a:rPr>
                <a:t>T1</a:t>
              </a: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DDA1515C-C1E0-8E24-1808-952C968B9275}"/>
              </a:ext>
            </a:extLst>
          </p:cNvPr>
          <p:cNvGrpSpPr/>
          <p:nvPr/>
        </p:nvGrpSpPr>
        <p:grpSpPr>
          <a:xfrm>
            <a:off x="10570350" y="1993996"/>
            <a:ext cx="544749" cy="505838"/>
            <a:chOff x="7694579" y="1916350"/>
            <a:chExt cx="544749" cy="505838"/>
          </a:xfrm>
        </p:grpSpPr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F4138207-EA2A-0C73-7CBC-774490BE7C86}"/>
                </a:ext>
              </a:extLst>
            </p:cNvPr>
            <p:cNvSpPr/>
            <p:nvPr/>
          </p:nvSpPr>
          <p:spPr>
            <a:xfrm>
              <a:off x="7694579" y="1916350"/>
              <a:ext cx="544749" cy="505838"/>
            </a:xfrm>
            <a:prstGeom prst="ellipse">
              <a:avLst/>
            </a:prstGeom>
            <a:noFill/>
            <a:ln w="254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F20270C1-7D52-5B0C-DFF3-6A53FAF0D9AC}"/>
                </a:ext>
              </a:extLst>
            </p:cNvPr>
            <p:cNvSpPr txBox="1"/>
            <p:nvPr/>
          </p:nvSpPr>
          <p:spPr>
            <a:xfrm>
              <a:off x="7751409" y="1969214"/>
              <a:ext cx="47000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>
                  <a:latin typeface="Palatino Linotype" panose="02040502050505030304" pitchFamily="18" charset="0"/>
                </a:rPr>
                <a:t>T2</a:t>
              </a:r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0BC0353A-C6FB-CF2C-9DAA-17098E95137C}"/>
              </a:ext>
            </a:extLst>
          </p:cNvPr>
          <p:cNvGrpSpPr/>
          <p:nvPr/>
        </p:nvGrpSpPr>
        <p:grpSpPr>
          <a:xfrm>
            <a:off x="9711074" y="3015400"/>
            <a:ext cx="544749" cy="505838"/>
            <a:chOff x="7694579" y="1916350"/>
            <a:chExt cx="544749" cy="505838"/>
          </a:xfrm>
        </p:grpSpPr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1A874894-A295-429C-DA97-1EA7DC817457}"/>
                </a:ext>
              </a:extLst>
            </p:cNvPr>
            <p:cNvSpPr/>
            <p:nvPr/>
          </p:nvSpPr>
          <p:spPr>
            <a:xfrm>
              <a:off x="7694579" y="1916350"/>
              <a:ext cx="544749" cy="505838"/>
            </a:xfrm>
            <a:prstGeom prst="ellipse">
              <a:avLst/>
            </a:prstGeom>
            <a:noFill/>
            <a:ln w="254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A8F3A03A-4B79-3BFA-A76E-E3E8805FF08C}"/>
                </a:ext>
              </a:extLst>
            </p:cNvPr>
            <p:cNvSpPr txBox="1"/>
            <p:nvPr/>
          </p:nvSpPr>
          <p:spPr>
            <a:xfrm>
              <a:off x="7751409" y="1969214"/>
              <a:ext cx="47000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>
                  <a:latin typeface="Palatino Linotype" panose="02040502050505030304" pitchFamily="18" charset="0"/>
                </a:rPr>
                <a:t>T3</a:t>
              </a:r>
            </a:p>
          </p:txBody>
        </p:sp>
      </p:grp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BC47474D-4A2F-7E28-C610-7176B9D4ADB9}"/>
              </a:ext>
            </a:extLst>
          </p:cNvPr>
          <p:cNvCxnSpPr>
            <a:cxnSpLocks/>
          </p:cNvCxnSpPr>
          <p:nvPr/>
        </p:nvCxnSpPr>
        <p:spPr>
          <a:xfrm>
            <a:off x="2986391" y="2610889"/>
            <a:ext cx="1021405" cy="579783"/>
          </a:xfrm>
          <a:prstGeom prst="straightConnector1">
            <a:avLst/>
          </a:prstGeom>
          <a:ln w="31750">
            <a:solidFill>
              <a:srgbClr val="FF0000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2" name="Group 21">
            <a:extLst>
              <a:ext uri="{FF2B5EF4-FFF2-40B4-BE49-F238E27FC236}">
                <a16:creationId xmlns:a16="http://schemas.microsoft.com/office/drawing/2014/main" id="{AE2A4ACF-5ED0-8D82-26B4-0C4CFB7E1345}"/>
              </a:ext>
            </a:extLst>
          </p:cNvPr>
          <p:cNvGrpSpPr/>
          <p:nvPr/>
        </p:nvGrpSpPr>
        <p:grpSpPr>
          <a:xfrm>
            <a:off x="8941856" y="1627859"/>
            <a:ext cx="1744560" cy="304920"/>
            <a:chOff x="8941856" y="1627859"/>
            <a:chExt cx="1744560" cy="304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EB8A0691-9B38-B7A7-5EC9-6CED6ADEDBE3}"/>
                    </a:ext>
                  </a:extLst>
                </p14:cNvPr>
                <p14:cNvContentPartPr/>
                <p14:nvPr/>
              </p14:nvContentPartPr>
              <p14:xfrm>
                <a:off x="8941856" y="1627859"/>
                <a:ext cx="1744560" cy="28404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EB8A0691-9B38-B7A7-5EC9-6CED6ADEDBE3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8935736" y="1621739"/>
                  <a:ext cx="1756800" cy="29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FCCD5A73-1C37-3151-B43F-1D42D687ED62}"/>
                    </a:ext>
                  </a:extLst>
                </p14:cNvPr>
                <p14:cNvContentPartPr/>
                <p14:nvPr/>
              </p14:nvContentPartPr>
              <p14:xfrm>
                <a:off x="10458536" y="1748459"/>
                <a:ext cx="214200" cy="18432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FCCD5A73-1C37-3151-B43F-1D42D687ED62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10452416" y="1742339"/>
                  <a:ext cx="226440" cy="196560"/>
                </a:xfrm>
                <a:prstGeom prst="rect">
                  <a:avLst/>
                </a:prstGeom>
              </p:spPr>
            </p:pic>
          </mc:Fallback>
        </mc:AlternateContent>
      </p:grp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EF471856-49FC-1D4B-5302-2A262A6F1BD1}"/>
              </a:ext>
            </a:extLst>
          </p:cNvPr>
          <p:cNvCxnSpPr>
            <a:cxnSpLocks/>
          </p:cNvCxnSpPr>
          <p:nvPr/>
        </p:nvCxnSpPr>
        <p:spPr>
          <a:xfrm>
            <a:off x="5074595" y="3268319"/>
            <a:ext cx="791184" cy="1371775"/>
          </a:xfrm>
          <a:prstGeom prst="straightConnector1">
            <a:avLst/>
          </a:prstGeom>
          <a:ln w="31750">
            <a:solidFill>
              <a:srgbClr val="FF0000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6" name="Group 25">
            <a:extLst>
              <a:ext uri="{FF2B5EF4-FFF2-40B4-BE49-F238E27FC236}">
                <a16:creationId xmlns:a16="http://schemas.microsoft.com/office/drawing/2014/main" id="{A57829FA-A050-C80D-DE42-A922B2E2603C}"/>
              </a:ext>
            </a:extLst>
          </p:cNvPr>
          <p:cNvGrpSpPr/>
          <p:nvPr/>
        </p:nvGrpSpPr>
        <p:grpSpPr>
          <a:xfrm>
            <a:off x="10312736" y="2573219"/>
            <a:ext cx="440640" cy="623160"/>
            <a:chOff x="10312736" y="2573219"/>
            <a:chExt cx="440640" cy="623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9AA741E3-751E-800D-F95F-B617126094BB}"/>
                    </a:ext>
                  </a:extLst>
                </p14:cNvPr>
                <p14:cNvContentPartPr/>
                <p14:nvPr/>
              </p14:nvContentPartPr>
              <p14:xfrm>
                <a:off x="10320296" y="2573219"/>
                <a:ext cx="433080" cy="58716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9AA741E3-751E-800D-F95F-B617126094BB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0314176" y="2567099"/>
                  <a:ext cx="445320" cy="59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C1E49BBA-DA33-1C6B-E5F7-2DEA6BD3FA42}"/>
                    </a:ext>
                  </a:extLst>
                </p14:cNvPr>
                <p14:cNvContentPartPr/>
                <p14:nvPr/>
              </p14:nvContentPartPr>
              <p14:xfrm>
                <a:off x="10312736" y="3013499"/>
                <a:ext cx="165240" cy="18288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C1E49BBA-DA33-1C6B-E5F7-2DEA6BD3FA42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0306616" y="3007379"/>
                  <a:ext cx="177480" cy="195120"/>
                </a:xfrm>
                <a:prstGeom prst="rect">
                  <a:avLst/>
                </a:prstGeom>
              </p:spPr>
            </p:pic>
          </mc:Fallback>
        </mc:AlternateContent>
      </p:grp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7A982285-E77B-5EDE-FC77-4EA65F6E1788}"/>
              </a:ext>
            </a:extLst>
          </p:cNvPr>
          <p:cNvCxnSpPr>
            <a:cxnSpLocks/>
          </p:cNvCxnSpPr>
          <p:nvPr/>
        </p:nvCxnSpPr>
        <p:spPr>
          <a:xfrm flipH="1">
            <a:off x="3030115" y="3258591"/>
            <a:ext cx="966162" cy="695615"/>
          </a:xfrm>
          <a:prstGeom prst="straightConnector1">
            <a:avLst/>
          </a:prstGeom>
          <a:ln w="31750">
            <a:solidFill>
              <a:srgbClr val="FF0000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0" name="Group 29">
            <a:extLst>
              <a:ext uri="{FF2B5EF4-FFF2-40B4-BE49-F238E27FC236}">
                <a16:creationId xmlns:a16="http://schemas.microsoft.com/office/drawing/2014/main" id="{DD3FE604-0D0E-39CD-2F63-791F27DA0850}"/>
              </a:ext>
            </a:extLst>
          </p:cNvPr>
          <p:cNvGrpSpPr/>
          <p:nvPr/>
        </p:nvGrpSpPr>
        <p:grpSpPr>
          <a:xfrm>
            <a:off x="9153176" y="2411939"/>
            <a:ext cx="1358280" cy="298440"/>
            <a:chOff x="9153176" y="2411939"/>
            <a:chExt cx="1358280" cy="298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090810E9-A91F-8CFA-6122-3BE0E0180690}"/>
                    </a:ext>
                  </a:extLst>
                </p14:cNvPr>
                <p14:cNvContentPartPr/>
                <p14:nvPr/>
              </p14:nvContentPartPr>
              <p14:xfrm>
                <a:off x="9153176" y="2432819"/>
                <a:ext cx="1358280" cy="18864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090810E9-A91F-8CFA-6122-3BE0E0180690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9147058" y="2426699"/>
                  <a:ext cx="1370517" cy="20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1B663EE9-91B3-DC9A-E24D-2A7BBB9E81E3}"/>
                    </a:ext>
                  </a:extLst>
                </p14:cNvPr>
                <p14:cNvContentPartPr/>
                <p14:nvPr/>
              </p14:nvContentPartPr>
              <p14:xfrm>
                <a:off x="9167576" y="2411939"/>
                <a:ext cx="230040" cy="29844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1B663EE9-91B3-DC9A-E24D-2A7BBB9E81E3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9161456" y="2405819"/>
                  <a:ext cx="242280" cy="310680"/>
                </a:xfrm>
                <a:prstGeom prst="rect">
                  <a:avLst/>
                </a:prstGeom>
              </p:spPr>
            </p:pic>
          </mc:Fallback>
        </mc:AlternateContent>
      </p:grp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F4718B15-3B4A-A62F-CD91-8557BE21C188}"/>
              </a:ext>
            </a:extLst>
          </p:cNvPr>
          <p:cNvCxnSpPr>
            <a:cxnSpLocks/>
          </p:cNvCxnSpPr>
          <p:nvPr/>
        </p:nvCxnSpPr>
        <p:spPr>
          <a:xfrm>
            <a:off x="3063049" y="4157094"/>
            <a:ext cx="2787098" cy="619187"/>
          </a:xfrm>
          <a:prstGeom prst="straightConnector1">
            <a:avLst/>
          </a:prstGeom>
          <a:ln w="31750">
            <a:solidFill>
              <a:srgbClr val="FF0000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31" name="Ink 30">
                <a:extLst>
                  <a:ext uri="{FF2B5EF4-FFF2-40B4-BE49-F238E27FC236}">
                    <a16:creationId xmlns:a16="http://schemas.microsoft.com/office/drawing/2014/main" id="{E4A2B1AA-35B1-BBD9-D9F2-908786404B27}"/>
                  </a:ext>
                </a:extLst>
              </p14:cNvPr>
              <p14:cNvContentPartPr/>
              <p14:nvPr/>
            </p14:nvContentPartPr>
            <p14:xfrm>
              <a:off x="8915216" y="2598059"/>
              <a:ext cx="754200" cy="656280"/>
            </p14:xfrm>
          </p:contentPart>
        </mc:Choice>
        <mc:Fallback xmlns="">
          <p:pic>
            <p:nvPicPr>
              <p:cNvPr id="31" name="Ink 30">
                <a:extLst>
                  <a:ext uri="{FF2B5EF4-FFF2-40B4-BE49-F238E27FC236}">
                    <a16:creationId xmlns:a16="http://schemas.microsoft.com/office/drawing/2014/main" id="{E4A2B1AA-35B1-BBD9-D9F2-908786404B27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8909093" y="2591939"/>
                <a:ext cx="766446" cy="668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32" name="Ink 31">
                <a:extLst>
                  <a:ext uri="{FF2B5EF4-FFF2-40B4-BE49-F238E27FC236}">
                    <a16:creationId xmlns:a16="http://schemas.microsoft.com/office/drawing/2014/main" id="{5BD2DED6-CCE0-B719-3BB1-D6BD8BB7BCEF}"/>
                  </a:ext>
                </a:extLst>
              </p14:cNvPr>
              <p14:cNvContentPartPr/>
              <p14:nvPr/>
            </p14:nvContentPartPr>
            <p14:xfrm>
              <a:off x="9447656" y="3051299"/>
              <a:ext cx="216720" cy="240840"/>
            </p14:xfrm>
          </p:contentPart>
        </mc:Choice>
        <mc:Fallback xmlns="">
          <p:pic>
            <p:nvPicPr>
              <p:cNvPr id="32" name="Ink 31">
                <a:extLst>
                  <a:ext uri="{FF2B5EF4-FFF2-40B4-BE49-F238E27FC236}">
                    <a16:creationId xmlns:a16="http://schemas.microsoft.com/office/drawing/2014/main" id="{5BD2DED6-CCE0-B719-3BB1-D6BD8BB7BCEF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9441536" y="3045179"/>
                <a:ext cx="228960" cy="253080"/>
              </a:xfrm>
              <a:prstGeom prst="rect">
                <a:avLst/>
              </a:prstGeom>
            </p:spPr>
          </p:pic>
        </mc:Fallback>
      </mc:AlternateContent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AB98BD43-AC17-C057-7230-002D9BB3FE1F}"/>
              </a:ext>
            </a:extLst>
          </p:cNvPr>
          <p:cNvCxnSpPr>
            <a:cxnSpLocks/>
          </p:cNvCxnSpPr>
          <p:nvPr/>
        </p:nvCxnSpPr>
        <p:spPr>
          <a:xfrm>
            <a:off x="2484306" y="2783647"/>
            <a:ext cx="3313380" cy="1885631"/>
          </a:xfrm>
          <a:prstGeom prst="straightConnector1">
            <a:avLst/>
          </a:prstGeom>
          <a:ln w="31750">
            <a:solidFill>
              <a:srgbClr val="FF0000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C0ED07BB-A5AD-69D5-90BE-3A684131DDA5}"/>
              </a:ext>
            </a:extLst>
          </p:cNvPr>
          <p:cNvSpPr txBox="1"/>
          <p:nvPr/>
        </p:nvSpPr>
        <p:spPr>
          <a:xfrm>
            <a:off x="7782883" y="5945524"/>
            <a:ext cx="385638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Palatino Linotype" panose="02040502050505030304" pitchFamily="18" charset="0"/>
              </a:rPr>
              <a:t>Is this view serializable?</a:t>
            </a:r>
          </a:p>
        </p:txBody>
      </p:sp>
    </p:spTree>
    <p:extLst>
      <p:ext uri="{BB962C8B-B14F-4D97-AF65-F5344CB8AC3E}">
        <p14:creationId xmlns:p14="http://schemas.microsoft.com/office/powerpoint/2010/main" val="4080268144"/>
      </p:ext>
    </p:extLst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90A452-7210-35AB-B6F1-01441DEACC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0FF6AE-ED01-0B29-7478-6FCAE1DFDF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905091"/>
          </a:xfrm>
        </p:spPr>
        <p:txBody>
          <a:bodyPr>
            <a:normAutofit/>
          </a:bodyPr>
          <a:lstStyle/>
          <a:p>
            <a:pPr algn="ctr"/>
            <a:r>
              <a:rPr lang="en-US" sz="4000" b="1" dirty="0">
                <a:latin typeface="Palatino Linotype" panose="02040502050505030304" pitchFamily="18" charset="0"/>
              </a:rPr>
              <a:t>View Serializability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6A465E8-CFBD-65FE-F0C0-516FB53EBA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07290" y="6356350"/>
            <a:ext cx="2743200" cy="365125"/>
          </a:xfrm>
        </p:spPr>
        <p:txBody>
          <a:bodyPr/>
          <a:lstStyle/>
          <a:p>
            <a:fld id="{D0FE24AB-0A3D-3945-A314-A55A03C76B7E}" type="slidenum">
              <a:rPr lang="en-US" smtClean="0">
                <a:latin typeface="Palatino Linotype" panose="02040502050505030304" pitchFamily="18" charset="0"/>
              </a:rPr>
              <a:t>117</a:t>
            </a:fld>
            <a:endParaRPr lang="en-US" dirty="0">
              <a:latin typeface="Palatino Linotype" panose="02040502050505030304" pitchFamily="18" charset="0"/>
            </a:endParaRP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022FA95A-4FE9-36D9-84E7-9743BE72EB3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45950479"/>
              </p:ext>
            </p:extLst>
          </p:nvPr>
        </p:nvGraphicFramePr>
        <p:xfrm>
          <a:off x="1345558" y="1468264"/>
          <a:ext cx="4432672" cy="42350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97642">
                  <a:extLst>
                    <a:ext uri="{9D8B030D-6E8A-4147-A177-3AD203B41FA5}">
                      <a16:colId xmlns:a16="http://schemas.microsoft.com/office/drawing/2014/main" val="282134077"/>
                    </a:ext>
                  </a:extLst>
                </a:gridCol>
                <a:gridCol w="1527243">
                  <a:extLst>
                    <a:ext uri="{9D8B030D-6E8A-4147-A177-3AD203B41FA5}">
                      <a16:colId xmlns:a16="http://schemas.microsoft.com/office/drawing/2014/main" val="4206062769"/>
                    </a:ext>
                  </a:extLst>
                </a:gridCol>
                <a:gridCol w="1507787">
                  <a:extLst>
                    <a:ext uri="{9D8B030D-6E8A-4147-A177-3AD203B41FA5}">
                      <a16:colId xmlns:a16="http://schemas.microsoft.com/office/drawing/2014/main" val="213786926"/>
                    </a:ext>
                  </a:extLst>
                </a:gridCol>
              </a:tblGrid>
              <a:tr h="4235036">
                <a:tc>
                  <a:txBody>
                    <a:bodyPr/>
                    <a:lstStyle/>
                    <a:p>
                      <a:pPr algn="l"/>
                      <a:r>
                        <a:rPr lang="en-US" sz="2000" b="1" i="0" dirty="0">
                          <a:solidFill>
                            <a:schemeClr val="tx1"/>
                          </a:solidFill>
                          <a:latin typeface="Palatino Linotype" panose="02040502050505030304" pitchFamily="18" charset="0"/>
                        </a:rPr>
                        <a:t>T1:</a:t>
                      </a:r>
                    </a:p>
                    <a:p>
                      <a:pPr algn="l"/>
                      <a:endParaRPr lang="en-US" sz="2000" b="0" i="0" dirty="0">
                        <a:solidFill>
                          <a:schemeClr val="tx1"/>
                        </a:solidFill>
                        <a:latin typeface="Palatino Linotype" panose="02040502050505030304" pitchFamily="18" charset="0"/>
                      </a:endParaRPr>
                    </a:p>
                    <a:p>
                      <a:pPr algn="l"/>
                      <a:r>
                        <a:rPr lang="en-US" sz="2000" b="1" i="0" dirty="0">
                          <a:solidFill>
                            <a:schemeClr val="tx1"/>
                          </a:solidFill>
                          <a:latin typeface="Palatino Linotype" panose="02040502050505030304" pitchFamily="18" charset="0"/>
                        </a:rPr>
                        <a:t>Begin</a:t>
                      </a:r>
                    </a:p>
                    <a:p>
                      <a:pPr algn="l"/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read(</a:t>
                      </a:r>
                      <a:r>
                        <a:rPr lang="en-US" sz="2000" b="1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A</a:t>
                      </a:r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algn="l"/>
                      <a:endParaRPr lang="en-US" sz="2000" b="0" i="0" kern="1200" dirty="0">
                        <a:solidFill>
                          <a:schemeClr val="tx1"/>
                        </a:solidFill>
                        <a:effectLst/>
                        <a:latin typeface="Palatino Linotype" panose="02040502050505030304" pitchFamily="18" charset="0"/>
                        <a:ea typeface="+mn-ea"/>
                        <a:cs typeface="+mn-cs"/>
                      </a:endParaRPr>
                    </a:p>
                    <a:p>
                      <a:pPr algn="l"/>
                      <a:endParaRPr lang="en-US" sz="2000" b="0" i="0" kern="1200" dirty="0">
                        <a:solidFill>
                          <a:schemeClr val="tx1"/>
                        </a:solidFill>
                        <a:effectLst/>
                        <a:latin typeface="Palatino Linotype" panose="02040502050505030304" pitchFamily="18" charset="0"/>
                        <a:ea typeface="+mn-ea"/>
                        <a:cs typeface="+mn-cs"/>
                      </a:endParaRPr>
                    </a:p>
                    <a:p>
                      <a:pPr algn="l"/>
                      <a:endParaRPr lang="en-US" sz="2000" b="0" i="0" kern="1200" dirty="0">
                        <a:solidFill>
                          <a:schemeClr val="tx1"/>
                        </a:solidFill>
                        <a:effectLst/>
                        <a:latin typeface="Palatino Linotype" panose="02040502050505030304" pitchFamily="18" charset="0"/>
                        <a:ea typeface="+mn-ea"/>
                        <a:cs typeface="+mn-cs"/>
                      </a:endParaRPr>
                    </a:p>
                    <a:p>
                      <a:pPr algn="l"/>
                      <a:endParaRPr lang="en-US" sz="2000" b="0" i="0" kern="1200" dirty="0">
                        <a:solidFill>
                          <a:schemeClr val="tx1"/>
                        </a:solidFill>
                        <a:effectLst/>
                        <a:latin typeface="Palatino Linotype" panose="02040502050505030304" pitchFamily="18" charset="0"/>
                        <a:ea typeface="+mn-ea"/>
                        <a:cs typeface="+mn-cs"/>
                      </a:endParaRPr>
                    </a:p>
                    <a:p>
                      <a:pPr algn="l"/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write(</a:t>
                      </a:r>
                      <a:r>
                        <a:rPr lang="en-US" sz="2000" b="1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A</a:t>
                      </a:r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algn="l"/>
                      <a:r>
                        <a:rPr lang="en-US" sz="2000" b="1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End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b="1" i="0" dirty="0">
                          <a:solidFill>
                            <a:schemeClr val="tx1"/>
                          </a:solidFill>
                          <a:latin typeface="Palatino Linotype" panose="02040502050505030304" pitchFamily="18" charset="0"/>
                        </a:rPr>
                        <a:t>T2:</a:t>
                      </a:r>
                    </a:p>
                    <a:p>
                      <a:pPr algn="l"/>
                      <a:endParaRPr lang="en-US" sz="2000" b="0" i="0" dirty="0">
                        <a:solidFill>
                          <a:schemeClr val="tx1"/>
                        </a:solidFill>
                        <a:latin typeface="Palatino Linotype" panose="02040502050505030304" pitchFamily="18" charset="0"/>
                      </a:endParaRPr>
                    </a:p>
                    <a:p>
                      <a:pPr algn="l"/>
                      <a:endParaRPr lang="en-US" sz="2000" b="0" i="0" dirty="0">
                        <a:solidFill>
                          <a:schemeClr val="tx1"/>
                        </a:solidFill>
                        <a:latin typeface="Palatino Linotype" panose="02040502050505030304" pitchFamily="18" charset="0"/>
                      </a:endParaRPr>
                    </a:p>
                    <a:p>
                      <a:pPr algn="l"/>
                      <a:endParaRPr lang="en-US" sz="2000" b="0" i="0" dirty="0">
                        <a:solidFill>
                          <a:schemeClr val="tx1"/>
                        </a:solidFill>
                        <a:latin typeface="Palatino Linotype" panose="02040502050505030304" pitchFamily="18" charset="0"/>
                      </a:endParaRPr>
                    </a:p>
                    <a:p>
                      <a:pPr algn="l"/>
                      <a:r>
                        <a:rPr lang="en-US" sz="2000" b="1" i="0" dirty="0">
                          <a:solidFill>
                            <a:schemeClr val="tx1"/>
                          </a:solidFill>
                          <a:latin typeface="Palatino Linotype" panose="02040502050505030304" pitchFamily="18" charset="0"/>
                        </a:rPr>
                        <a:t>Begin</a:t>
                      </a:r>
                      <a:endParaRPr lang="en-US" sz="2000" b="0" i="0" kern="1200" dirty="0">
                        <a:solidFill>
                          <a:schemeClr val="tx1"/>
                        </a:solidFill>
                        <a:effectLst/>
                        <a:latin typeface="Palatino Linotype" panose="02040502050505030304" pitchFamily="18" charset="0"/>
                        <a:ea typeface="+mn-ea"/>
                        <a:cs typeface="+mn-cs"/>
                      </a:endParaRPr>
                    </a:p>
                    <a:p>
                      <a:pPr algn="l"/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write(</a:t>
                      </a:r>
                      <a:r>
                        <a:rPr lang="en-US" sz="2000" b="1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A</a:t>
                      </a:r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algn="l"/>
                      <a:r>
                        <a:rPr lang="en-US" sz="2000" b="1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End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b="1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T3:</a:t>
                      </a:r>
                    </a:p>
                    <a:p>
                      <a:pPr algn="l"/>
                      <a:endParaRPr lang="en-US" sz="2000" b="1" i="0" kern="1200" dirty="0">
                        <a:solidFill>
                          <a:schemeClr val="tx1"/>
                        </a:solidFill>
                        <a:effectLst/>
                        <a:latin typeface="Palatino Linotype" panose="02040502050505030304" pitchFamily="18" charset="0"/>
                        <a:ea typeface="+mn-ea"/>
                        <a:cs typeface="+mn-cs"/>
                      </a:endParaRPr>
                    </a:p>
                    <a:p>
                      <a:pPr algn="l"/>
                      <a:endParaRPr lang="en-US" sz="2000" b="1" i="0" kern="1200" dirty="0">
                        <a:solidFill>
                          <a:schemeClr val="tx1"/>
                        </a:solidFill>
                        <a:effectLst/>
                        <a:latin typeface="Palatino Linotype" panose="02040502050505030304" pitchFamily="18" charset="0"/>
                        <a:ea typeface="+mn-ea"/>
                        <a:cs typeface="+mn-cs"/>
                      </a:endParaRPr>
                    </a:p>
                    <a:p>
                      <a:pPr algn="l"/>
                      <a:endParaRPr lang="en-US" sz="2000" b="1" i="0" kern="1200" dirty="0">
                        <a:solidFill>
                          <a:schemeClr val="tx1"/>
                        </a:solidFill>
                        <a:effectLst/>
                        <a:latin typeface="Palatino Linotype" panose="02040502050505030304" pitchFamily="18" charset="0"/>
                        <a:ea typeface="+mn-ea"/>
                        <a:cs typeface="+mn-cs"/>
                      </a:endParaRPr>
                    </a:p>
                    <a:p>
                      <a:pPr algn="l"/>
                      <a:endParaRPr lang="en-US" sz="2000" b="1" i="0" kern="1200" dirty="0">
                        <a:solidFill>
                          <a:schemeClr val="tx1"/>
                        </a:solidFill>
                        <a:effectLst/>
                        <a:latin typeface="Palatino Linotype" panose="02040502050505030304" pitchFamily="18" charset="0"/>
                        <a:ea typeface="+mn-ea"/>
                        <a:cs typeface="+mn-cs"/>
                      </a:endParaRPr>
                    </a:p>
                    <a:p>
                      <a:pPr algn="l"/>
                      <a:endParaRPr lang="en-US" sz="2000" b="1" i="0" dirty="0">
                        <a:solidFill>
                          <a:schemeClr val="tx1"/>
                        </a:solidFill>
                        <a:latin typeface="Palatino Linotype" panose="02040502050505030304" pitchFamily="18" charset="0"/>
                      </a:endParaRPr>
                    </a:p>
                    <a:p>
                      <a:pPr algn="l"/>
                      <a:endParaRPr lang="en-US" sz="2000" b="1" i="0" dirty="0">
                        <a:solidFill>
                          <a:schemeClr val="tx1"/>
                        </a:solidFill>
                        <a:latin typeface="Palatino Linotype" panose="02040502050505030304" pitchFamily="18" charset="0"/>
                      </a:endParaRPr>
                    </a:p>
                    <a:p>
                      <a:pPr algn="l"/>
                      <a:r>
                        <a:rPr lang="en-US" sz="2000" b="1" i="0" dirty="0">
                          <a:solidFill>
                            <a:schemeClr val="tx1"/>
                          </a:solidFill>
                          <a:latin typeface="Palatino Linotype" panose="02040502050505030304" pitchFamily="18" charset="0"/>
                        </a:rPr>
                        <a:t>Begin</a:t>
                      </a:r>
                    </a:p>
                    <a:p>
                      <a:pPr algn="l"/>
                      <a:endParaRPr lang="en-US" sz="2000" b="0" i="0" kern="1200" dirty="0">
                        <a:solidFill>
                          <a:schemeClr val="tx1"/>
                        </a:solidFill>
                        <a:effectLst/>
                        <a:latin typeface="Palatino Linotype" panose="02040502050505030304" pitchFamily="18" charset="0"/>
                        <a:ea typeface="+mn-ea"/>
                        <a:cs typeface="+mn-cs"/>
                      </a:endParaRPr>
                    </a:p>
                    <a:p>
                      <a:pPr algn="l"/>
                      <a:endParaRPr lang="en-US" sz="2000" b="0" i="0" kern="1200" dirty="0">
                        <a:solidFill>
                          <a:schemeClr val="tx1"/>
                        </a:solidFill>
                        <a:effectLst/>
                        <a:latin typeface="Palatino Linotype" panose="02040502050505030304" pitchFamily="18" charset="0"/>
                        <a:ea typeface="+mn-ea"/>
                        <a:cs typeface="+mn-cs"/>
                      </a:endParaRPr>
                    </a:p>
                    <a:p>
                      <a:pPr algn="l"/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write(</a:t>
                      </a:r>
                      <a:r>
                        <a:rPr lang="en-US" sz="2000" b="1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A</a:t>
                      </a:r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algn="l"/>
                      <a:r>
                        <a:rPr lang="en-US" sz="2000" b="1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End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7499455"/>
                  </a:ext>
                </a:extLst>
              </a:tr>
            </a:tbl>
          </a:graphicData>
        </a:graphic>
      </p:graphicFrame>
      <p:grpSp>
        <p:nvGrpSpPr>
          <p:cNvPr id="8" name="Group 7">
            <a:extLst>
              <a:ext uri="{FF2B5EF4-FFF2-40B4-BE49-F238E27FC236}">
                <a16:creationId xmlns:a16="http://schemas.microsoft.com/office/drawing/2014/main" id="{74350393-842A-D77E-6978-F418B05B0396}"/>
              </a:ext>
            </a:extLst>
          </p:cNvPr>
          <p:cNvGrpSpPr/>
          <p:nvPr/>
        </p:nvGrpSpPr>
        <p:grpSpPr>
          <a:xfrm>
            <a:off x="189686" y="1345543"/>
            <a:ext cx="817645" cy="4531885"/>
            <a:chOff x="272373" y="1701579"/>
            <a:chExt cx="817645" cy="4531885"/>
          </a:xfrm>
        </p:grpSpPr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9E2DF1CA-7407-8118-A979-9B7546EA543F}"/>
                </a:ext>
              </a:extLst>
            </p:cNvPr>
            <p:cNvCxnSpPr>
              <a:cxnSpLocks/>
            </p:cNvCxnSpPr>
            <p:nvPr/>
          </p:nvCxnSpPr>
          <p:spPr>
            <a:xfrm>
              <a:off x="1081378" y="1701579"/>
              <a:ext cx="0" cy="4531885"/>
            </a:xfrm>
            <a:prstGeom prst="straightConnector1">
              <a:avLst/>
            </a:prstGeom>
            <a:ln w="31750">
              <a:solidFill>
                <a:schemeClr val="accent2">
                  <a:lumMod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EE6B22E6-DB64-6ED2-6355-BB5920387E3B}"/>
                </a:ext>
              </a:extLst>
            </p:cNvPr>
            <p:cNvSpPr txBox="1"/>
            <p:nvPr/>
          </p:nvSpPr>
          <p:spPr>
            <a:xfrm>
              <a:off x="272373" y="3501634"/>
              <a:ext cx="817645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b="1" dirty="0">
                  <a:solidFill>
                    <a:schemeClr val="accent2">
                      <a:lumMod val="50000"/>
                    </a:schemeClr>
                  </a:solidFill>
                  <a:latin typeface="Palatino Linotype" panose="02040502050505030304" pitchFamily="18" charset="0"/>
                </a:rPr>
                <a:t>Time</a:t>
              </a:r>
            </a:p>
          </p:txBody>
        </p:sp>
      </p:grpSp>
      <p:sp>
        <p:nvSpPr>
          <p:cNvPr id="36" name="TextBox 35">
            <a:extLst>
              <a:ext uri="{FF2B5EF4-FFF2-40B4-BE49-F238E27FC236}">
                <a16:creationId xmlns:a16="http://schemas.microsoft.com/office/drawing/2014/main" id="{D725D320-DEC6-4450-5204-761E4C218F11}"/>
              </a:ext>
            </a:extLst>
          </p:cNvPr>
          <p:cNvSpPr txBox="1"/>
          <p:nvPr/>
        </p:nvSpPr>
        <p:spPr>
          <a:xfrm>
            <a:off x="4407385" y="6035640"/>
            <a:ext cx="443267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Palatino Linotype" panose="02040502050505030304" pitchFamily="18" charset="0"/>
              </a:rPr>
              <a:t>Is this view serializable? </a:t>
            </a:r>
            <a:r>
              <a:rPr lang="en-US" sz="2400" dirty="0">
                <a:solidFill>
                  <a:srgbClr val="00B050"/>
                </a:solidFill>
                <a:latin typeface="Palatino Linotype" panose="02040502050505030304" pitchFamily="18" charset="0"/>
              </a:rPr>
              <a:t>Yes!</a:t>
            </a:r>
          </a:p>
        </p:txBody>
      </p:sp>
      <p:graphicFrame>
        <p:nvGraphicFramePr>
          <p:cNvPr id="34" name="Table 33">
            <a:extLst>
              <a:ext uri="{FF2B5EF4-FFF2-40B4-BE49-F238E27FC236}">
                <a16:creationId xmlns:a16="http://schemas.microsoft.com/office/drawing/2014/main" id="{9BD36C11-2426-88A1-6A3A-AA1A62914B6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04793430"/>
              </p:ext>
            </p:extLst>
          </p:nvPr>
        </p:nvGraphicFramePr>
        <p:xfrm>
          <a:off x="7206593" y="1468264"/>
          <a:ext cx="4432672" cy="42350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97642">
                  <a:extLst>
                    <a:ext uri="{9D8B030D-6E8A-4147-A177-3AD203B41FA5}">
                      <a16:colId xmlns:a16="http://schemas.microsoft.com/office/drawing/2014/main" val="282134077"/>
                    </a:ext>
                  </a:extLst>
                </a:gridCol>
                <a:gridCol w="1527243">
                  <a:extLst>
                    <a:ext uri="{9D8B030D-6E8A-4147-A177-3AD203B41FA5}">
                      <a16:colId xmlns:a16="http://schemas.microsoft.com/office/drawing/2014/main" val="4206062769"/>
                    </a:ext>
                  </a:extLst>
                </a:gridCol>
                <a:gridCol w="1507787">
                  <a:extLst>
                    <a:ext uri="{9D8B030D-6E8A-4147-A177-3AD203B41FA5}">
                      <a16:colId xmlns:a16="http://schemas.microsoft.com/office/drawing/2014/main" val="213786926"/>
                    </a:ext>
                  </a:extLst>
                </a:gridCol>
              </a:tblGrid>
              <a:tr h="4235036">
                <a:tc>
                  <a:txBody>
                    <a:bodyPr/>
                    <a:lstStyle/>
                    <a:p>
                      <a:pPr algn="l"/>
                      <a:r>
                        <a:rPr lang="en-US" sz="2000" b="1" i="0" dirty="0">
                          <a:solidFill>
                            <a:schemeClr val="tx1"/>
                          </a:solidFill>
                          <a:latin typeface="Palatino Linotype" panose="02040502050505030304" pitchFamily="18" charset="0"/>
                        </a:rPr>
                        <a:t>T1:</a:t>
                      </a:r>
                    </a:p>
                    <a:p>
                      <a:pPr algn="l"/>
                      <a:endParaRPr lang="en-US" sz="2000" b="0" i="0" dirty="0">
                        <a:solidFill>
                          <a:schemeClr val="tx1"/>
                        </a:solidFill>
                        <a:latin typeface="Palatino Linotype" panose="02040502050505030304" pitchFamily="18" charset="0"/>
                      </a:endParaRPr>
                    </a:p>
                    <a:p>
                      <a:pPr algn="l"/>
                      <a:r>
                        <a:rPr lang="en-US" sz="2000" b="1" i="0" dirty="0">
                          <a:solidFill>
                            <a:schemeClr val="tx1"/>
                          </a:solidFill>
                          <a:latin typeface="Palatino Linotype" panose="02040502050505030304" pitchFamily="18" charset="0"/>
                        </a:rPr>
                        <a:t>Begin</a:t>
                      </a:r>
                    </a:p>
                    <a:p>
                      <a:pPr algn="l"/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read(</a:t>
                      </a:r>
                      <a:r>
                        <a:rPr lang="en-US" sz="2000" b="1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A</a:t>
                      </a:r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algn="l"/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write(</a:t>
                      </a:r>
                      <a:r>
                        <a:rPr lang="en-US" sz="2000" b="1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A</a:t>
                      </a:r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algn="l"/>
                      <a:r>
                        <a:rPr lang="en-US" sz="2000" b="1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End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b="1" i="0" dirty="0">
                          <a:solidFill>
                            <a:schemeClr val="tx1"/>
                          </a:solidFill>
                          <a:latin typeface="Palatino Linotype" panose="02040502050505030304" pitchFamily="18" charset="0"/>
                        </a:rPr>
                        <a:t>T2:</a:t>
                      </a:r>
                    </a:p>
                    <a:p>
                      <a:pPr algn="l"/>
                      <a:endParaRPr lang="en-US" sz="2000" b="0" i="0" dirty="0">
                        <a:solidFill>
                          <a:schemeClr val="tx1"/>
                        </a:solidFill>
                        <a:latin typeface="Palatino Linotype" panose="02040502050505030304" pitchFamily="18" charset="0"/>
                      </a:endParaRPr>
                    </a:p>
                    <a:p>
                      <a:pPr algn="l"/>
                      <a:endParaRPr lang="en-US" sz="2000" b="0" i="0" dirty="0">
                        <a:solidFill>
                          <a:schemeClr val="tx1"/>
                        </a:solidFill>
                        <a:latin typeface="Palatino Linotype" panose="02040502050505030304" pitchFamily="18" charset="0"/>
                      </a:endParaRPr>
                    </a:p>
                    <a:p>
                      <a:pPr algn="l"/>
                      <a:endParaRPr lang="en-US" sz="2000" b="0" i="0" dirty="0">
                        <a:solidFill>
                          <a:schemeClr val="tx1"/>
                        </a:solidFill>
                        <a:latin typeface="Palatino Linotype" panose="02040502050505030304" pitchFamily="18" charset="0"/>
                      </a:endParaRPr>
                    </a:p>
                    <a:p>
                      <a:pPr algn="l"/>
                      <a:endParaRPr lang="en-US" sz="2000" b="1" i="0" dirty="0">
                        <a:solidFill>
                          <a:schemeClr val="tx1"/>
                        </a:solidFill>
                        <a:latin typeface="Palatino Linotype" panose="02040502050505030304" pitchFamily="18" charset="0"/>
                      </a:endParaRPr>
                    </a:p>
                    <a:p>
                      <a:pPr algn="l"/>
                      <a:endParaRPr lang="en-US" sz="2000" b="1" i="0" dirty="0">
                        <a:solidFill>
                          <a:schemeClr val="tx1"/>
                        </a:solidFill>
                        <a:latin typeface="Palatino Linotype" panose="02040502050505030304" pitchFamily="18" charset="0"/>
                      </a:endParaRPr>
                    </a:p>
                    <a:p>
                      <a:pPr algn="l"/>
                      <a:r>
                        <a:rPr lang="en-US" sz="2000" b="1" i="0" dirty="0">
                          <a:solidFill>
                            <a:schemeClr val="tx1"/>
                          </a:solidFill>
                          <a:latin typeface="Palatino Linotype" panose="02040502050505030304" pitchFamily="18" charset="0"/>
                        </a:rPr>
                        <a:t>Begin</a:t>
                      </a:r>
                      <a:endParaRPr lang="en-US" sz="2000" b="0" i="0" kern="1200" dirty="0">
                        <a:solidFill>
                          <a:schemeClr val="tx1"/>
                        </a:solidFill>
                        <a:effectLst/>
                        <a:latin typeface="Palatino Linotype" panose="02040502050505030304" pitchFamily="18" charset="0"/>
                        <a:ea typeface="+mn-ea"/>
                        <a:cs typeface="+mn-cs"/>
                      </a:endParaRPr>
                    </a:p>
                    <a:p>
                      <a:pPr algn="l"/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write(</a:t>
                      </a:r>
                      <a:r>
                        <a:rPr lang="en-US" sz="2000" b="1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A</a:t>
                      </a:r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algn="l"/>
                      <a:r>
                        <a:rPr lang="en-US" sz="2000" b="1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End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b="1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T3:</a:t>
                      </a:r>
                    </a:p>
                    <a:p>
                      <a:pPr algn="l"/>
                      <a:endParaRPr lang="en-US" sz="2000" b="1" i="0" kern="1200" dirty="0">
                        <a:solidFill>
                          <a:schemeClr val="tx1"/>
                        </a:solidFill>
                        <a:effectLst/>
                        <a:latin typeface="Palatino Linotype" panose="02040502050505030304" pitchFamily="18" charset="0"/>
                        <a:ea typeface="+mn-ea"/>
                        <a:cs typeface="+mn-cs"/>
                      </a:endParaRPr>
                    </a:p>
                    <a:p>
                      <a:pPr algn="l"/>
                      <a:endParaRPr lang="en-US" sz="2000" b="1" i="0" kern="1200" dirty="0">
                        <a:solidFill>
                          <a:schemeClr val="tx1"/>
                        </a:solidFill>
                        <a:effectLst/>
                        <a:latin typeface="Palatino Linotype" panose="02040502050505030304" pitchFamily="18" charset="0"/>
                        <a:ea typeface="+mn-ea"/>
                        <a:cs typeface="+mn-cs"/>
                      </a:endParaRPr>
                    </a:p>
                    <a:p>
                      <a:pPr algn="l"/>
                      <a:endParaRPr lang="en-US" sz="2000" b="1" i="0" kern="1200" dirty="0">
                        <a:solidFill>
                          <a:schemeClr val="tx1"/>
                        </a:solidFill>
                        <a:effectLst/>
                        <a:latin typeface="Palatino Linotype" panose="02040502050505030304" pitchFamily="18" charset="0"/>
                        <a:ea typeface="+mn-ea"/>
                        <a:cs typeface="+mn-cs"/>
                      </a:endParaRPr>
                    </a:p>
                    <a:p>
                      <a:pPr algn="l"/>
                      <a:endParaRPr lang="en-US" sz="2000" b="1" i="0" kern="1200" dirty="0">
                        <a:solidFill>
                          <a:schemeClr val="tx1"/>
                        </a:solidFill>
                        <a:effectLst/>
                        <a:latin typeface="Palatino Linotype" panose="02040502050505030304" pitchFamily="18" charset="0"/>
                        <a:ea typeface="+mn-ea"/>
                        <a:cs typeface="+mn-cs"/>
                      </a:endParaRPr>
                    </a:p>
                    <a:p>
                      <a:pPr algn="l"/>
                      <a:endParaRPr lang="en-US" sz="2000" b="1" i="0" dirty="0">
                        <a:solidFill>
                          <a:schemeClr val="tx1"/>
                        </a:solidFill>
                        <a:latin typeface="Palatino Linotype" panose="02040502050505030304" pitchFamily="18" charset="0"/>
                      </a:endParaRPr>
                    </a:p>
                    <a:p>
                      <a:pPr algn="l"/>
                      <a:endParaRPr lang="en-US" sz="2000" b="1" i="0" dirty="0">
                        <a:solidFill>
                          <a:schemeClr val="tx1"/>
                        </a:solidFill>
                        <a:latin typeface="Palatino Linotype" panose="02040502050505030304" pitchFamily="18" charset="0"/>
                      </a:endParaRPr>
                    </a:p>
                    <a:p>
                      <a:pPr algn="l"/>
                      <a:endParaRPr lang="en-US" sz="2000" b="1" i="0" dirty="0">
                        <a:solidFill>
                          <a:schemeClr val="tx1"/>
                        </a:solidFill>
                        <a:latin typeface="Palatino Linotype" panose="02040502050505030304" pitchFamily="18" charset="0"/>
                      </a:endParaRPr>
                    </a:p>
                    <a:p>
                      <a:pPr algn="l"/>
                      <a:endParaRPr lang="en-US" sz="2000" b="1" i="0" dirty="0">
                        <a:solidFill>
                          <a:schemeClr val="tx1"/>
                        </a:solidFill>
                        <a:latin typeface="Palatino Linotype" panose="02040502050505030304" pitchFamily="18" charset="0"/>
                      </a:endParaRPr>
                    </a:p>
                    <a:p>
                      <a:pPr algn="l"/>
                      <a:r>
                        <a:rPr lang="en-US" sz="2000" b="1" i="0" dirty="0">
                          <a:solidFill>
                            <a:schemeClr val="tx1"/>
                          </a:solidFill>
                          <a:latin typeface="Palatino Linotype" panose="02040502050505030304" pitchFamily="18" charset="0"/>
                        </a:rPr>
                        <a:t>Begin</a:t>
                      </a:r>
                      <a:endParaRPr lang="en-US" sz="2000" b="0" i="0" kern="1200" dirty="0">
                        <a:solidFill>
                          <a:schemeClr val="tx1"/>
                        </a:solidFill>
                        <a:effectLst/>
                        <a:latin typeface="Palatino Linotype" panose="02040502050505030304" pitchFamily="18" charset="0"/>
                        <a:ea typeface="+mn-ea"/>
                        <a:cs typeface="+mn-cs"/>
                      </a:endParaRPr>
                    </a:p>
                    <a:p>
                      <a:pPr algn="l"/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write(</a:t>
                      </a:r>
                      <a:r>
                        <a:rPr lang="en-US" sz="2000" b="1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A</a:t>
                      </a:r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algn="l"/>
                      <a:r>
                        <a:rPr lang="en-US" sz="2000" b="1" i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End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7499455"/>
                  </a:ext>
                </a:extLst>
              </a:tr>
            </a:tbl>
          </a:graphicData>
        </a:graphic>
      </p:graphicFrame>
      <p:sp>
        <p:nvSpPr>
          <p:cNvPr id="35" name="TextBox 34">
            <a:extLst>
              <a:ext uri="{FF2B5EF4-FFF2-40B4-BE49-F238E27FC236}">
                <a16:creationId xmlns:a16="http://schemas.microsoft.com/office/drawing/2014/main" id="{E4367508-9320-8BFF-868C-4D28441CA180}"/>
              </a:ext>
            </a:extLst>
          </p:cNvPr>
          <p:cNvSpPr txBox="1"/>
          <p:nvPr/>
        </p:nvSpPr>
        <p:spPr>
          <a:xfrm>
            <a:off x="5749811" y="2837821"/>
            <a:ext cx="1476238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 dirty="0">
                <a:latin typeface="Palatino Linotype" panose="02040502050505030304" pitchFamily="18" charset="0"/>
              </a:rPr>
              <a:t>View </a:t>
            </a:r>
          </a:p>
          <a:p>
            <a:pPr algn="ctr"/>
            <a:r>
              <a:rPr lang="en-US" sz="2000" dirty="0">
                <a:latin typeface="Palatino Linotype" panose="02040502050505030304" pitchFamily="18" charset="0"/>
              </a:rPr>
              <a:t>Equivalent </a:t>
            </a:r>
          </a:p>
          <a:p>
            <a:pPr algn="ctr"/>
            <a:r>
              <a:rPr lang="en-US" sz="2000" dirty="0">
                <a:latin typeface="Palatino Linotype" panose="02040502050505030304" pitchFamily="18" charset="0"/>
              </a:rPr>
              <a:t>Schedules</a:t>
            </a:r>
          </a:p>
        </p:txBody>
      </p:sp>
    </p:spTree>
    <p:extLst>
      <p:ext uri="{BB962C8B-B14F-4D97-AF65-F5344CB8AC3E}">
        <p14:creationId xmlns:p14="http://schemas.microsoft.com/office/powerpoint/2010/main" val="34488479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64953</TotalTime>
  <Words>5951</Words>
  <Application>Microsoft Macintosh PowerPoint</Application>
  <PresentationFormat>Widescreen</PresentationFormat>
  <Paragraphs>2063</Paragraphs>
  <Slides>117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117</vt:i4>
      </vt:variant>
    </vt:vector>
  </HeadingPairs>
  <TitlesOfParts>
    <vt:vector size="123" baseType="lpstr">
      <vt:lpstr>Arial</vt:lpstr>
      <vt:lpstr>Calibri</vt:lpstr>
      <vt:lpstr>Calibri Light</vt:lpstr>
      <vt:lpstr>Palatino Linotype</vt:lpstr>
      <vt:lpstr>Wingdings</vt:lpstr>
      <vt:lpstr>Office Theme</vt:lpstr>
      <vt:lpstr>Database Processing CS 451 / 551</vt:lpstr>
      <vt:lpstr>Assignment 2 is Out! Deadline: Nov 13, 2025 at 11:59pm  Assignment 3 will be released on Nov 13, 2025!  </vt:lpstr>
      <vt:lpstr>Transactions</vt:lpstr>
      <vt:lpstr>How to define a Transaction?</vt:lpstr>
      <vt:lpstr>How to define a Transaction?</vt:lpstr>
      <vt:lpstr>How to define a Transaction?</vt:lpstr>
      <vt:lpstr>How to define a Transaction?</vt:lpstr>
      <vt:lpstr>Definitions and Notations</vt:lpstr>
      <vt:lpstr>ACID Properties for a Transaction</vt:lpstr>
      <vt:lpstr>ACID Properties for a Transaction</vt:lpstr>
      <vt:lpstr>ACID Properties for a Transaction</vt:lpstr>
      <vt:lpstr>ACID Properties for a Transaction</vt:lpstr>
      <vt:lpstr>ACID Properties for a Transaction</vt:lpstr>
      <vt:lpstr>ACID Properties for a Transaction</vt:lpstr>
      <vt:lpstr>ACID Properties for a Transaction</vt:lpstr>
      <vt:lpstr>ACID Properties for a Transaction</vt:lpstr>
      <vt:lpstr>Two Concurrent Transactions</vt:lpstr>
      <vt:lpstr>Atomicity</vt:lpstr>
      <vt:lpstr>Atomicity</vt:lpstr>
      <vt:lpstr>Atomicity</vt:lpstr>
      <vt:lpstr>Atomicity</vt:lpstr>
      <vt:lpstr>Atomicity</vt:lpstr>
      <vt:lpstr>Atomicity</vt:lpstr>
      <vt:lpstr>Atomicity</vt:lpstr>
      <vt:lpstr>Atomicity Support: Logging</vt:lpstr>
      <vt:lpstr>Atomicity Support: Logging</vt:lpstr>
      <vt:lpstr>Atomicity Support: Shadow Paging</vt:lpstr>
      <vt:lpstr>Atomicity Support: Shadow Paging</vt:lpstr>
      <vt:lpstr>Consistency</vt:lpstr>
      <vt:lpstr>Isolation</vt:lpstr>
      <vt:lpstr>Isolation</vt:lpstr>
      <vt:lpstr>Isolation</vt:lpstr>
      <vt:lpstr>Concurrent Transactions</vt:lpstr>
      <vt:lpstr>Concurrent Transactions</vt:lpstr>
      <vt:lpstr>Concurrent Transactions</vt:lpstr>
      <vt:lpstr>Concurrent Transactions</vt:lpstr>
      <vt:lpstr>Serial Execution</vt:lpstr>
      <vt:lpstr>Serial Execution</vt:lpstr>
      <vt:lpstr>Serial Execution</vt:lpstr>
      <vt:lpstr>Schedule</vt:lpstr>
      <vt:lpstr>Another Interleaving (I)</vt:lpstr>
      <vt:lpstr>Another Interleaving (I)</vt:lpstr>
      <vt:lpstr>Another Interleaving (II)</vt:lpstr>
      <vt:lpstr>Another Interleaving (II)</vt:lpstr>
      <vt:lpstr>Conflicting Transactions</vt:lpstr>
      <vt:lpstr>Conflicting Transactions</vt:lpstr>
      <vt:lpstr>Read-Write Conflict</vt:lpstr>
      <vt:lpstr>Read-Write Conflict</vt:lpstr>
      <vt:lpstr>Read-Write Conflict</vt:lpstr>
      <vt:lpstr>Read-Write Conflict</vt:lpstr>
      <vt:lpstr>Read-Write Conflict</vt:lpstr>
      <vt:lpstr>Read-Write Conflict</vt:lpstr>
      <vt:lpstr>Write-Read Conflict</vt:lpstr>
      <vt:lpstr>Write-Read Conflict</vt:lpstr>
      <vt:lpstr>Write-Read Conflict</vt:lpstr>
      <vt:lpstr>Write-Read Conflict</vt:lpstr>
      <vt:lpstr>Write-Read Conflict</vt:lpstr>
      <vt:lpstr>Write-Read Conflict</vt:lpstr>
      <vt:lpstr>Write-Read Conflict</vt:lpstr>
      <vt:lpstr>Write-Write Conflict</vt:lpstr>
      <vt:lpstr>Write-Write Conflict</vt:lpstr>
      <vt:lpstr>Write-Write Conflict</vt:lpstr>
      <vt:lpstr>Write-Write Conflict</vt:lpstr>
      <vt:lpstr>Write-Write Conflict</vt:lpstr>
      <vt:lpstr>Write-Write Conflict</vt:lpstr>
      <vt:lpstr>Write-Write Conflict</vt:lpstr>
      <vt:lpstr>Write-Write Conflict</vt:lpstr>
      <vt:lpstr>Write-Write Conflict</vt:lpstr>
      <vt:lpstr>Isolation Support: Concurrency Control</vt:lpstr>
      <vt:lpstr>Isolation Support: Concurrency Control</vt:lpstr>
      <vt:lpstr>Isolation Support: Concurrency Control</vt:lpstr>
      <vt:lpstr>Isolation Support: Concurrency Control</vt:lpstr>
      <vt:lpstr>Serializable Schedules</vt:lpstr>
      <vt:lpstr>Serializable Schedules</vt:lpstr>
      <vt:lpstr>Serializable Schedules</vt:lpstr>
      <vt:lpstr>Isolation Levels vs. Consistency Levels</vt:lpstr>
      <vt:lpstr>Isolation Levels vs. Consistency Levels</vt:lpstr>
      <vt:lpstr>Isolation Levels vs. Consistency Levels</vt:lpstr>
      <vt:lpstr>Isolation Levels vs. Consistency Levels</vt:lpstr>
      <vt:lpstr>Serializable Isolation Level</vt:lpstr>
      <vt:lpstr>Levels of Serializability</vt:lpstr>
      <vt:lpstr>Dependency Graphs</vt:lpstr>
      <vt:lpstr>Dependency Graphs</vt:lpstr>
      <vt:lpstr>Dependency Graphs Example I</vt:lpstr>
      <vt:lpstr>Dependency Graphs Example I</vt:lpstr>
      <vt:lpstr>Dependency Graphs Example II</vt:lpstr>
      <vt:lpstr>Dependency Graphs Example II</vt:lpstr>
      <vt:lpstr>Dependency Graphs Example II</vt:lpstr>
      <vt:lpstr>Conflict Serializability</vt:lpstr>
      <vt:lpstr>Conflict Serializability</vt:lpstr>
      <vt:lpstr>Conflict Serializability: Example I</vt:lpstr>
      <vt:lpstr>Conflict Serializability: Example I</vt:lpstr>
      <vt:lpstr>Conflict Serializability: Example II</vt:lpstr>
      <vt:lpstr>Conflict Serializability: Example II</vt:lpstr>
      <vt:lpstr>Conflict Serializability: Example III</vt:lpstr>
      <vt:lpstr>Conflict Serializability: Example III</vt:lpstr>
      <vt:lpstr>Conflict Serializability: Example III</vt:lpstr>
      <vt:lpstr>Conflict Serializability: Example III</vt:lpstr>
      <vt:lpstr>Conflict Serializability: Example IV</vt:lpstr>
      <vt:lpstr>Conflict Serializability: Example IV</vt:lpstr>
      <vt:lpstr>Determining Serializability Order from Dependence Graph</vt:lpstr>
      <vt:lpstr>PowerPoint Presentation</vt:lpstr>
      <vt:lpstr>Determining Serializability Order from Dependence Graph</vt:lpstr>
      <vt:lpstr>Determining Serializability Order from Dependence Graph</vt:lpstr>
      <vt:lpstr>Determining Serializability Order from Dependence Graph</vt:lpstr>
      <vt:lpstr>Determining Serializability Order from Dependence Graph</vt:lpstr>
      <vt:lpstr>View Serializability</vt:lpstr>
      <vt:lpstr>View Serializability</vt:lpstr>
      <vt:lpstr>View Serializability</vt:lpstr>
      <vt:lpstr>View Serializability</vt:lpstr>
      <vt:lpstr>View Serializability</vt:lpstr>
      <vt:lpstr>View Serializability</vt:lpstr>
      <vt:lpstr>View Serializability</vt:lpstr>
      <vt:lpstr>View Serializability</vt:lpstr>
      <vt:lpstr>View Serializability</vt:lpstr>
      <vt:lpstr>View Serializability</vt:lpstr>
      <vt:lpstr>View Serializability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Databases</dc:title>
  <dc:creator>Suyash Gupta</dc:creator>
  <cp:lastModifiedBy>Suyash Gupta</cp:lastModifiedBy>
  <cp:revision>1893</cp:revision>
  <dcterms:created xsi:type="dcterms:W3CDTF">2023-07-25T15:37:00Z</dcterms:created>
  <dcterms:modified xsi:type="dcterms:W3CDTF">2025-11-06T16:18:26Z</dcterms:modified>
</cp:coreProperties>
</file>